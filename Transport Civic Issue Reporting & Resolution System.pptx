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90" y="43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1" i="0">
                <a:solidFill>
                  <a:srgbClr val="1A1A1A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850" b="1" i="0">
                <a:solidFill>
                  <a:srgbClr val="1A1A1A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1" i="0">
                <a:solidFill>
                  <a:srgbClr val="1A1A1A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850" b="1" i="0">
                <a:solidFill>
                  <a:srgbClr val="1A1A1A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1" i="0">
                <a:solidFill>
                  <a:srgbClr val="1A1A1A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1" i="0">
                <a:solidFill>
                  <a:srgbClr val="1A1A1A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61321" y="493686"/>
            <a:ext cx="14135045" cy="35900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1" i="0">
                <a:solidFill>
                  <a:srgbClr val="1A1A1A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786184" y="3273517"/>
            <a:ext cx="12715631" cy="2440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850" b="1" i="0">
                <a:solidFill>
                  <a:srgbClr val="1A1A1A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civiccore.onrender.com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420904" y="7400505"/>
            <a:ext cx="3580129" cy="1619885"/>
          </a:xfrm>
          <a:custGeom>
            <a:avLst/>
            <a:gdLst/>
            <a:ahLst/>
            <a:cxnLst/>
            <a:rect l="l" t="t" r="r" b="b"/>
            <a:pathLst>
              <a:path w="3580129" h="1619884">
                <a:moveTo>
                  <a:pt x="3093763" y="1619480"/>
                </a:moveTo>
                <a:lnTo>
                  <a:pt x="485774" y="1619480"/>
                </a:lnTo>
                <a:lnTo>
                  <a:pt x="437762" y="1617102"/>
                </a:lnTo>
                <a:lnTo>
                  <a:pt x="390562" y="1610059"/>
                </a:lnTo>
                <a:lnTo>
                  <a:pt x="344494" y="1598482"/>
                </a:lnTo>
                <a:lnTo>
                  <a:pt x="299877" y="1582502"/>
                </a:lnTo>
                <a:lnTo>
                  <a:pt x="257028" y="1562252"/>
                </a:lnTo>
                <a:lnTo>
                  <a:pt x="216266" y="1537863"/>
                </a:lnTo>
                <a:lnTo>
                  <a:pt x="177911" y="1509468"/>
                </a:lnTo>
                <a:lnTo>
                  <a:pt x="142280" y="1477199"/>
                </a:lnTo>
                <a:lnTo>
                  <a:pt x="110011" y="1441568"/>
                </a:lnTo>
                <a:lnTo>
                  <a:pt x="81616" y="1403212"/>
                </a:lnTo>
                <a:lnTo>
                  <a:pt x="57227" y="1362451"/>
                </a:lnTo>
                <a:lnTo>
                  <a:pt x="36977" y="1319602"/>
                </a:lnTo>
                <a:lnTo>
                  <a:pt x="20997" y="1274985"/>
                </a:lnTo>
                <a:lnTo>
                  <a:pt x="9420" y="1228917"/>
                </a:lnTo>
                <a:lnTo>
                  <a:pt x="2377" y="1181717"/>
                </a:lnTo>
                <a:lnTo>
                  <a:pt x="0" y="1133705"/>
                </a:lnTo>
                <a:lnTo>
                  <a:pt x="0" y="485774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7"/>
                </a:lnTo>
                <a:lnTo>
                  <a:pt x="57227" y="257028"/>
                </a:lnTo>
                <a:lnTo>
                  <a:pt x="81616" y="216266"/>
                </a:lnTo>
                <a:lnTo>
                  <a:pt x="110011" y="177911"/>
                </a:lnTo>
                <a:lnTo>
                  <a:pt x="142280" y="142280"/>
                </a:lnTo>
                <a:lnTo>
                  <a:pt x="177911" y="110011"/>
                </a:lnTo>
                <a:lnTo>
                  <a:pt x="216266" y="81616"/>
                </a:lnTo>
                <a:lnTo>
                  <a:pt x="257028" y="57227"/>
                </a:lnTo>
                <a:lnTo>
                  <a:pt x="299877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4" y="0"/>
                </a:lnTo>
                <a:lnTo>
                  <a:pt x="3093763" y="0"/>
                </a:lnTo>
                <a:lnTo>
                  <a:pt x="3141776" y="2377"/>
                </a:lnTo>
                <a:lnTo>
                  <a:pt x="3188975" y="9420"/>
                </a:lnTo>
                <a:lnTo>
                  <a:pt x="3235043" y="20997"/>
                </a:lnTo>
                <a:lnTo>
                  <a:pt x="3279660" y="36977"/>
                </a:lnTo>
                <a:lnTo>
                  <a:pt x="3322509" y="57227"/>
                </a:lnTo>
                <a:lnTo>
                  <a:pt x="3363270" y="81616"/>
                </a:lnTo>
                <a:lnTo>
                  <a:pt x="3401626" y="110011"/>
                </a:lnTo>
                <a:lnTo>
                  <a:pt x="3437257" y="142280"/>
                </a:lnTo>
                <a:lnTo>
                  <a:pt x="3469526" y="177911"/>
                </a:lnTo>
                <a:lnTo>
                  <a:pt x="3497921" y="216266"/>
                </a:lnTo>
                <a:lnTo>
                  <a:pt x="3522310" y="257028"/>
                </a:lnTo>
                <a:lnTo>
                  <a:pt x="3542560" y="299877"/>
                </a:lnTo>
                <a:lnTo>
                  <a:pt x="3558540" y="344494"/>
                </a:lnTo>
                <a:lnTo>
                  <a:pt x="3570117" y="390562"/>
                </a:lnTo>
                <a:lnTo>
                  <a:pt x="3577160" y="437762"/>
                </a:lnTo>
                <a:lnTo>
                  <a:pt x="3579538" y="485774"/>
                </a:lnTo>
                <a:lnTo>
                  <a:pt x="3579538" y="1133705"/>
                </a:lnTo>
                <a:lnTo>
                  <a:pt x="3577160" y="1181717"/>
                </a:lnTo>
                <a:lnTo>
                  <a:pt x="3570117" y="1228917"/>
                </a:lnTo>
                <a:lnTo>
                  <a:pt x="3558540" y="1274985"/>
                </a:lnTo>
                <a:lnTo>
                  <a:pt x="3542560" y="1319602"/>
                </a:lnTo>
                <a:lnTo>
                  <a:pt x="3522310" y="1362451"/>
                </a:lnTo>
                <a:lnTo>
                  <a:pt x="3497921" y="1403212"/>
                </a:lnTo>
                <a:lnTo>
                  <a:pt x="3469526" y="1441568"/>
                </a:lnTo>
                <a:lnTo>
                  <a:pt x="3437257" y="1477199"/>
                </a:lnTo>
                <a:lnTo>
                  <a:pt x="3401626" y="1509468"/>
                </a:lnTo>
                <a:lnTo>
                  <a:pt x="3363270" y="1537863"/>
                </a:lnTo>
                <a:lnTo>
                  <a:pt x="3322509" y="1562252"/>
                </a:lnTo>
                <a:lnTo>
                  <a:pt x="3279660" y="1582502"/>
                </a:lnTo>
                <a:lnTo>
                  <a:pt x="3235043" y="1598482"/>
                </a:lnTo>
                <a:lnTo>
                  <a:pt x="3188975" y="1610059"/>
                </a:lnTo>
                <a:lnTo>
                  <a:pt x="3141776" y="1617102"/>
                </a:lnTo>
                <a:lnTo>
                  <a:pt x="3093763" y="1619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28699" y="7400505"/>
            <a:ext cx="6085840" cy="1619885"/>
          </a:xfrm>
          <a:custGeom>
            <a:avLst/>
            <a:gdLst/>
            <a:ahLst/>
            <a:cxnLst/>
            <a:rect l="l" t="t" r="r" b="b"/>
            <a:pathLst>
              <a:path w="6085840" h="1619884">
                <a:moveTo>
                  <a:pt x="5601629" y="1619479"/>
                </a:moveTo>
                <a:lnTo>
                  <a:pt x="485774" y="1619479"/>
                </a:lnTo>
                <a:lnTo>
                  <a:pt x="437762" y="1617102"/>
                </a:lnTo>
                <a:lnTo>
                  <a:pt x="390562" y="1610059"/>
                </a:lnTo>
                <a:lnTo>
                  <a:pt x="344494" y="1598482"/>
                </a:lnTo>
                <a:lnTo>
                  <a:pt x="299876" y="1582502"/>
                </a:lnTo>
                <a:lnTo>
                  <a:pt x="257028" y="1562252"/>
                </a:lnTo>
                <a:lnTo>
                  <a:pt x="216266" y="1537863"/>
                </a:lnTo>
                <a:lnTo>
                  <a:pt x="177911" y="1509468"/>
                </a:lnTo>
                <a:lnTo>
                  <a:pt x="142280" y="1477199"/>
                </a:lnTo>
                <a:lnTo>
                  <a:pt x="110010" y="1441568"/>
                </a:lnTo>
                <a:lnTo>
                  <a:pt x="81615" y="1403212"/>
                </a:lnTo>
                <a:lnTo>
                  <a:pt x="57227" y="1362451"/>
                </a:lnTo>
                <a:lnTo>
                  <a:pt x="36977" y="1319602"/>
                </a:lnTo>
                <a:lnTo>
                  <a:pt x="20997" y="1274985"/>
                </a:lnTo>
                <a:lnTo>
                  <a:pt x="9420" y="1228917"/>
                </a:lnTo>
                <a:lnTo>
                  <a:pt x="2377" y="1181717"/>
                </a:lnTo>
                <a:lnTo>
                  <a:pt x="0" y="1133704"/>
                </a:lnTo>
                <a:lnTo>
                  <a:pt x="0" y="485774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7"/>
                </a:lnTo>
                <a:lnTo>
                  <a:pt x="57227" y="257028"/>
                </a:lnTo>
                <a:lnTo>
                  <a:pt x="81615" y="216266"/>
                </a:lnTo>
                <a:lnTo>
                  <a:pt x="110010" y="177911"/>
                </a:lnTo>
                <a:lnTo>
                  <a:pt x="142280" y="142280"/>
                </a:lnTo>
                <a:lnTo>
                  <a:pt x="177911" y="110011"/>
                </a:lnTo>
                <a:lnTo>
                  <a:pt x="216266" y="81616"/>
                </a:lnTo>
                <a:lnTo>
                  <a:pt x="257028" y="57227"/>
                </a:lnTo>
                <a:lnTo>
                  <a:pt x="299876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4" y="0"/>
                </a:lnTo>
                <a:lnTo>
                  <a:pt x="5601629" y="0"/>
                </a:lnTo>
                <a:lnTo>
                  <a:pt x="5649642" y="2377"/>
                </a:lnTo>
                <a:lnTo>
                  <a:pt x="5696842" y="9420"/>
                </a:lnTo>
                <a:lnTo>
                  <a:pt x="5742910" y="20997"/>
                </a:lnTo>
                <a:lnTo>
                  <a:pt x="5787527" y="36977"/>
                </a:lnTo>
                <a:lnTo>
                  <a:pt x="5830376" y="57227"/>
                </a:lnTo>
                <a:lnTo>
                  <a:pt x="5871138" y="81616"/>
                </a:lnTo>
                <a:lnTo>
                  <a:pt x="5909493" y="110011"/>
                </a:lnTo>
                <a:lnTo>
                  <a:pt x="5945124" y="142280"/>
                </a:lnTo>
                <a:lnTo>
                  <a:pt x="5977394" y="177911"/>
                </a:lnTo>
                <a:lnTo>
                  <a:pt x="6005789" y="216266"/>
                </a:lnTo>
                <a:lnTo>
                  <a:pt x="6030177" y="257028"/>
                </a:lnTo>
                <a:lnTo>
                  <a:pt x="6050427" y="299877"/>
                </a:lnTo>
                <a:lnTo>
                  <a:pt x="6066407" y="344494"/>
                </a:lnTo>
                <a:lnTo>
                  <a:pt x="6077984" y="390562"/>
                </a:lnTo>
                <a:lnTo>
                  <a:pt x="6085027" y="437762"/>
                </a:lnTo>
                <a:lnTo>
                  <a:pt x="6085699" y="451335"/>
                </a:lnTo>
                <a:lnTo>
                  <a:pt x="6085699" y="1168144"/>
                </a:lnTo>
                <a:lnTo>
                  <a:pt x="6077984" y="1228917"/>
                </a:lnTo>
                <a:lnTo>
                  <a:pt x="6066407" y="1274985"/>
                </a:lnTo>
                <a:lnTo>
                  <a:pt x="6050427" y="1319602"/>
                </a:lnTo>
                <a:lnTo>
                  <a:pt x="6030177" y="1362451"/>
                </a:lnTo>
                <a:lnTo>
                  <a:pt x="6005789" y="1403212"/>
                </a:lnTo>
                <a:lnTo>
                  <a:pt x="5977394" y="1441568"/>
                </a:lnTo>
                <a:lnTo>
                  <a:pt x="5945124" y="1477199"/>
                </a:lnTo>
                <a:lnTo>
                  <a:pt x="5909493" y="1509468"/>
                </a:lnTo>
                <a:lnTo>
                  <a:pt x="5871138" y="1537863"/>
                </a:lnTo>
                <a:lnTo>
                  <a:pt x="5830376" y="1562252"/>
                </a:lnTo>
                <a:lnTo>
                  <a:pt x="5787527" y="1582502"/>
                </a:lnTo>
                <a:lnTo>
                  <a:pt x="5742910" y="1598482"/>
                </a:lnTo>
                <a:lnTo>
                  <a:pt x="5696842" y="1610059"/>
                </a:lnTo>
                <a:lnTo>
                  <a:pt x="5649642" y="1617102"/>
                </a:lnTo>
                <a:lnTo>
                  <a:pt x="5601629" y="1619479"/>
                </a:lnTo>
                <a:close/>
              </a:path>
            </a:pathLst>
          </a:custGeom>
          <a:solidFill>
            <a:srgbClr val="FFDE5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11306670" y="7400505"/>
            <a:ext cx="5953125" cy="1619885"/>
          </a:xfrm>
          <a:custGeom>
            <a:avLst/>
            <a:gdLst/>
            <a:ahLst/>
            <a:cxnLst/>
            <a:rect l="l" t="t" r="r" b="b"/>
            <a:pathLst>
              <a:path w="5953125" h="1619884">
                <a:moveTo>
                  <a:pt x="5466853" y="1619480"/>
                </a:moveTo>
                <a:lnTo>
                  <a:pt x="485774" y="1619480"/>
                </a:lnTo>
                <a:lnTo>
                  <a:pt x="437762" y="1617102"/>
                </a:lnTo>
                <a:lnTo>
                  <a:pt x="390562" y="1610059"/>
                </a:lnTo>
                <a:lnTo>
                  <a:pt x="344494" y="1598482"/>
                </a:lnTo>
                <a:lnTo>
                  <a:pt x="299877" y="1582502"/>
                </a:lnTo>
                <a:lnTo>
                  <a:pt x="257028" y="1562252"/>
                </a:lnTo>
                <a:lnTo>
                  <a:pt x="216266" y="1537863"/>
                </a:lnTo>
                <a:lnTo>
                  <a:pt x="177911" y="1509468"/>
                </a:lnTo>
                <a:lnTo>
                  <a:pt x="142280" y="1477199"/>
                </a:lnTo>
                <a:lnTo>
                  <a:pt x="110011" y="1441568"/>
                </a:lnTo>
                <a:lnTo>
                  <a:pt x="81616" y="1403212"/>
                </a:lnTo>
                <a:lnTo>
                  <a:pt x="57227" y="1362451"/>
                </a:lnTo>
                <a:lnTo>
                  <a:pt x="36977" y="1319602"/>
                </a:lnTo>
                <a:lnTo>
                  <a:pt x="20997" y="1274985"/>
                </a:lnTo>
                <a:lnTo>
                  <a:pt x="9420" y="1228917"/>
                </a:lnTo>
                <a:lnTo>
                  <a:pt x="2377" y="1181717"/>
                </a:lnTo>
                <a:lnTo>
                  <a:pt x="0" y="1133705"/>
                </a:lnTo>
                <a:lnTo>
                  <a:pt x="0" y="485774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7"/>
                </a:lnTo>
                <a:lnTo>
                  <a:pt x="57227" y="257028"/>
                </a:lnTo>
                <a:lnTo>
                  <a:pt x="81616" y="216266"/>
                </a:lnTo>
                <a:lnTo>
                  <a:pt x="110011" y="177911"/>
                </a:lnTo>
                <a:lnTo>
                  <a:pt x="142280" y="142280"/>
                </a:lnTo>
                <a:lnTo>
                  <a:pt x="177911" y="110011"/>
                </a:lnTo>
                <a:lnTo>
                  <a:pt x="216266" y="81616"/>
                </a:lnTo>
                <a:lnTo>
                  <a:pt x="257028" y="57227"/>
                </a:lnTo>
                <a:lnTo>
                  <a:pt x="299877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4" y="0"/>
                </a:lnTo>
                <a:lnTo>
                  <a:pt x="5466853" y="0"/>
                </a:lnTo>
                <a:lnTo>
                  <a:pt x="5514866" y="2377"/>
                </a:lnTo>
                <a:lnTo>
                  <a:pt x="5562066" y="9420"/>
                </a:lnTo>
                <a:lnTo>
                  <a:pt x="5608134" y="20997"/>
                </a:lnTo>
                <a:lnTo>
                  <a:pt x="5652751" y="36977"/>
                </a:lnTo>
                <a:lnTo>
                  <a:pt x="5695600" y="57227"/>
                </a:lnTo>
                <a:lnTo>
                  <a:pt x="5736361" y="81616"/>
                </a:lnTo>
                <a:lnTo>
                  <a:pt x="5774717" y="110011"/>
                </a:lnTo>
                <a:lnTo>
                  <a:pt x="5810348" y="142280"/>
                </a:lnTo>
                <a:lnTo>
                  <a:pt x="5842618" y="177911"/>
                </a:lnTo>
                <a:lnTo>
                  <a:pt x="5871013" y="216266"/>
                </a:lnTo>
                <a:lnTo>
                  <a:pt x="5895401" y="257028"/>
                </a:lnTo>
                <a:lnTo>
                  <a:pt x="5915651" y="299877"/>
                </a:lnTo>
                <a:lnTo>
                  <a:pt x="5931630" y="344494"/>
                </a:lnTo>
                <a:lnTo>
                  <a:pt x="5943208" y="390562"/>
                </a:lnTo>
                <a:lnTo>
                  <a:pt x="5950251" y="437762"/>
                </a:lnTo>
                <a:lnTo>
                  <a:pt x="5952628" y="485774"/>
                </a:lnTo>
                <a:lnTo>
                  <a:pt x="5952628" y="1133705"/>
                </a:lnTo>
                <a:lnTo>
                  <a:pt x="5950251" y="1181717"/>
                </a:lnTo>
                <a:lnTo>
                  <a:pt x="5943208" y="1228917"/>
                </a:lnTo>
                <a:lnTo>
                  <a:pt x="5931630" y="1274985"/>
                </a:lnTo>
                <a:lnTo>
                  <a:pt x="5915651" y="1319602"/>
                </a:lnTo>
                <a:lnTo>
                  <a:pt x="5895401" y="1362451"/>
                </a:lnTo>
                <a:lnTo>
                  <a:pt x="5871013" y="1403212"/>
                </a:lnTo>
                <a:lnTo>
                  <a:pt x="5842618" y="1441568"/>
                </a:lnTo>
                <a:lnTo>
                  <a:pt x="5810348" y="1477199"/>
                </a:lnTo>
                <a:lnTo>
                  <a:pt x="5774717" y="1509468"/>
                </a:lnTo>
                <a:lnTo>
                  <a:pt x="5736361" y="1537863"/>
                </a:lnTo>
                <a:lnTo>
                  <a:pt x="5695600" y="1562252"/>
                </a:lnTo>
                <a:lnTo>
                  <a:pt x="5652751" y="1582502"/>
                </a:lnTo>
                <a:lnTo>
                  <a:pt x="5608134" y="1598482"/>
                </a:lnTo>
                <a:lnTo>
                  <a:pt x="5562066" y="1610059"/>
                </a:lnTo>
                <a:lnTo>
                  <a:pt x="5514866" y="1617102"/>
                </a:lnTo>
                <a:lnTo>
                  <a:pt x="5466853" y="1619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1932103" y="2552700"/>
            <a:ext cx="14401800" cy="35208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sz="22800" spc="655" dirty="0"/>
              <a:t>CivicCore</a:t>
            </a:r>
            <a:endParaRPr sz="22800" spc="350" dirty="0"/>
          </a:p>
        </p:txBody>
      </p:sp>
      <p:sp>
        <p:nvSpPr>
          <p:cNvPr id="6" name="object 6"/>
          <p:cNvSpPr txBox="1"/>
          <p:nvPr/>
        </p:nvSpPr>
        <p:spPr>
          <a:xfrm>
            <a:off x="11459070" y="7818937"/>
            <a:ext cx="5800231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400" spc="-85" dirty="0">
                <a:solidFill>
                  <a:srgbClr val="1A1A1A"/>
                </a:solidFill>
                <a:latin typeface="Arial Black"/>
                <a:cs typeface="Arial Black"/>
              </a:rPr>
              <a:t>Transport Civic Issue Reporting &amp; Resolution System</a:t>
            </a:r>
            <a:endParaRPr sz="2400" dirty="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95383" y="7917904"/>
            <a:ext cx="2330848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800" spc="-90" dirty="0">
                <a:solidFill>
                  <a:srgbClr val="1A1A1A"/>
                </a:solidFill>
                <a:latin typeface="Arial Black"/>
                <a:cs typeface="Arial Black"/>
              </a:rPr>
              <a:t>Community</a:t>
            </a:r>
            <a:endParaRPr sz="2800" dirty="0">
              <a:latin typeface="Arial Black"/>
              <a:cs typeface="Arial Black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54753" y="7807019"/>
            <a:ext cx="330962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4200" b="1" spc="305" dirty="0">
                <a:solidFill>
                  <a:srgbClr val="F5F5F5"/>
                </a:solidFill>
                <a:latin typeface="Trebuchet MS"/>
                <a:cs typeface="Trebuchet MS"/>
              </a:rPr>
              <a:t>CoDeX</a:t>
            </a:r>
            <a:endParaRPr sz="4200" dirty="0">
              <a:latin typeface="Trebuchet MS"/>
              <a:cs typeface="Trebuchet MS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1341" y="433477"/>
            <a:ext cx="10048874" cy="141922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679956" y="332222"/>
            <a:ext cx="114299" cy="15239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890866" y="332222"/>
            <a:ext cx="2886074" cy="152400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843698" y="445414"/>
            <a:ext cx="2743199" cy="12953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2">
            <a:extLst>
              <a:ext uri="{FF2B5EF4-FFF2-40B4-BE49-F238E27FC236}">
                <a16:creationId xmlns:a16="http://schemas.microsoft.com/office/drawing/2014/main" id="{075B1174-D77A-A049-DB64-6EFEC57AA05C}"/>
              </a:ext>
            </a:extLst>
          </p:cNvPr>
          <p:cNvSpPr/>
          <p:nvPr/>
        </p:nvSpPr>
        <p:spPr>
          <a:xfrm>
            <a:off x="12382575" y="342898"/>
            <a:ext cx="5791199" cy="8910577"/>
          </a:xfrm>
          <a:custGeom>
            <a:avLst/>
            <a:gdLst/>
            <a:ahLst/>
            <a:cxnLst/>
            <a:rect l="l" t="t" r="r" b="b"/>
            <a:pathLst>
              <a:path w="5067300" h="6373495">
                <a:moveTo>
                  <a:pt x="4648246" y="6373072"/>
                </a:moveTo>
                <a:lnTo>
                  <a:pt x="418544" y="6373072"/>
                </a:lnTo>
                <a:lnTo>
                  <a:pt x="390562" y="6368897"/>
                </a:lnTo>
                <a:lnTo>
                  <a:pt x="344494" y="6357319"/>
                </a:lnTo>
                <a:lnTo>
                  <a:pt x="299876" y="6341340"/>
                </a:lnTo>
                <a:lnTo>
                  <a:pt x="257028" y="6321090"/>
                </a:lnTo>
                <a:lnTo>
                  <a:pt x="216266" y="6296701"/>
                </a:lnTo>
                <a:lnTo>
                  <a:pt x="177911" y="6268307"/>
                </a:lnTo>
                <a:lnTo>
                  <a:pt x="142280" y="6236038"/>
                </a:lnTo>
                <a:lnTo>
                  <a:pt x="110010" y="6200406"/>
                </a:lnTo>
                <a:lnTo>
                  <a:pt x="81615" y="6162051"/>
                </a:lnTo>
                <a:lnTo>
                  <a:pt x="57227" y="6121289"/>
                </a:lnTo>
                <a:lnTo>
                  <a:pt x="36977" y="6078440"/>
                </a:lnTo>
                <a:lnTo>
                  <a:pt x="20997" y="6033823"/>
                </a:lnTo>
                <a:lnTo>
                  <a:pt x="9420" y="5987755"/>
                </a:lnTo>
                <a:lnTo>
                  <a:pt x="2377" y="5940555"/>
                </a:lnTo>
                <a:lnTo>
                  <a:pt x="0" y="5892542"/>
                </a:lnTo>
                <a:lnTo>
                  <a:pt x="0" y="485775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6"/>
                </a:lnTo>
                <a:lnTo>
                  <a:pt x="57227" y="257028"/>
                </a:lnTo>
                <a:lnTo>
                  <a:pt x="81615" y="216266"/>
                </a:lnTo>
                <a:lnTo>
                  <a:pt x="110010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6"/>
                </a:lnTo>
                <a:lnTo>
                  <a:pt x="257028" y="57227"/>
                </a:lnTo>
                <a:lnTo>
                  <a:pt x="299876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4" y="0"/>
                </a:lnTo>
                <a:lnTo>
                  <a:pt x="4581016" y="0"/>
                </a:lnTo>
                <a:lnTo>
                  <a:pt x="4629029" y="2377"/>
                </a:lnTo>
                <a:lnTo>
                  <a:pt x="4676228" y="9420"/>
                </a:lnTo>
                <a:lnTo>
                  <a:pt x="4722296" y="20997"/>
                </a:lnTo>
                <a:lnTo>
                  <a:pt x="4766914" y="36977"/>
                </a:lnTo>
                <a:lnTo>
                  <a:pt x="4809762" y="57227"/>
                </a:lnTo>
                <a:lnTo>
                  <a:pt x="4850524" y="81616"/>
                </a:lnTo>
                <a:lnTo>
                  <a:pt x="4888879" y="110010"/>
                </a:lnTo>
                <a:lnTo>
                  <a:pt x="4924510" y="142280"/>
                </a:lnTo>
                <a:lnTo>
                  <a:pt x="4956780" y="177911"/>
                </a:lnTo>
                <a:lnTo>
                  <a:pt x="4985175" y="216266"/>
                </a:lnTo>
                <a:lnTo>
                  <a:pt x="5009563" y="257028"/>
                </a:lnTo>
                <a:lnTo>
                  <a:pt x="5029813" y="299876"/>
                </a:lnTo>
                <a:lnTo>
                  <a:pt x="5045793" y="344494"/>
                </a:lnTo>
                <a:lnTo>
                  <a:pt x="5057370" y="390562"/>
                </a:lnTo>
                <a:lnTo>
                  <a:pt x="5064413" y="437762"/>
                </a:lnTo>
                <a:lnTo>
                  <a:pt x="5066790" y="485775"/>
                </a:lnTo>
                <a:lnTo>
                  <a:pt x="5066790" y="5892542"/>
                </a:lnTo>
                <a:lnTo>
                  <a:pt x="5064413" y="5940555"/>
                </a:lnTo>
                <a:lnTo>
                  <a:pt x="5057370" y="5987755"/>
                </a:lnTo>
                <a:lnTo>
                  <a:pt x="5045793" y="6033823"/>
                </a:lnTo>
                <a:lnTo>
                  <a:pt x="5029813" y="6078440"/>
                </a:lnTo>
                <a:lnTo>
                  <a:pt x="5009563" y="6121289"/>
                </a:lnTo>
                <a:lnTo>
                  <a:pt x="4985175" y="6162051"/>
                </a:lnTo>
                <a:lnTo>
                  <a:pt x="4956780" y="6200406"/>
                </a:lnTo>
                <a:lnTo>
                  <a:pt x="4924510" y="6236038"/>
                </a:lnTo>
                <a:lnTo>
                  <a:pt x="4888879" y="6268307"/>
                </a:lnTo>
                <a:lnTo>
                  <a:pt x="4850524" y="6296701"/>
                </a:lnTo>
                <a:lnTo>
                  <a:pt x="4809762" y="6321090"/>
                </a:lnTo>
                <a:lnTo>
                  <a:pt x="4766914" y="6341340"/>
                </a:lnTo>
                <a:lnTo>
                  <a:pt x="4722296" y="6357319"/>
                </a:lnTo>
                <a:lnTo>
                  <a:pt x="4676228" y="6368897"/>
                </a:lnTo>
                <a:lnTo>
                  <a:pt x="4648246" y="63730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2">
            <a:extLst>
              <a:ext uri="{FF2B5EF4-FFF2-40B4-BE49-F238E27FC236}">
                <a16:creationId xmlns:a16="http://schemas.microsoft.com/office/drawing/2014/main" id="{F28D6F3A-2533-1EE2-9281-E419BFC59CCF}"/>
              </a:ext>
            </a:extLst>
          </p:cNvPr>
          <p:cNvSpPr/>
          <p:nvPr/>
        </p:nvSpPr>
        <p:spPr>
          <a:xfrm>
            <a:off x="6326689" y="342899"/>
            <a:ext cx="5791199" cy="8910577"/>
          </a:xfrm>
          <a:custGeom>
            <a:avLst/>
            <a:gdLst/>
            <a:ahLst/>
            <a:cxnLst/>
            <a:rect l="l" t="t" r="r" b="b"/>
            <a:pathLst>
              <a:path w="5067300" h="6373495">
                <a:moveTo>
                  <a:pt x="4648246" y="6373072"/>
                </a:moveTo>
                <a:lnTo>
                  <a:pt x="418544" y="6373072"/>
                </a:lnTo>
                <a:lnTo>
                  <a:pt x="390562" y="6368897"/>
                </a:lnTo>
                <a:lnTo>
                  <a:pt x="344494" y="6357319"/>
                </a:lnTo>
                <a:lnTo>
                  <a:pt x="299876" y="6341340"/>
                </a:lnTo>
                <a:lnTo>
                  <a:pt x="257028" y="6321090"/>
                </a:lnTo>
                <a:lnTo>
                  <a:pt x="216266" y="6296701"/>
                </a:lnTo>
                <a:lnTo>
                  <a:pt x="177911" y="6268307"/>
                </a:lnTo>
                <a:lnTo>
                  <a:pt x="142280" y="6236038"/>
                </a:lnTo>
                <a:lnTo>
                  <a:pt x="110010" y="6200406"/>
                </a:lnTo>
                <a:lnTo>
                  <a:pt x="81615" y="6162051"/>
                </a:lnTo>
                <a:lnTo>
                  <a:pt x="57227" y="6121289"/>
                </a:lnTo>
                <a:lnTo>
                  <a:pt x="36977" y="6078440"/>
                </a:lnTo>
                <a:lnTo>
                  <a:pt x="20997" y="6033823"/>
                </a:lnTo>
                <a:lnTo>
                  <a:pt x="9420" y="5987755"/>
                </a:lnTo>
                <a:lnTo>
                  <a:pt x="2377" y="5940555"/>
                </a:lnTo>
                <a:lnTo>
                  <a:pt x="0" y="5892542"/>
                </a:lnTo>
                <a:lnTo>
                  <a:pt x="0" y="485775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6"/>
                </a:lnTo>
                <a:lnTo>
                  <a:pt x="57227" y="257028"/>
                </a:lnTo>
                <a:lnTo>
                  <a:pt x="81615" y="216266"/>
                </a:lnTo>
                <a:lnTo>
                  <a:pt x="110010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6"/>
                </a:lnTo>
                <a:lnTo>
                  <a:pt x="257028" y="57227"/>
                </a:lnTo>
                <a:lnTo>
                  <a:pt x="299876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4" y="0"/>
                </a:lnTo>
                <a:lnTo>
                  <a:pt x="4581016" y="0"/>
                </a:lnTo>
                <a:lnTo>
                  <a:pt x="4629029" y="2377"/>
                </a:lnTo>
                <a:lnTo>
                  <a:pt x="4676228" y="9420"/>
                </a:lnTo>
                <a:lnTo>
                  <a:pt x="4722296" y="20997"/>
                </a:lnTo>
                <a:lnTo>
                  <a:pt x="4766914" y="36977"/>
                </a:lnTo>
                <a:lnTo>
                  <a:pt x="4809762" y="57227"/>
                </a:lnTo>
                <a:lnTo>
                  <a:pt x="4850524" y="81616"/>
                </a:lnTo>
                <a:lnTo>
                  <a:pt x="4888879" y="110010"/>
                </a:lnTo>
                <a:lnTo>
                  <a:pt x="4924510" y="142280"/>
                </a:lnTo>
                <a:lnTo>
                  <a:pt x="4956780" y="177911"/>
                </a:lnTo>
                <a:lnTo>
                  <a:pt x="4985175" y="216266"/>
                </a:lnTo>
                <a:lnTo>
                  <a:pt x="5009563" y="257028"/>
                </a:lnTo>
                <a:lnTo>
                  <a:pt x="5029813" y="299876"/>
                </a:lnTo>
                <a:lnTo>
                  <a:pt x="5045793" y="344494"/>
                </a:lnTo>
                <a:lnTo>
                  <a:pt x="5057370" y="390562"/>
                </a:lnTo>
                <a:lnTo>
                  <a:pt x="5064413" y="437762"/>
                </a:lnTo>
                <a:lnTo>
                  <a:pt x="5066790" y="485775"/>
                </a:lnTo>
                <a:lnTo>
                  <a:pt x="5066790" y="5892542"/>
                </a:lnTo>
                <a:lnTo>
                  <a:pt x="5064413" y="5940555"/>
                </a:lnTo>
                <a:lnTo>
                  <a:pt x="5057370" y="5987755"/>
                </a:lnTo>
                <a:lnTo>
                  <a:pt x="5045793" y="6033823"/>
                </a:lnTo>
                <a:lnTo>
                  <a:pt x="5029813" y="6078440"/>
                </a:lnTo>
                <a:lnTo>
                  <a:pt x="5009563" y="6121289"/>
                </a:lnTo>
                <a:lnTo>
                  <a:pt x="4985175" y="6162051"/>
                </a:lnTo>
                <a:lnTo>
                  <a:pt x="4956780" y="6200406"/>
                </a:lnTo>
                <a:lnTo>
                  <a:pt x="4924510" y="6236038"/>
                </a:lnTo>
                <a:lnTo>
                  <a:pt x="4888879" y="6268307"/>
                </a:lnTo>
                <a:lnTo>
                  <a:pt x="4850524" y="6296701"/>
                </a:lnTo>
                <a:lnTo>
                  <a:pt x="4809762" y="6321090"/>
                </a:lnTo>
                <a:lnTo>
                  <a:pt x="4766914" y="6341340"/>
                </a:lnTo>
                <a:lnTo>
                  <a:pt x="4722296" y="6357319"/>
                </a:lnTo>
                <a:lnTo>
                  <a:pt x="4676228" y="6368897"/>
                </a:lnTo>
                <a:lnTo>
                  <a:pt x="4648246" y="63730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object 2"/>
          <p:cNvSpPr/>
          <p:nvPr/>
        </p:nvSpPr>
        <p:spPr>
          <a:xfrm>
            <a:off x="304800" y="342900"/>
            <a:ext cx="5791199" cy="8910577"/>
          </a:xfrm>
          <a:custGeom>
            <a:avLst/>
            <a:gdLst/>
            <a:ahLst/>
            <a:cxnLst/>
            <a:rect l="l" t="t" r="r" b="b"/>
            <a:pathLst>
              <a:path w="5067300" h="6373495">
                <a:moveTo>
                  <a:pt x="4648246" y="6373072"/>
                </a:moveTo>
                <a:lnTo>
                  <a:pt x="418544" y="6373072"/>
                </a:lnTo>
                <a:lnTo>
                  <a:pt x="390562" y="6368897"/>
                </a:lnTo>
                <a:lnTo>
                  <a:pt x="344494" y="6357319"/>
                </a:lnTo>
                <a:lnTo>
                  <a:pt x="299876" y="6341340"/>
                </a:lnTo>
                <a:lnTo>
                  <a:pt x="257028" y="6321090"/>
                </a:lnTo>
                <a:lnTo>
                  <a:pt x="216266" y="6296701"/>
                </a:lnTo>
                <a:lnTo>
                  <a:pt x="177911" y="6268307"/>
                </a:lnTo>
                <a:lnTo>
                  <a:pt x="142280" y="6236038"/>
                </a:lnTo>
                <a:lnTo>
                  <a:pt x="110010" y="6200406"/>
                </a:lnTo>
                <a:lnTo>
                  <a:pt x="81615" y="6162051"/>
                </a:lnTo>
                <a:lnTo>
                  <a:pt x="57227" y="6121289"/>
                </a:lnTo>
                <a:lnTo>
                  <a:pt x="36977" y="6078440"/>
                </a:lnTo>
                <a:lnTo>
                  <a:pt x="20997" y="6033823"/>
                </a:lnTo>
                <a:lnTo>
                  <a:pt x="9420" y="5987755"/>
                </a:lnTo>
                <a:lnTo>
                  <a:pt x="2377" y="5940555"/>
                </a:lnTo>
                <a:lnTo>
                  <a:pt x="0" y="5892542"/>
                </a:lnTo>
                <a:lnTo>
                  <a:pt x="0" y="485775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6"/>
                </a:lnTo>
                <a:lnTo>
                  <a:pt x="57227" y="257028"/>
                </a:lnTo>
                <a:lnTo>
                  <a:pt x="81615" y="216266"/>
                </a:lnTo>
                <a:lnTo>
                  <a:pt x="110010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6"/>
                </a:lnTo>
                <a:lnTo>
                  <a:pt x="257028" y="57227"/>
                </a:lnTo>
                <a:lnTo>
                  <a:pt x="299876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4" y="0"/>
                </a:lnTo>
                <a:lnTo>
                  <a:pt x="4581016" y="0"/>
                </a:lnTo>
                <a:lnTo>
                  <a:pt x="4629029" y="2377"/>
                </a:lnTo>
                <a:lnTo>
                  <a:pt x="4676228" y="9420"/>
                </a:lnTo>
                <a:lnTo>
                  <a:pt x="4722296" y="20997"/>
                </a:lnTo>
                <a:lnTo>
                  <a:pt x="4766914" y="36977"/>
                </a:lnTo>
                <a:lnTo>
                  <a:pt x="4809762" y="57227"/>
                </a:lnTo>
                <a:lnTo>
                  <a:pt x="4850524" y="81616"/>
                </a:lnTo>
                <a:lnTo>
                  <a:pt x="4888879" y="110010"/>
                </a:lnTo>
                <a:lnTo>
                  <a:pt x="4924510" y="142280"/>
                </a:lnTo>
                <a:lnTo>
                  <a:pt x="4956780" y="177911"/>
                </a:lnTo>
                <a:lnTo>
                  <a:pt x="4985175" y="216266"/>
                </a:lnTo>
                <a:lnTo>
                  <a:pt x="5009563" y="257028"/>
                </a:lnTo>
                <a:lnTo>
                  <a:pt x="5029813" y="299876"/>
                </a:lnTo>
                <a:lnTo>
                  <a:pt x="5045793" y="344494"/>
                </a:lnTo>
                <a:lnTo>
                  <a:pt x="5057370" y="390562"/>
                </a:lnTo>
                <a:lnTo>
                  <a:pt x="5064413" y="437762"/>
                </a:lnTo>
                <a:lnTo>
                  <a:pt x="5066790" y="485775"/>
                </a:lnTo>
                <a:lnTo>
                  <a:pt x="5066790" y="5892542"/>
                </a:lnTo>
                <a:lnTo>
                  <a:pt x="5064413" y="5940555"/>
                </a:lnTo>
                <a:lnTo>
                  <a:pt x="5057370" y="5987755"/>
                </a:lnTo>
                <a:lnTo>
                  <a:pt x="5045793" y="6033823"/>
                </a:lnTo>
                <a:lnTo>
                  <a:pt x="5029813" y="6078440"/>
                </a:lnTo>
                <a:lnTo>
                  <a:pt x="5009563" y="6121289"/>
                </a:lnTo>
                <a:lnTo>
                  <a:pt x="4985175" y="6162051"/>
                </a:lnTo>
                <a:lnTo>
                  <a:pt x="4956780" y="6200406"/>
                </a:lnTo>
                <a:lnTo>
                  <a:pt x="4924510" y="6236038"/>
                </a:lnTo>
                <a:lnTo>
                  <a:pt x="4888879" y="6268307"/>
                </a:lnTo>
                <a:lnTo>
                  <a:pt x="4850524" y="6296701"/>
                </a:lnTo>
                <a:lnTo>
                  <a:pt x="4809762" y="6321090"/>
                </a:lnTo>
                <a:lnTo>
                  <a:pt x="4766914" y="6341340"/>
                </a:lnTo>
                <a:lnTo>
                  <a:pt x="4722296" y="6357319"/>
                </a:lnTo>
                <a:lnTo>
                  <a:pt x="4676228" y="6368897"/>
                </a:lnTo>
                <a:lnTo>
                  <a:pt x="4648246" y="63730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2114473" y="468632"/>
            <a:ext cx="1466928" cy="1469977"/>
          </a:xfrm>
          <a:custGeom>
            <a:avLst/>
            <a:gdLst/>
            <a:ahLst/>
            <a:cxnLst/>
            <a:rect l="l" t="t" r="r" b="b"/>
            <a:pathLst>
              <a:path w="1887854" h="1882775">
                <a:moveTo>
                  <a:pt x="1401747" y="1882743"/>
                </a:moveTo>
                <a:lnTo>
                  <a:pt x="485774" y="1882743"/>
                </a:lnTo>
                <a:lnTo>
                  <a:pt x="437762" y="1880366"/>
                </a:lnTo>
                <a:lnTo>
                  <a:pt x="390562" y="1873323"/>
                </a:lnTo>
                <a:lnTo>
                  <a:pt x="344494" y="1861746"/>
                </a:lnTo>
                <a:lnTo>
                  <a:pt x="299876" y="1845766"/>
                </a:lnTo>
                <a:lnTo>
                  <a:pt x="257028" y="1825516"/>
                </a:lnTo>
                <a:lnTo>
                  <a:pt x="216266" y="1801128"/>
                </a:lnTo>
                <a:lnTo>
                  <a:pt x="177911" y="1772733"/>
                </a:lnTo>
                <a:lnTo>
                  <a:pt x="142280" y="1740463"/>
                </a:lnTo>
                <a:lnTo>
                  <a:pt x="110010" y="1704832"/>
                </a:lnTo>
                <a:lnTo>
                  <a:pt x="81615" y="1666477"/>
                </a:lnTo>
                <a:lnTo>
                  <a:pt x="57227" y="1625715"/>
                </a:lnTo>
                <a:lnTo>
                  <a:pt x="36977" y="1582867"/>
                </a:lnTo>
                <a:lnTo>
                  <a:pt x="20997" y="1538249"/>
                </a:lnTo>
                <a:lnTo>
                  <a:pt x="9420" y="1492181"/>
                </a:lnTo>
                <a:lnTo>
                  <a:pt x="2377" y="1444981"/>
                </a:lnTo>
                <a:lnTo>
                  <a:pt x="0" y="1396968"/>
                </a:lnTo>
                <a:lnTo>
                  <a:pt x="0" y="485774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6"/>
                </a:lnTo>
                <a:lnTo>
                  <a:pt x="57227" y="257028"/>
                </a:lnTo>
                <a:lnTo>
                  <a:pt x="81615" y="216266"/>
                </a:lnTo>
                <a:lnTo>
                  <a:pt x="110010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6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4" y="0"/>
                </a:lnTo>
                <a:lnTo>
                  <a:pt x="1401747" y="0"/>
                </a:lnTo>
                <a:lnTo>
                  <a:pt x="1449760" y="2377"/>
                </a:lnTo>
                <a:lnTo>
                  <a:pt x="1496959" y="9420"/>
                </a:lnTo>
                <a:lnTo>
                  <a:pt x="1543027" y="20997"/>
                </a:lnTo>
                <a:lnTo>
                  <a:pt x="1587645" y="36977"/>
                </a:lnTo>
                <a:lnTo>
                  <a:pt x="1630494" y="57227"/>
                </a:lnTo>
                <a:lnTo>
                  <a:pt x="1671255" y="81615"/>
                </a:lnTo>
                <a:lnTo>
                  <a:pt x="1709611" y="110010"/>
                </a:lnTo>
                <a:lnTo>
                  <a:pt x="1745242" y="142280"/>
                </a:lnTo>
                <a:lnTo>
                  <a:pt x="1777511" y="177911"/>
                </a:lnTo>
                <a:lnTo>
                  <a:pt x="1805906" y="216266"/>
                </a:lnTo>
                <a:lnTo>
                  <a:pt x="1830294" y="257028"/>
                </a:lnTo>
                <a:lnTo>
                  <a:pt x="1850544" y="299876"/>
                </a:lnTo>
                <a:lnTo>
                  <a:pt x="1866524" y="344494"/>
                </a:lnTo>
                <a:lnTo>
                  <a:pt x="1878101" y="390562"/>
                </a:lnTo>
                <a:lnTo>
                  <a:pt x="1885145" y="437762"/>
                </a:lnTo>
                <a:lnTo>
                  <a:pt x="1887522" y="485774"/>
                </a:lnTo>
                <a:lnTo>
                  <a:pt x="1887522" y="1396968"/>
                </a:lnTo>
                <a:lnTo>
                  <a:pt x="1885145" y="1444981"/>
                </a:lnTo>
                <a:lnTo>
                  <a:pt x="1878101" y="1492181"/>
                </a:lnTo>
                <a:lnTo>
                  <a:pt x="1866524" y="1538249"/>
                </a:lnTo>
                <a:lnTo>
                  <a:pt x="1850544" y="1582867"/>
                </a:lnTo>
                <a:lnTo>
                  <a:pt x="1830294" y="1625715"/>
                </a:lnTo>
                <a:lnTo>
                  <a:pt x="1805906" y="1666477"/>
                </a:lnTo>
                <a:lnTo>
                  <a:pt x="1777511" y="1704832"/>
                </a:lnTo>
                <a:lnTo>
                  <a:pt x="1745242" y="1740463"/>
                </a:lnTo>
                <a:lnTo>
                  <a:pt x="1709611" y="1772733"/>
                </a:lnTo>
                <a:lnTo>
                  <a:pt x="1671255" y="1801128"/>
                </a:lnTo>
                <a:lnTo>
                  <a:pt x="1630494" y="1825516"/>
                </a:lnTo>
                <a:lnTo>
                  <a:pt x="1587645" y="1845766"/>
                </a:lnTo>
                <a:lnTo>
                  <a:pt x="1543027" y="1861746"/>
                </a:lnTo>
                <a:lnTo>
                  <a:pt x="1496959" y="1873323"/>
                </a:lnTo>
                <a:lnTo>
                  <a:pt x="1449760" y="1880366"/>
                </a:lnTo>
                <a:lnTo>
                  <a:pt x="1401747" y="1882743"/>
                </a:lnTo>
                <a:close/>
              </a:path>
            </a:pathLst>
          </a:custGeom>
          <a:solidFill>
            <a:srgbClr val="FFDE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63662" y="1912345"/>
            <a:ext cx="5594823" cy="68788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IN" sz="2800" b="1" dirty="0"/>
              <a:t>Fragmented Infrastructure &amp; Complaint System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endParaRPr lang="en-IN" sz="1200" spc="60" dirty="0">
              <a:solidFill>
                <a:srgbClr val="1A1A1A"/>
              </a:solidFill>
              <a:latin typeface="Lucida Sans Unicode"/>
              <a:cs typeface="Lucida Sans Unicode"/>
            </a:endParaRPr>
          </a:p>
          <a:p>
            <a:pPr algn="ctr"/>
            <a:r>
              <a:rPr lang="en-US" b="1" dirty="0"/>
              <a:t>India faces severe road infrastructure deterioration and an unstructured complaint management system.</a:t>
            </a:r>
          </a:p>
          <a:p>
            <a:endParaRPr lang="en-US" dirty="0"/>
          </a:p>
          <a:p>
            <a:r>
              <a:rPr lang="en-US" dirty="0"/>
              <a:t>🚧 </a:t>
            </a:r>
            <a:r>
              <a:rPr lang="en-US" b="1" dirty="0"/>
              <a:t>Potholes &amp; Cracks:</a:t>
            </a:r>
            <a:r>
              <a:rPr lang="en-US" dirty="0"/>
              <a:t> Rising accidents and vehicle damage (45,000+ annual accidents linked to poor roads)</a:t>
            </a:r>
          </a:p>
          <a:p>
            <a:endParaRPr lang="en-US" sz="2000" dirty="0"/>
          </a:p>
          <a:p>
            <a:r>
              <a:rPr lang="en-US" dirty="0"/>
              <a:t>🚦 </a:t>
            </a:r>
            <a:r>
              <a:rPr lang="en-US" b="1" dirty="0"/>
              <a:t>Broken Signals:</a:t>
            </a:r>
            <a:r>
              <a:rPr lang="en-US" dirty="0"/>
              <a:t> Malfunctioning traffic lights causing unsafe intersections</a:t>
            </a:r>
          </a:p>
          <a:p>
            <a:endParaRPr lang="en-US" sz="2000" dirty="0"/>
          </a:p>
          <a:p>
            <a:r>
              <a:rPr lang="en-US" dirty="0"/>
              <a:t>🛑 </a:t>
            </a:r>
            <a:r>
              <a:rPr lang="en-US" b="1" dirty="0"/>
              <a:t>Missing Signage:</a:t>
            </a:r>
            <a:r>
              <a:rPr lang="en-US" dirty="0"/>
              <a:t> Poor navigation and increased traffic confusion</a:t>
            </a:r>
          </a:p>
          <a:p>
            <a:endParaRPr lang="en-US" sz="2000" dirty="0"/>
          </a:p>
          <a:p>
            <a:r>
              <a:rPr lang="en-US" dirty="0"/>
              <a:t>🏢 </a:t>
            </a:r>
            <a:r>
              <a:rPr lang="en-US" b="1" dirty="0"/>
              <a:t>No Centralized Platform:</a:t>
            </a:r>
            <a:r>
              <a:rPr lang="en-US" dirty="0"/>
              <a:t> 15+ departments handle complaints separately, creating delays and inefficiency</a:t>
            </a:r>
          </a:p>
          <a:p>
            <a:endParaRPr lang="en-US" sz="2000" dirty="0"/>
          </a:p>
          <a:p>
            <a:pPr algn="ctr"/>
            <a:r>
              <a:rPr lang="en-US" sz="2000" b="1" dirty="0"/>
              <a:t>Result:</a:t>
            </a:r>
            <a:r>
              <a:rPr lang="en-US" sz="2000" dirty="0"/>
              <a:t> Delayed action, citizen frustration, and increased safety risks.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endParaRPr lang="en-IN" sz="1050" spc="60" dirty="0">
              <a:solidFill>
                <a:srgbClr val="1A1A1A"/>
              </a:solidFill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57953" y="2030326"/>
            <a:ext cx="5239894" cy="67043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spcBef>
                <a:spcPts val="100"/>
              </a:spcBef>
            </a:pPr>
            <a:r>
              <a:rPr lang="en-IN" sz="2800" b="1" dirty="0"/>
              <a:t>Citizen Impact &amp; Urban Chaos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endParaRPr lang="en-IN" sz="2800" spc="60" dirty="0">
              <a:solidFill>
                <a:srgbClr val="1A1A1A"/>
              </a:solidFill>
              <a:latin typeface="Lucida Sans Unicode"/>
              <a:cs typeface="Lucida Sans Unicode"/>
            </a:endParaRPr>
          </a:p>
          <a:p>
            <a:pPr algn="ctr"/>
            <a:r>
              <a:rPr lang="en-US" b="1" dirty="0"/>
              <a:t>Delayed authority response and illegal parking are severely affecting daily life in urban areas.</a:t>
            </a:r>
          </a:p>
          <a:p>
            <a:endParaRPr lang="en-US" b="1" dirty="0"/>
          </a:p>
          <a:p>
            <a:r>
              <a:rPr lang="en-US" b="1" dirty="0"/>
              <a:t>⏳ Delayed Resolution (21 Days Avg.): </a:t>
            </a:r>
            <a:r>
              <a:rPr lang="en-US" dirty="0"/>
              <a:t>Manual routing and unclear ownership cause weeks of inaction, increasing public frustration.</a:t>
            </a:r>
          </a:p>
          <a:p>
            <a:endParaRPr lang="en-US" b="1" dirty="0"/>
          </a:p>
          <a:p>
            <a:r>
              <a:rPr lang="en-US" b="1" dirty="0"/>
              <a:t>🚗 Illegal Parking (12,500+ Daily Violations): </a:t>
            </a:r>
            <a:r>
              <a:rPr lang="en-US" dirty="0"/>
              <a:t>Unauthorized vehicles block roads, emergency lanes, and pedestrian pathways.</a:t>
            </a:r>
          </a:p>
          <a:p>
            <a:endParaRPr lang="en-US" b="1" dirty="0"/>
          </a:p>
          <a:p>
            <a:r>
              <a:rPr lang="en-US" b="1" dirty="0"/>
              <a:t>🚶 Footpath Encroachment: </a:t>
            </a:r>
            <a:r>
              <a:rPr lang="en-US" dirty="0"/>
              <a:t>Citizens, especially elderly and children, are forced to walk on roads  increasing accident risk.</a:t>
            </a:r>
          </a:p>
          <a:p>
            <a:endParaRPr lang="en-US" b="1" dirty="0"/>
          </a:p>
          <a:p>
            <a:r>
              <a:rPr lang="en-US" b="1" dirty="0"/>
              <a:t>🚨 Emergency Delays: </a:t>
            </a:r>
            <a:r>
              <a:rPr lang="en-US" dirty="0"/>
              <a:t>Traffic bottlenecks slow down ambulances, fire services, and public transport.</a:t>
            </a:r>
          </a:p>
          <a:p>
            <a:endParaRPr lang="en-US" b="1" dirty="0"/>
          </a:p>
          <a:p>
            <a:pPr algn="ctr"/>
            <a:r>
              <a:rPr lang="en-US" b="1" dirty="0"/>
              <a:t>Impact: </a:t>
            </a:r>
            <a:r>
              <a:rPr lang="en-US" dirty="0"/>
              <a:t>Loss of time, safety risks, mental stress, and declining trust in public authorities.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2355710" y="1957255"/>
            <a:ext cx="5791199" cy="71968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US" sz="2800" b="1" dirty="0"/>
              <a:t>Systemic Failure in Urban Governance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endParaRPr lang="en-US" sz="1400" spc="90" dirty="0">
              <a:solidFill>
                <a:srgbClr val="1A1A1A"/>
              </a:solidFill>
              <a:latin typeface="Lucida Sans Unicode"/>
              <a:cs typeface="Lucida Sans Unicode"/>
            </a:endParaRPr>
          </a:p>
          <a:p>
            <a:pPr algn="ctr"/>
            <a:r>
              <a:rPr lang="en-US" b="1" dirty="0"/>
              <a:t>Urban mobility and complaint management systems are fundamentally broken, creating inefficiency at every level.</a:t>
            </a:r>
          </a:p>
          <a:p>
            <a:endParaRPr lang="en-US" b="1" dirty="0"/>
          </a:p>
          <a:p>
            <a:r>
              <a:rPr lang="en-US" b="1" dirty="0"/>
              <a:t>🚦 Traffic Congestion (45 min avg. delay): </a:t>
            </a:r>
            <a:r>
              <a:rPr lang="en-US" dirty="0"/>
              <a:t>Peak hour jams, unmanaged bottlenecks, and poorly handled construction zones waste productive time daily</a:t>
            </a:r>
            <a:r>
              <a:rPr lang="en-US" b="1" dirty="0"/>
              <a:t>.</a:t>
            </a:r>
          </a:p>
          <a:p>
            <a:endParaRPr lang="en-US" b="1" dirty="0"/>
          </a:p>
          <a:p>
            <a:r>
              <a:rPr lang="en-US" b="1" dirty="0"/>
              <a:t>🗂 Broken Complaint System (30+ Days Resolution): </a:t>
            </a:r>
            <a:r>
              <a:rPr lang="en-US" dirty="0"/>
              <a:t>No real-time tracking, manual processing, and lack of accountability slow down action.</a:t>
            </a:r>
          </a:p>
          <a:p>
            <a:endParaRPr lang="en-US" b="1" dirty="0"/>
          </a:p>
          <a:p>
            <a:r>
              <a:rPr lang="en-US" b="1" dirty="0"/>
              <a:t>👁 Zero Transparency (0% Visibility</a:t>
            </a:r>
            <a:r>
              <a:rPr lang="en-US" dirty="0"/>
              <a:t>): Citizens cannot track complaint status or assigned departments.</a:t>
            </a:r>
          </a:p>
          <a:p>
            <a:endParaRPr lang="en-US" b="1" dirty="0"/>
          </a:p>
          <a:p>
            <a:r>
              <a:rPr lang="en-US" b="1" dirty="0"/>
              <a:t>📊 Data Not Utilized (100% Wasted Potential</a:t>
            </a:r>
            <a:r>
              <a:rPr lang="en-US" dirty="0"/>
              <a:t>): No analytics to detect hotspots, predict issues, or optimize resource allocation.</a:t>
            </a:r>
          </a:p>
          <a:p>
            <a:endParaRPr lang="en-US" b="1" dirty="0"/>
          </a:p>
          <a:p>
            <a:pPr algn="ctr"/>
            <a:r>
              <a:rPr lang="en-US" b="1" dirty="0"/>
              <a:t>Core Issue: </a:t>
            </a:r>
            <a:r>
              <a:rPr lang="en-US" dirty="0"/>
              <a:t>Disconnected systems + no data intelligence = reactive governance instead of proactive planning.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514600" y="876300"/>
            <a:ext cx="705586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70" dirty="0">
                <a:solidFill>
                  <a:srgbClr val="F5F5F5"/>
                </a:solidFill>
                <a:latin typeface="Tahoma"/>
                <a:cs typeface="Tahoma"/>
              </a:rPr>
              <a:t>01</a:t>
            </a:r>
            <a:endParaRPr sz="4000" dirty="0">
              <a:latin typeface="Tahoma"/>
              <a:cs typeface="Tahoma"/>
            </a:endParaRPr>
          </a:p>
        </p:txBody>
      </p:sp>
      <p:sp>
        <p:nvSpPr>
          <p:cNvPr id="17" name="object 5">
            <a:extLst>
              <a:ext uri="{FF2B5EF4-FFF2-40B4-BE49-F238E27FC236}">
                <a16:creationId xmlns:a16="http://schemas.microsoft.com/office/drawing/2014/main" id="{8A5DA2B4-9AAD-D667-5D90-059EE8A03917}"/>
              </a:ext>
            </a:extLst>
          </p:cNvPr>
          <p:cNvSpPr/>
          <p:nvPr/>
        </p:nvSpPr>
        <p:spPr>
          <a:xfrm>
            <a:off x="8203443" y="455499"/>
            <a:ext cx="1466928" cy="1469977"/>
          </a:xfrm>
          <a:custGeom>
            <a:avLst/>
            <a:gdLst/>
            <a:ahLst/>
            <a:cxnLst/>
            <a:rect l="l" t="t" r="r" b="b"/>
            <a:pathLst>
              <a:path w="1887854" h="1882775">
                <a:moveTo>
                  <a:pt x="1401747" y="1882743"/>
                </a:moveTo>
                <a:lnTo>
                  <a:pt x="485774" y="1882743"/>
                </a:lnTo>
                <a:lnTo>
                  <a:pt x="437762" y="1880366"/>
                </a:lnTo>
                <a:lnTo>
                  <a:pt x="390562" y="1873323"/>
                </a:lnTo>
                <a:lnTo>
                  <a:pt x="344494" y="1861746"/>
                </a:lnTo>
                <a:lnTo>
                  <a:pt x="299876" y="1845766"/>
                </a:lnTo>
                <a:lnTo>
                  <a:pt x="257028" y="1825516"/>
                </a:lnTo>
                <a:lnTo>
                  <a:pt x="216266" y="1801128"/>
                </a:lnTo>
                <a:lnTo>
                  <a:pt x="177911" y="1772733"/>
                </a:lnTo>
                <a:lnTo>
                  <a:pt x="142280" y="1740463"/>
                </a:lnTo>
                <a:lnTo>
                  <a:pt x="110010" y="1704832"/>
                </a:lnTo>
                <a:lnTo>
                  <a:pt x="81615" y="1666477"/>
                </a:lnTo>
                <a:lnTo>
                  <a:pt x="57227" y="1625715"/>
                </a:lnTo>
                <a:lnTo>
                  <a:pt x="36977" y="1582867"/>
                </a:lnTo>
                <a:lnTo>
                  <a:pt x="20997" y="1538249"/>
                </a:lnTo>
                <a:lnTo>
                  <a:pt x="9420" y="1492181"/>
                </a:lnTo>
                <a:lnTo>
                  <a:pt x="2377" y="1444981"/>
                </a:lnTo>
                <a:lnTo>
                  <a:pt x="0" y="1396968"/>
                </a:lnTo>
                <a:lnTo>
                  <a:pt x="0" y="485774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6"/>
                </a:lnTo>
                <a:lnTo>
                  <a:pt x="57227" y="257028"/>
                </a:lnTo>
                <a:lnTo>
                  <a:pt x="81615" y="216266"/>
                </a:lnTo>
                <a:lnTo>
                  <a:pt x="110010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6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4" y="0"/>
                </a:lnTo>
                <a:lnTo>
                  <a:pt x="1401747" y="0"/>
                </a:lnTo>
                <a:lnTo>
                  <a:pt x="1449760" y="2377"/>
                </a:lnTo>
                <a:lnTo>
                  <a:pt x="1496959" y="9420"/>
                </a:lnTo>
                <a:lnTo>
                  <a:pt x="1543027" y="20997"/>
                </a:lnTo>
                <a:lnTo>
                  <a:pt x="1587645" y="36977"/>
                </a:lnTo>
                <a:lnTo>
                  <a:pt x="1630494" y="57227"/>
                </a:lnTo>
                <a:lnTo>
                  <a:pt x="1671255" y="81615"/>
                </a:lnTo>
                <a:lnTo>
                  <a:pt x="1709611" y="110010"/>
                </a:lnTo>
                <a:lnTo>
                  <a:pt x="1745242" y="142280"/>
                </a:lnTo>
                <a:lnTo>
                  <a:pt x="1777511" y="177911"/>
                </a:lnTo>
                <a:lnTo>
                  <a:pt x="1805906" y="216266"/>
                </a:lnTo>
                <a:lnTo>
                  <a:pt x="1830294" y="257028"/>
                </a:lnTo>
                <a:lnTo>
                  <a:pt x="1850544" y="299876"/>
                </a:lnTo>
                <a:lnTo>
                  <a:pt x="1866524" y="344494"/>
                </a:lnTo>
                <a:lnTo>
                  <a:pt x="1878101" y="390562"/>
                </a:lnTo>
                <a:lnTo>
                  <a:pt x="1885145" y="437762"/>
                </a:lnTo>
                <a:lnTo>
                  <a:pt x="1887522" y="485774"/>
                </a:lnTo>
                <a:lnTo>
                  <a:pt x="1887522" y="1396968"/>
                </a:lnTo>
                <a:lnTo>
                  <a:pt x="1885145" y="1444981"/>
                </a:lnTo>
                <a:lnTo>
                  <a:pt x="1878101" y="1492181"/>
                </a:lnTo>
                <a:lnTo>
                  <a:pt x="1866524" y="1538249"/>
                </a:lnTo>
                <a:lnTo>
                  <a:pt x="1850544" y="1582867"/>
                </a:lnTo>
                <a:lnTo>
                  <a:pt x="1830294" y="1625715"/>
                </a:lnTo>
                <a:lnTo>
                  <a:pt x="1805906" y="1666477"/>
                </a:lnTo>
                <a:lnTo>
                  <a:pt x="1777511" y="1704832"/>
                </a:lnTo>
                <a:lnTo>
                  <a:pt x="1745242" y="1740463"/>
                </a:lnTo>
                <a:lnTo>
                  <a:pt x="1709611" y="1772733"/>
                </a:lnTo>
                <a:lnTo>
                  <a:pt x="1671255" y="1801128"/>
                </a:lnTo>
                <a:lnTo>
                  <a:pt x="1630494" y="1825516"/>
                </a:lnTo>
                <a:lnTo>
                  <a:pt x="1587645" y="1845766"/>
                </a:lnTo>
                <a:lnTo>
                  <a:pt x="1543027" y="1861746"/>
                </a:lnTo>
                <a:lnTo>
                  <a:pt x="1496959" y="1873323"/>
                </a:lnTo>
                <a:lnTo>
                  <a:pt x="1449760" y="1880366"/>
                </a:lnTo>
                <a:lnTo>
                  <a:pt x="1401747" y="1882743"/>
                </a:lnTo>
                <a:close/>
              </a:path>
            </a:pathLst>
          </a:custGeom>
          <a:solidFill>
            <a:srgbClr val="FFDE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619934" y="876298"/>
            <a:ext cx="102933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70" dirty="0">
                <a:solidFill>
                  <a:srgbClr val="F5F5F5"/>
                </a:solidFill>
                <a:latin typeface="Tahoma"/>
                <a:ea typeface="+mj-ea"/>
                <a:cs typeface="Tahoma"/>
              </a:rPr>
              <a:t>02</a:t>
            </a:r>
          </a:p>
        </p:txBody>
      </p:sp>
      <p:sp>
        <p:nvSpPr>
          <p:cNvPr id="18" name="object 5">
            <a:extLst>
              <a:ext uri="{FF2B5EF4-FFF2-40B4-BE49-F238E27FC236}">
                <a16:creationId xmlns:a16="http://schemas.microsoft.com/office/drawing/2014/main" id="{E8C37E5A-054D-B873-1566-37FDEBB04751}"/>
              </a:ext>
            </a:extLst>
          </p:cNvPr>
          <p:cNvSpPr/>
          <p:nvPr/>
        </p:nvSpPr>
        <p:spPr>
          <a:xfrm>
            <a:off x="14461643" y="452866"/>
            <a:ext cx="1466928" cy="1469977"/>
          </a:xfrm>
          <a:custGeom>
            <a:avLst/>
            <a:gdLst/>
            <a:ahLst/>
            <a:cxnLst/>
            <a:rect l="l" t="t" r="r" b="b"/>
            <a:pathLst>
              <a:path w="1887854" h="1882775">
                <a:moveTo>
                  <a:pt x="1401747" y="1882743"/>
                </a:moveTo>
                <a:lnTo>
                  <a:pt x="485774" y="1882743"/>
                </a:lnTo>
                <a:lnTo>
                  <a:pt x="437762" y="1880366"/>
                </a:lnTo>
                <a:lnTo>
                  <a:pt x="390562" y="1873323"/>
                </a:lnTo>
                <a:lnTo>
                  <a:pt x="344494" y="1861746"/>
                </a:lnTo>
                <a:lnTo>
                  <a:pt x="299876" y="1845766"/>
                </a:lnTo>
                <a:lnTo>
                  <a:pt x="257028" y="1825516"/>
                </a:lnTo>
                <a:lnTo>
                  <a:pt x="216266" y="1801128"/>
                </a:lnTo>
                <a:lnTo>
                  <a:pt x="177911" y="1772733"/>
                </a:lnTo>
                <a:lnTo>
                  <a:pt x="142280" y="1740463"/>
                </a:lnTo>
                <a:lnTo>
                  <a:pt x="110010" y="1704832"/>
                </a:lnTo>
                <a:lnTo>
                  <a:pt x="81615" y="1666477"/>
                </a:lnTo>
                <a:lnTo>
                  <a:pt x="57227" y="1625715"/>
                </a:lnTo>
                <a:lnTo>
                  <a:pt x="36977" y="1582867"/>
                </a:lnTo>
                <a:lnTo>
                  <a:pt x="20997" y="1538249"/>
                </a:lnTo>
                <a:lnTo>
                  <a:pt x="9420" y="1492181"/>
                </a:lnTo>
                <a:lnTo>
                  <a:pt x="2377" y="1444981"/>
                </a:lnTo>
                <a:lnTo>
                  <a:pt x="0" y="1396968"/>
                </a:lnTo>
                <a:lnTo>
                  <a:pt x="0" y="485774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6"/>
                </a:lnTo>
                <a:lnTo>
                  <a:pt x="57227" y="257028"/>
                </a:lnTo>
                <a:lnTo>
                  <a:pt x="81615" y="216266"/>
                </a:lnTo>
                <a:lnTo>
                  <a:pt x="110010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6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4" y="0"/>
                </a:lnTo>
                <a:lnTo>
                  <a:pt x="1401747" y="0"/>
                </a:lnTo>
                <a:lnTo>
                  <a:pt x="1449760" y="2377"/>
                </a:lnTo>
                <a:lnTo>
                  <a:pt x="1496959" y="9420"/>
                </a:lnTo>
                <a:lnTo>
                  <a:pt x="1543027" y="20997"/>
                </a:lnTo>
                <a:lnTo>
                  <a:pt x="1587645" y="36977"/>
                </a:lnTo>
                <a:lnTo>
                  <a:pt x="1630494" y="57227"/>
                </a:lnTo>
                <a:lnTo>
                  <a:pt x="1671255" y="81615"/>
                </a:lnTo>
                <a:lnTo>
                  <a:pt x="1709611" y="110010"/>
                </a:lnTo>
                <a:lnTo>
                  <a:pt x="1745242" y="142280"/>
                </a:lnTo>
                <a:lnTo>
                  <a:pt x="1777511" y="177911"/>
                </a:lnTo>
                <a:lnTo>
                  <a:pt x="1805906" y="216266"/>
                </a:lnTo>
                <a:lnTo>
                  <a:pt x="1830294" y="257028"/>
                </a:lnTo>
                <a:lnTo>
                  <a:pt x="1850544" y="299876"/>
                </a:lnTo>
                <a:lnTo>
                  <a:pt x="1866524" y="344494"/>
                </a:lnTo>
                <a:lnTo>
                  <a:pt x="1878101" y="390562"/>
                </a:lnTo>
                <a:lnTo>
                  <a:pt x="1885145" y="437762"/>
                </a:lnTo>
                <a:lnTo>
                  <a:pt x="1887522" y="485774"/>
                </a:lnTo>
                <a:lnTo>
                  <a:pt x="1887522" y="1396968"/>
                </a:lnTo>
                <a:lnTo>
                  <a:pt x="1885145" y="1444981"/>
                </a:lnTo>
                <a:lnTo>
                  <a:pt x="1878101" y="1492181"/>
                </a:lnTo>
                <a:lnTo>
                  <a:pt x="1866524" y="1538249"/>
                </a:lnTo>
                <a:lnTo>
                  <a:pt x="1850544" y="1582867"/>
                </a:lnTo>
                <a:lnTo>
                  <a:pt x="1830294" y="1625715"/>
                </a:lnTo>
                <a:lnTo>
                  <a:pt x="1805906" y="1666477"/>
                </a:lnTo>
                <a:lnTo>
                  <a:pt x="1777511" y="1704832"/>
                </a:lnTo>
                <a:lnTo>
                  <a:pt x="1745242" y="1740463"/>
                </a:lnTo>
                <a:lnTo>
                  <a:pt x="1709611" y="1772733"/>
                </a:lnTo>
                <a:lnTo>
                  <a:pt x="1671255" y="1801128"/>
                </a:lnTo>
                <a:lnTo>
                  <a:pt x="1630494" y="1825516"/>
                </a:lnTo>
                <a:lnTo>
                  <a:pt x="1587645" y="1845766"/>
                </a:lnTo>
                <a:lnTo>
                  <a:pt x="1543027" y="1861746"/>
                </a:lnTo>
                <a:lnTo>
                  <a:pt x="1496959" y="1873323"/>
                </a:lnTo>
                <a:lnTo>
                  <a:pt x="1449760" y="1880366"/>
                </a:lnTo>
                <a:lnTo>
                  <a:pt x="1401747" y="1882743"/>
                </a:lnTo>
                <a:close/>
              </a:path>
            </a:pathLst>
          </a:custGeom>
          <a:solidFill>
            <a:srgbClr val="FFDE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4796575" y="873665"/>
            <a:ext cx="100965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70" dirty="0">
                <a:solidFill>
                  <a:srgbClr val="F5F5F5"/>
                </a:solidFill>
                <a:latin typeface="Tahoma"/>
                <a:ea typeface="+mj-ea"/>
                <a:cs typeface="Tahoma"/>
              </a:rPr>
              <a:t>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309600" y="771324"/>
            <a:ext cx="5219700" cy="4129404"/>
          </a:xfrm>
          <a:custGeom>
            <a:avLst/>
            <a:gdLst/>
            <a:ahLst/>
            <a:cxnLst/>
            <a:rect l="l" t="t" r="r" b="b"/>
            <a:pathLst>
              <a:path w="5219700" h="4129404">
                <a:moveTo>
                  <a:pt x="4733345" y="4129216"/>
                </a:moveTo>
                <a:lnTo>
                  <a:pt x="485774" y="4129216"/>
                </a:lnTo>
                <a:lnTo>
                  <a:pt x="437761" y="4126839"/>
                </a:lnTo>
                <a:lnTo>
                  <a:pt x="390562" y="4119796"/>
                </a:lnTo>
                <a:lnTo>
                  <a:pt x="344494" y="4108218"/>
                </a:lnTo>
                <a:lnTo>
                  <a:pt x="299876" y="4092238"/>
                </a:lnTo>
                <a:lnTo>
                  <a:pt x="257028" y="4071988"/>
                </a:lnTo>
                <a:lnTo>
                  <a:pt x="216266" y="4047600"/>
                </a:lnTo>
                <a:lnTo>
                  <a:pt x="177911" y="4019205"/>
                </a:lnTo>
                <a:lnTo>
                  <a:pt x="142280" y="3986935"/>
                </a:lnTo>
                <a:lnTo>
                  <a:pt x="110010" y="3951304"/>
                </a:lnTo>
                <a:lnTo>
                  <a:pt x="81616" y="3912949"/>
                </a:lnTo>
                <a:lnTo>
                  <a:pt x="57227" y="3872188"/>
                </a:lnTo>
                <a:lnTo>
                  <a:pt x="36977" y="3829339"/>
                </a:lnTo>
                <a:lnTo>
                  <a:pt x="20997" y="3784721"/>
                </a:lnTo>
                <a:lnTo>
                  <a:pt x="9420" y="3738653"/>
                </a:lnTo>
                <a:lnTo>
                  <a:pt x="2377" y="3691454"/>
                </a:lnTo>
                <a:lnTo>
                  <a:pt x="0" y="3643441"/>
                </a:lnTo>
                <a:lnTo>
                  <a:pt x="0" y="485774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6"/>
                </a:lnTo>
                <a:lnTo>
                  <a:pt x="57227" y="257028"/>
                </a:lnTo>
                <a:lnTo>
                  <a:pt x="81616" y="216266"/>
                </a:lnTo>
                <a:lnTo>
                  <a:pt x="110010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6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1" y="2377"/>
                </a:lnTo>
                <a:lnTo>
                  <a:pt x="485774" y="0"/>
                </a:lnTo>
                <a:lnTo>
                  <a:pt x="4733345" y="0"/>
                </a:lnTo>
                <a:lnTo>
                  <a:pt x="4781358" y="2377"/>
                </a:lnTo>
                <a:lnTo>
                  <a:pt x="4828558" y="9420"/>
                </a:lnTo>
                <a:lnTo>
                  <a:pt x="4874626" y="20997"/>
                </a:lnTo>
                <a:lnTo>
                  <a:pt x="4919244" y="36977"/>
                </a:lnTo>
                <a:lnTo>
                  <a:pt x="4962092" y="57227"/>
                </a:lnTo>
                <a:lnTo>
                  <a:pt x="5002853" y="81615"/>
                </a:lnTo>
                <a:lnTo>
                  <a:pt x="5041209" y="110010"/>
                </a:lnTo>
                <a:lnTo>
                  <a:pt x="5076839" y="142280"/>
                </a:lnTo>
                <a:lnTo>
                  <a:pt x="5109109" y="177911"/>
                </a:lnTo>
                <a:lnTo>
                  <a:pt x="5137504" y="216266"/>
                </a:lnTo>
                <a:lnTo>
                  <a:pt x="5161892" y="257028"/>
                </a:lnTo>
                <a:lnTo>
                  <a:pt x="5182143" y="299876"/>
                </a:lnTo>
                <a:lnTo>
                  <a:pt x="5198123" y="344494"/>
                </a:lnTo>
                <a:lnTo>
                  <a:pt x="5209700" y="390562"/>
                </a:lnTo>
                <a:lnTo>
                  <a:pt x="5216743" y="437762"/>
                </a:lnTo>
                <a:lnTo>
                  <a:pt x="5219120" y="485774"/>
                </a:lnTo>
                <a:lnTo>
                  <a:pt x="5219120" y="3643441"/>
                </a:lnTo>
                <a:lnTo>
                  <a:pt x="5216743" y="3691454"/>
                </a:lnTo>
                <a:lnTo>
                  <a:pt x="5209700" y="3738653"/>
                </a:lnTo>
                <a:lnTo>
                  <a:pt x="5198123" y="3784721"/>
                </a:lnTo>
                <a:lnTo>
                  <a:pt x="5182143" y="3829339"/>
                </a:lnTo>
                <a:lnTo>
                  <a:pt x="5161892" y="3872188"/>
                </a:lnTo>
                <a:lnTo>
                  <a:pt x="5137504" y="3912949"/>
                </a:lnTo>
                <a:lnTo>
                  <a:pt x="5109109" y="3951304"/>
                </a:lnTo>
                <a:lnTo>
                  <a:pt x="5076839" y="3986935"/>
                </a:lnTo>
                <a:lnTo>
                  <a:pt x="5041209" y="4019205"/>
                </a:lnTo>
                <a:lnTo>
                  <a:pt x="5002853" y="4047600"/>
                </a:lnTo>
                <a:lnTo>
                  <a:pt x="4962092" y="4071988"/>
                </a:lnTo>
                <a:lnTo>
                  <a:pt x="4919244" y="4092238"/>
                </a:lnTo>
                <a:lnTo>
                  <a:pt x="4874626" y="4108218"/>
                </a:lnTo>
                <a:lnTo>
                  <a:pt x="4828558" y="4119796"/>
                </a:lnTo>
                <a:lnTo>
                  <a:pt x="4781358" y="4126839"/>
                </a:lnTo>
                <a:lnTo>
                  <a:pt x="4733345" y="41292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8270" y="771324"/>
            <a:ext cx="10920095" cy="4129404"/>
          </a:xfrm>
          <a:custGeom>
            <a:avLst/>
            <a:gdLst/>
            <a:ahLst/>
            <a:cxnLst/>
            <a:rect l="l" t="t" r="r" b="b"/>
            <a:pathLst>
              <a:path w="10920095" h="4129404">
                <a:moveTo>
                  <a:pt x="10438240" y="4129216"/>
                </a:moveTo>
                <a:lnTo>
                  <a:pt x="485774" y="4129216"/>
                </a:lnTo>
                <a:lnTo>
                  <a:pt x="437762" y="4126839"/>
                </a:lnTo>
                <a:lnTo>
                  <a:pt x="390562" y="4119796"/>
                </a:lnTo>
                <a:lnTo>
                  <a:pt x="344494" y="4108218"/>
                </a:lnTo>
                <a:lnTo>
                  <a:pt x="299876" y="4092238"/>
                </a:lnTo>
                <a:lnTo>
                  <a:pt x="257028" y="4071988"/>
                </a:lnTo>
                <a:lnTo>
                  <a:pt x="216266" y="4047600"/>
                </a:lnTo>
                <a:lnTo>
                  <a:pt x="177911" y="4019205"/>
                </a:lnTo>
                <a:lnTo>
                  <a:pt x="142280" y="3986935"/>
                </a:lnTo>
                <a:lnTo>
                  <a:pt x="110010" y="3951304"/>
                </a:lnTo>
                <a:lnTo>
                  <a:pt x="81615" y="3912949"/>
                </a:lnTo>
                <a:lnTo>
                  <a:pt x="57227" y="3872188"/>
                </a:lnTo>
                <a:lnTo>
                  <a:pt x="36977" y="3829339"/>
                </a:lnTo>
                <a:lnTo>
                  <a:pt x="20997" y="3784721"/>
                </a:lnTo>
                <a:lnTo>
                  <a:pt x="9420" y="3738653"/>
                </a:lnTo>
                <a:lnTo>
                  <a:pt x="2377" y="3691454"/>
                </a:lnTo>
                <a:lnTo>
                  <a:pt x="0" y="3643441"/>
                </a:lnTo>
                <a:lnTo>
                  <a:pt x="0" y="485774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6"/>
                </a:lnTo>
                <a:lnTo>
                  <a:pt x="57227" y="257028"/>
                </a:lnTo>
                <a:lnTo>
                  <a:pt x="81615" y="216266"/>
                </a:lnTo>
                <a:lnTo>
                  <a:pt x="110010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6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4" y="0"/>
                </a:lnTo>
                <a:lnTo>
                  <a:pt x="10438240" y="0"/>
                </a:lnTo>
                <a:lnTo>
                  <a:pt x="10486254" y="2377"/>
                </a:lnTo>
                <a:lnTo>
                  <a:pt x="10533454" y="9420"/>
                </a:lnTo>
                <a:lnTo>
                  <a:pt x="10579522" y="20997"/>
                </a:lnTo>
                <a:lnTo>
                  <a:pt x="10624139" y="36977"/>
                </a:lnTo>
                <a:lnTo>
                  <a:pt x="10666988" y="57227"/>
                </a:lnTo>
                <a:lnTo>
                  <a:pt x="10707749" y="81615"/>
                </a:lnTo>
                <a:lnTo>
                  <a:pt x="10746104" y="110010"/>
                </a:lnTo>
                <a:lnTo>
                  <a:pt x="10781735" y="142280"/>
                </a:lnTo>
                <a:lnTo>
                  <a:pt x="10814005" y="177911"/>
                </a:lnTo>
                <a:lnTo>
                  <a:pt x="10842400" y="216266"/>
                </a:lnTo>
                <a:lnTo>
                  <a:pt x="10866788" y="257028"/>
                </a:lnTo>
                <a:lnTo>
                  <a:pt x="10887038" y="299876"/>
                </a:lnTo>
                <a:lnTo>
                  <a:pt x="10903018" y="344494"/>
                </a:lnTo>
                <a:lnTo>
                  <a:pt x="10914595" y="390562"/>
                </a:lnTo>
                <a:lnTo>
                  <a:pt x="10919841" y="425719"/>
                </a:lnTo>
                <a:lnTo>
                  <a:pt x="10919841" y="3703496"/>
                </a:lnTo>
                <a:lnTo>
                  <a:pt x="10903018" y="3784721"/>
                </a:lnTo>
                <a:lnTo>
                  <a:pt x="10887038" y="3829339"/>
                </a:lnTo>
                <a:lnTo>
                  <a:pt x="10866788" y="3872188"/>
                </a:lnTo>
                <a:lnTo>
                  <a:pt x="10842400" y="3912949"/>
                </a:lnTo>
                <a:lnTo>
                  <a:pt x="10814005" y="3951304"/>
                </a:lnTo>
                <a:lnTo>
                  <a:pt x="10781735" y="3986935"/>
                </a:lnTo>
                <a:lnTo>
                  <a:pt x="10746104" y="4019205"/>
                </a:lnTo>
                <a:lnTo>
                  <a:pt x="10707749" y="4047600"/>
                </a:lnTo>
                <a:lnTo>
                  <a:pt x="10666988" y="4071988"/>
                </a:lnTo>
                <a:lnTo>
                  <a:pt x="10624139" y="4092238"/>
                </a:lnTo>
                <a:lnTo>
                  <a:pt x="10579522" y="4108218"/>
                </a:lnTo>
                <a:lnTo>
                  <a:pt x="10533454" y="4119796"/>
                </a:lnTo>
                <a:lnTo>
                  <a:pt x="10486254" y="4126839"/>
                </a:lnTo>
                <a:lnTo>
                  <a:pt x="10438240" y="4129216"/>
                </a:lnTo>
                <a:close/>
              </a:path>
            </a:pathLst>
          </a:custGeom>
          <a:solidFill>
            <a:srgbClr val="FFDE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309600" y="5383809"/>
            <a:ext cx="5219700" cy="4129404"/>
          </a:xfrm>
          <a:custGeom>
            <a:avLst/>
            <a:gdLst/>
            <a:ahLst/>
            <a:cxnLst/>
            <a:rect l="l" t="t" r="r" b="b"/>
            <a:pathLst>
              <a:path w="5219700" h="4129404">
                <a:moveTo>
                  <a:pt x="4733345" y="4129216"/>
                </a:moveTo>
                <a:lnTo>
                  <a:pt x="485774" y="4129216"/>
                </a:lnTo>
                <a:lnTo>
                  <a:pt x="437761" y="4126839"/>
                </a:lnTo>
                <a:lnTo>
                  <a:pt x="390562" y="4119796"/>
                </a:lnTo>
                <a:lnTo>
                  <a:pt x="344494" y="4108218"/>
                </a:lnTo>
                <a:lnTo>
                  <a:pt x="299876" y="4092239"/>
                </a:lnTo>
                <a:lnTo>
                  <a:pt x="257028" y="4071988"/>
                </a:lnTo>
                <a:lnTo>
                  <a:pt x="216266" y="4047600"/>
                </a:lnTo>
                <a:lnTo>
                  <a:pt x="177911" y="4019205"/>
                </a:lnTo>
                <a:lnTo>
                  <a:pt x="142280" y="3986935"/>
                </a:lnTo>
                <a:lnTo>
                  <a:pt x="110010" y="3951305"/>
                </a:lnTo>
                <a:lnTo>
                  <a:pt x="81616" y="3912949"/>
                </a:lnTo>
                <a:lnTo>
                  <a:pt x="57227" y="3872188"/>
                </a:lnTo>
                <a:lnTo>
                  <a:pt x="36977" y="3829339"/>
                </a:lnTo>
                <a:lnTo>
                  <a:pt x="20997" y="3784722"/>
                </a:lnTo>
                <a:lnTo>
                  <a:pt x="9420" y="3738654"/>
                </a:lnTo>
                <a:lnTo>
                  <a:pt x="2377" y="3691454"/>
                </a:lnTo>
                <a:lnTo>
                  <a:pt x="0" y="3643441"/>
                </a:lnTo>
                <a:lnTo>
                  <a:pt x="0" y="485774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6"/>
                </a:lnTo>
                <a:lnTo>
                  <a:pt x="57227" y="257028"/>
                </a:lnTo>
                <a:lnTo>
                  <a:pt x="81616" y="216266"/>
                </a:lnTo>
                <a:lnTo>
                  <a:pt x="110010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6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1" y="2377"/>
                </a:lnTo>
                <a:lnTo>
                  <a:pt x="485774" y="0"/>
                </a:lnTo>
                <a:lnTo>
                  <a:pt x="4733345" y="0"/>
                </a:lnTo>
                <a:lnTo>
                  <a:pt x="4781358" y="2377"/>
                </a:lnTo>
                <a:lnTo>
                  <a:pt x="4828558" y="9420"/>
                </a:lnTo>
                <a:lnTo>
                  <a:pt x="4874626" y="20997"/>
                </a:lnTo>
                <a:lnTo>
                  <a:pt x="4919244" y="36977"/>
                </a:lnTo>
                <a:lnTo>
                  <a:pt x="4962092" y="57227"/>
                </a:lnTo>
                <a:lnTo>
                  <a:pt x="5002853" y="81615"/>
                </a:lnTo>
                <a:lnTo>
                  <a:pt x="5041209" y="110010"/>
                </a:lnTo>
                <a:lnTo>
                  <a:pt x="5076839" y="142280"/>
                </a:lnTo>
                <a:lnTo>
                  <a:pt x="5109109" y="177911"/>
                </a:lnTo>
                <a:lnTo>
                  <a:pt x="5137504" y="216266"/>
                </a:lnTo>
                <a:lnTo>
                  <a:pt x="5161892" y="257028"/>
                </a:lnTo>
                <a:lnTo>
                  <a:pt x="5182143" y="299876"/>
                </a:lnTo>
                <a:lnTo>
                  <a:pt x="5198123" y="344494"/>
                </a:lnTo>
                <a:lnTo>
                  <a:pt x="5209700" y="390562"/>
                </a:lnTo>
                <a:lnTo>
                  <a:pt x="5216743" y="437762"/>
                </a:lnTo>
                <a:lnTo>
                  <a:pt x="5219120" y="485774"/>
                </a:lnTo>
                <a:lnTo>
                  <a:pt x="5219120" y="3643441"/>
                </a:lnTo>
                <a:lnTo>
                  <a:pt x="5216743" y="3691454"/>
                </a:lnTo>
                <a:lnTo>
                  <a:pt x="5209700" y="3738654"/>
                </a:lnTo>
                <a:lnTo>
                  <a:pt x="5198123" y="3784722"/>
                </a:lnTo>
                <a:lnTo>
                  <a:pt x="5182143" y="3829339"/>
                </a:lnTo>
                <a:lnTo>
                  <a:pt x="5161892" y="3872188"/>
                </a:lnTo>
                <a:lnTo>
                  <a:pt x="5137504" y="3912949"/>
                </a:lnTo>
                <a:lnTo>
                  <a:pt x="5109109" y="3951305"/>
                </a:lnTo>
                <a:lnTo>
                  <a:pt x="5076839" y="3986935"/>
                </a:lnTo>
                <a:lnTo>
                  <a:pt x="5041209" y="4019205"/>
                </a:lnTo>
                <a:lnTo>
                  <a:pt x="5002853" y="4047600"/>
                </a:lnTo>
                <a:lnTo>
                  <a:pt x="4962092" y="4071988"/>
                </a:lnTo>
                <a:lnTo>
                  <a:pt x="4919244" y="4092239"/>
                </a:lnTo>
                <a:lnTo>
                  <a:pt x="4874626" y="4108218"/>
                </a:lnTo>
                <a:lnTo>
                  <a:pt x="4828558" y="4119796"/>
                </a:lnTo>
                <a:lnTo>
                  <a:pt x="4781358" y="4126839"/>
                </a:lnTo>
                <a:lnTo>
                  <a:pt x="4733345" y="41292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603166" y="5383809"/>
            <a:ext cx="5219700" cy="4129404"/>
          </a:xfrm>
          <a:custGeom>
            <a:avLst/>
            <a:gdLst/>
            <a:ahLst/>
            <a:cxnLst/>
            <a:rect l="l" t="t" r="r" b="b"/>
            <a:pathLst>
              <a:path w="5219700" h="4129404">
                <a:moveTo>
                  <a:pt x="4733345" y="4129216"/>
                </a:moveTo>
                <a:lnTo>
                  <a:pt x="485774" y="4129216"/>
                </a:lnTo>
                <a:lnTo>
                  <a:pt x="437762" y="4126839"/>
                </a:lnTo>
                <a:lnTo>
                  <a:pt x="390562" y="4119796"/>
                </a:lnTo>
                <a:lnTo>
                  <a:pt x="344494" y="4108218"/>
                </a:lnTo>
                <a:lnTo>
                  <a:pt x="299876" y="4092239"/>
                </a:lnTo>
                <a:lnTo>
                  <a:pt x="257028" y="4071988"/>
                </a:lnTo>
                <a:lnTo>
                  <a:pt x="216266" y="4047600"/>
                </a:lnTo>
                <a:lnTo>
                  <a:pt x="177911" y="4019205"/>
                </a:lnTo>
                <a:lnTo>
                  <a:pt x="142280" y="3986935"/>
                </a:lnTo>
                <a:lnTo>
                  <a:pt x="110010" y="3951305"/>
                </a:lnTo>
                <a:lnTo>
                  <a:pt x="81616" y="3912949"/>
                </a:lnTo>
                <a:lnTo>
                  <a:pt x="57227" y="3872188"/>
                </a:lnTo>
                <a:lnTo>
                  <a:pt x="36977" y="3829339"/>
                </a:lnTo>
                <a:lnTo>
                  <a:pt x="20997" y="3784722"/>
                </a:lnTo>
                <a:lnTo>
                  <a:pt x="9420" y="3738654"/>
                </a:lnTo>
                <a:lnTo>
                  <a:pt x="2377" y="3691454"/>
                </a:lnTo>
                <a:lnTo>
                  <a:pt x="0" y="3643441"/>
                </a:lnTo>
                <a:lnTo>
                  <a:pt x="0" y="485774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6"/>
                </a:lnTo>
                <a:lnTo>
                  <a:pt x="57227" y="257028"/>
                </a:lnTo>
                <a:lnTo>
                  <a:pt x="81616" y="216266"/>
                </a:lnTo>
                <a:lnTo>
                  <a:pt x="110010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6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4" y="0"/>
                </a:lnTo>
                <a:lnTo>
                  <a:pt x="4733345" y="0"/>
                </a:lnTo>
                <a:lnTo>
                  <a:pt x="4781358" y="2377"/>
                </a:lnTo>
                <a:lnTo>
                  <a:pt x="4828558" y="9420"/>
                </a:lnTo>
                <a:lnTo>
                  <a:pt x="4874626" y="20997"/>
                </a:lnTo>
                <a:lnTo>
                  <a:pt x="4919243" y="36977"/>
                </a:lnTo>
                <a:lnTo>
                  <a:pt x="4962092" y="57227"/>
                </a:lnTo>
                <a:lnTo>
                  <a:pt x="5002854" y="81615"/>
                </a:lnTo>
                <a:lnTo>
                  <a:pt x="5041209" y="110010"/>
                </a:lnTo>
                <a:lnTo>
                  <a:pt x="5076840" y="142280"/>
                </a:lnTo>
                <a:lnTo>
                  <a:pt x="5109109" y="177911"/>
                </a:lnTo>
                <a:lnTo>
                  <a:pt x="5137504" y="216266"/>
                </a:lnTo>
                <a:lnTo>
                  <a:pt x="5161893" y="257028"/>
                </a:lnTo>
                <a:lnTo>
                  <a:pt x="5182142" y="299876"/>
                </a:lnTo>
                <a:lnTo>
                  <a:pt x="5198122" y="344494"/>
                </a:lnTo>
                <a:lnTo>
                  <a:pt x="5209699" y="390562"/>
                </a:lnTo>
                <a:lnTo>
                  <a:pt x="5216743" y="437762"/>
                </a:lnTo>
                <a:lnTo>
                  <a:pt x="5219120" y="485774"/>
                </a:lnTo>
                <a:lnTo>
                  <a:pt x="5219120" y="3643441"/>
                </a:lnTo>
                <a:lnTo>
                  <a:pt x="5216743" y="3691454"/>
                </a:lnTo>
                <a:lnTo>
                  <a:pt x="5209699" y="3738654"/>
                </a:lnTo>
                <a:lnTo>
                  <a:pt x="5198122" y="3784722"/>
                </a:lnTo>
                <a:lnTo>
                  <a:pt x="5182142" y="3829339"/>
                </a:lnTo>
                <a:lnTo>
                  <a:pt x="5161893" y="3872188"/>
                </a:lnTo>
                <a:lnTo>
                  <a:pt x="5137504" y="3912949"/>
                </a:lnTo>
                <a:lnTo>
                  <a:pt x="5109109" y="3951305"/>
                </a:lnTo>
                <a:lnTo>
                  <a:pt x="5076840" y="3986935"/>
                </a:lnTo>
                <a:lnTo>
                  <a:pt x="5041209" y="4019205"/>
                </a:lnTo>
                <a:lnTo>
                  <a:pt x="5002854" y="4047600"/>
                </a:lnTo>
                <a:lnTo>
                  <a:pt x="4962092" y="4071988"/>
                </a:lnTo>
                <a:lnTo>
                  <a:pt x="4919243" y="4092239"/>
                </a:lnTo>
                <a:lnTo>
                  <a:pt x="4874626" y="4108218"/>
                </a:lnTo>
                <a:lnTo>
                  <a:pt x="4828558" y="4119796"/>
                </a:lnTo>
                <a:lnTo>
                  <a:pt x="4781358" y="4126839"/>
                </a:lnTo>
                <a:lnTo>
                  <a:pt x="4733345" y="41292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98270" y="5383809"/>
            <a:ext cx="5219700" cy="4129404"/>
          </a:xfrm>
          <a:custGeom>
            <a:avLst/>
            <a:gdLst/>
            <a:ahLst/>
            <a:cxnLst/>
            <a:rect l="l" t="t" r="r" b="b"/>
            <a:pathLst>
              <a:path w="5219700" h="4129404">
                <a:moveTo>
                  <a:pt x="4733346" y="4129216"/>
                </a:moveTo>
                <a:lnTo>
                  <a:pt x="485774" y="4129216"/>
                </a:lnTo>
                <a:lnTo>
                  <a:pt x="437762" y="4126839"/>
                </a:lnTo>
                <a:lnTo>
                  <a:pt x="390562" y="4119796"/>
                </a:lnTo>
                <a:lnTo>
                  <a:pt x="344494" y="4108218"/>
                </a:lnTo>
                <a:lnTo>
                  <a:pt x="299876" y="4092239"/>
                </a:lnTo>
                <a:lnTo>
                  <a:pt x="257028" y="4071988"/>
                </a:lnTo>
                <a:lnTo>
                  <a:pt x="216266" y="4047600"/>
                </a:lnTo>
                <a:lnTo>
                  <a:pt x="177911" y="4019205"/>
                </a:lnTo>
                <a:lnTo>
                  <a:pt x="142280" y="3986935"/>
                </a:lnTo>
                <a:lnTo>
                  <a:pt x="110010" y="3951305"/>
                </a:lnTo>
                <a:lnTo>
                  <a:pt x="81615" y="3912949"/>
                </a:lnTo>
                <a:lnTo>
                  <a:pt x="57227" y="3872188"/>
                </a:lnTo>
                <a:lnTo>
                  <a:pt x="36977" y="3829339"/>
                </a:lnTo>
                <a:lnTo>
                  <a:pt x="20997" y="3784722"/>
                </a:lnTo>
                <a:lnTo>
                  <a:pt x="9420" y="3738654"/>
                </a:lnTo>
                <a:lnTo>
                  <a:pt x="2377" y="3691454"/>
                </a:lnTo>
                <a:lnTo>
                  <a:pt x="0" y="3643441"/>
                </a:lnTo>
                <a:lnTo>
                  <a:pt x="0" y="485774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6"/>
                </a:lnTo>
                <a:lnTo>
                  <a:pt x="57227" y="257028"/>
                </a:lnTo>
                <a:lnTo>
                  <a:pt x="81615" y="216266"/>
                </a:lnTo>
                <a:lnTo>
                  <a:pt x="110010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6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4" y="0"/>
                </a:lnTo>
                <a:lnTo>
                  <a:pt x="4733346" y="0"/>
                </a:lnTo>
                <a:lnTo>
                  <a:pt x="4781358" y="2377"/>
                </a:lnTo>
                <a:lnTo>
                  <a:pt x="4828558" y="9420"/>
                </a:lnTo>
                <a:lnTo>
                  <a:pt x="4874626" y="20997"/>
                </a:lnTo>
                <a:lnTo>
                  <a:pt x="4919244" y="36977"/>
                </a:lnTo>
                <a:lnTo>
                  <a:pt x="4962092" y="57227"/>
                </a:lnTo>
                <a:lnTo>
                  <a:pt x="5002854" y="81615"/>
                </a:lnTo>
                <a:lnTo>
                  <a:pt x="5041209" y="110010"/>
                </a:lnTo>
                <a:lnTo>
                  <a:pt x="5076840" y="142280"/>
                </a:lnTo>
                <a:lnTo>
                  <a:pt x="5109109" y="177911"/>
                </a:lnTo>
                <a:lnTo>
                  <a:pt x="5137504" y="216266"/>
                </a:lnTo>
                <a:lnTo>
                  <a:pt x="5161892" y="257028"/>
                </a:lnTo>
                <a:lnTo>
                  <a:pt x="5182142" y="299876"/>
                </a:lnTo>
                <a:lnTo>
                  <a:pt x="5198122" y="344494"/>
                </a:lnTo>
                <a:lnTo>
                  <a:pt x="5209700" y="390562"/>
                </a:lnTo>
                <a:lnTo>
                  <a:pt x="5216743" y="437762"/>
                </a:lnTo>
                <a:lnTo>
                  <a:pt x="5219120" y="485774"/>
                </a:lnTo>
                <a:lnTo>
                  <a:pt x="5219120" y="3643441"/>
                </a:lnTo>
                <a:lnTo>
                  <a:pt x="5216743" y="3691454"/>
                </a:lnTo>
                <a:lnTo>
                  <a:pt x="5209700" y="3738654"/>
                </a:lnTo>
                <a:lnTo>
                  <a:pt x="5198122" y="3784722"/>
                </a:lnTo>
                <a:lnTo>
                  <a:pt x="5182142" y="3829339"/>
                </a:lnTo>
                <a:lnTo>
                  <a:pt x="5161892" y="3872188"/>
                </a:lnTo>
                <a:lnTo>
                  <a:pt x="5137504" y="3912949"/>
                </a:lnTo>
                <a:lnTo>
                  <a:pt x="5109109" y="3951305"/>
                </a:lnTo>
                <a:lnTo>
                  <a:pt x="5076840" y="3986935"/>
                </a:lnTo>
                <a:lnTo>
                  <a:pt x="5041209" y="4019205"/>
                </a:lnTo>
                <a:lnTo>
                  <a:pt x="5002854" y="4047600"/>
                </a:lnTo>
                <a:lnTo>
                  <a:pt x="4962092" y="4071988"/>
                </a:lnTo>
                <a:lnTo>
                  <a:pt x="4919244" y="4092239"/>
                </a:lnTo>
                <a:lnTo>
                  <a:pt x="4874626" y="4108218"/>
                </a:lnTo>
                <a:lnTo>
                  <a:pt x="4828558" y="4119796"/>
                </a:lnTo>
                <a:lnTo>
                  <a:pt x="4781358" y="4126839"/>
                </a:lnTo>
                <a:lnTo>
                  <a:pt x="4733346" y="41292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467291" y="1267514"/>
            <a:ext cx="5786120" cy="2816225"/>
          </a:xfrm>
          <a:prstGeom prst="rect">
            <a:avLst/>
          </a:prstGeom>
        </p:spPr>
        <p:txBody>
          <a:bodyPr vert="horz" wrap="square" lIns="0" tIns="268605" rIns="0" bIns="0" rtlCol="0">
            <a:spAutoFit/>
          </a:bodyPr>
          <a:lstStyle/>
          <a:p>
            <a:pPr marL="12700" marR="5080" indent="1638935">
              <a:lnSpc>
                <a:spcPts val="9980"/>
              </a:lnSpc>
              <a:spcBef>
                <a:spcPts val="2115"/>
              </a:spcBef>
            </a:pPr>
            <a:r>
              <a:rPr sz="10000" spc="710" dirty="0">
                <a:solidFill>
                  <a:srgbClr val="F5F5F5"/>
                </a:solidFill>
              </a:rPr>
              <a:t>Key </a:t>
            </a:r>
            <a:r>
              <a:rPr sz="10000" spc="490" dirty="0">
                <a:solidFill>
                  <a:srgbClr val="F5F5F5"/>
                </a:solidFill>
              </a:rPr>
              <a:t>Features</a:t>
            </a:r>
            <a:endParaRPr sz="10000"/>
          </a:p>
        </p:txBody>
      </p:sp>
      <p:sp>
        <p:nvSpPr>
          <p:cNvPr id="8" name="object 8"/>
          <p:cNvSpPr txBox="1"/>
          <p:nvPr/>
        </p:nvSpPr>
        <p:spPr>
          <a:xfrm>
            <a:off x="12954000" y="944735"/>
            <a:ext cx="4223625" cy="34617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spcBef>
                <a:spcPts val="100"/>
              </a:spcBef>
            </a:pPr>
            <a:r>
              <a:rPr lang="en-US" sz="4200" b="1" spc="165" dirty="0">
                <a:solidFill>
                  <a:srgbClr val="1A1A1A"/>
                </a:solidFill>
                <a:latin typeface="Trebuchet MS"/>
              </a:rPr>
              <a:t>One-Tap Registration</a:t>
            </a:r>
          </a:p>
          <a:p>
            <a:pPr marL="12700" marR="5080" algn="ctr">
              <a:lnSpc>
                <a:spcPct val="116100"/>
              </a:lnSpc>
              <a:spcBef>
                <a:spcPts val="2270"/>
              </a:spcBef>
            </a:pPr>
            <a:r>
              <a:rPr lang="en-US" sz="2100" spc="-10" dirty="0">
                <a:solidFill>
                  <a:srgbClr val="1A1A1A"/>
                </a:solidFill>
                <a:latin typeface="Lucida Sans Unicode"/>
                <a:cs typeface="Lucida Sans Unicode"/>
              </a:rPr>
              <a:t>Citizens can report issues instantly with a single tap. Pre-filled location data and quick-capture camera streamline the process to under 30 seconds.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2724310" y="5657666"/>
            <a:ext cx="4435730" cy="33195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20000"/>
              </a:lnSpc>
              <a:spcBef>
                <a:spcPts val="100"/>
              </a:spcBef>
            </a:pPr>
            <a:r>
              <a:rPr lang="en-US" sz="4200" b="1" spc="165" dirty="0">
                <a:solidFill>
                  <a:srgbClr val="1A1A1A"/>
                </a:solidFill>
                <a:latin typeface="Trebuchet MS"/>
              </a:rPr>
              <a:t>Public Issue Map</a:t>
            </a:r>
          </a:p>
          <a:p>
            <a:pPr marL="12065" marR="5080" indent="-635" algn="ctr">
              <a:lnSpc>
                <a:spcPct val="116100"/>
              </a:lnSpc>
              <a:spcBef>
                <a:spcPts val="2270"/>
              </a:spcBef>
            </a:pPr>
            <a:r>
              <a:rPr lang="en-US" sz="2100" spc="125" dirty="0">
                <a:solidFill>
                  <a:srgbClr val="1A1A1A"/>
                </a:solidFill>
                <a:latin typeface="Lucida Sans Unicode"/>
                <a:cs typeface="Lucida Sans Unicode"/>
              </a:rPr>
              <a:t>Interactive map displays all reported issues in the city. Citizens can view nearby problems, track resolution progress, and avoid problematic routes.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788755" y="5530197"/>
            <a:ext cx="4710490" cy="383662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spcBef>
                <a:spcPts val="100"/>
              </a:spcBef>
            </a:pPr>
            <a:r>
              <a:rPr lang="en-US" sz="4200" b="1" spc="165" dirty="0">
                <a:solidFill>
                  <a:srgbClr val="1A1A1A"/>
                </a:solidFill>
                <a:latin typeface="Trebuchet MS"/>
              </a:rPr>
              <a:t>Priority Classification</a:t>
            </a:r>
          </a:p>
          <a:p>
            <a:pPr marL="12065" marR="5080" indent="-635" algn="ctr">
              <a:lnSpc>
                <a:spcPct val="116100"/>
              </a:lnSpc>
              <a:spcBef>
                <a:spcPts val="2270"/>
              </a:spcBef>
            </a:pPr>
            <a:r>
              <a:rPr lang="en-US" sz="2100" spc="125" dirty="0">
                <a:solidFill>
                  <a:srgbClr val="1A1A1A"/>
                </a:solidFill>
                <a:latin typeface="Lucida Sans Unicode"/>
                <a:cs typeface="Lucida Sans Unicode"/>
              </a:rPr>
              <a:t>Issues automatically classified as High, Medium, or Low priority based on severity, location impact, and safety risk. Critical problems get immediate attention.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038182" y="5642004"/>
            <a:ext cx="5078250" cy="34617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spcBef>
                <a:spcPts val="100"/>
              </a:spcBef>
            </a:pPr>
            <a:r>
              <a:rPr lang="en-US" sz="4200" b="1" spc="165" dirty="0">
                <a:solidFill>
                  <a:srgbClr val="1A1A1A"/>
                </a:solidFill>
                <a:latin typeface="Trebuchet MS"/>
              </a:rPr>
              <a:t>Auto Department Routing</a:t>
            </a:r>
          </a:p>
          <a:p>
            <a:pPr marL="12700" marR="5080" algn="ctr">
              <a:lnSpc>
                <a:spcPct val="116100"/>
              </a:lnSpc>
              <a:spcBef>
                <a:spcPts val="2270"/>
              </a:spcBef>
            </a:pPr>
            <a:r>
              <a:rPr lang="en-US" sz="2100" dirty="0">
                <a:solidFill>
                  <a:srgbClr val="1A1A1A"/>
                </a:solidFill>
                <a:latin typeface="Lucida Sans Unicode"/>
                <a:cs typeface="Lucida Sans Unicode"/>
              </a:rPr>
              <a:t>AI-powered classification automatically forwards complaints to the correct department roads, traffic police, or municipal corporation eliminating manual sorting.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90069" y="1028700"/>
            <a:ext cx="7969250" cy="2473960"/>
          </a:xfrm>
          <a:custGeom>
            <a:avLst/>
            <a:gdLst/>
            <a:ahLst/>
            <a:cxnLst/>
            <a:rect l="l" t="t" r="r" b="b"/>
            <a:pathLst>
              <a:path w="7969250" h="2473960">
                <a:moveTo>
                  <a:pt x="7483454" y="2473516"/>
                </a:moveTo>
                <a:lnTo>
                  <a:pt x="485774" y="2473516"/>
                </a:lnTo>
                <a:lnTo>
                  <a:pt x="437762" y="2471139"/>
                </a:lnTo>
                <a:lnTo>
                  <a:pt x="390562" y="2464096"/>
                </a:lnTo>
                <a:lnTo>
                  <a:pt x="344494" y="2452519"/>
                </a:lnTo>
                <a:lnTo>
                  <a:pt x="299877" y="2436539"/>
                </a:lnTo>
                <a:lnTo>
                  <a:pt x="257028" y="2416289"/>
                </a:lnTo>
                <a:lnTo>
                  <a:pt x="216266" y="2391901"/>
                </a:lnTo>
                <a:lnTo>
                  <a:pt x="177911" y="2363506"/>
                </a:lnTo>
                <a:lnTo>
                  <a:pt x="142280" y="2331236"/>
                </a:lnTo>
                <a:lnTo>
                  <a:pt x="110011" y="2295605"/>
                </a:lnTo>
                <a:lnTo>
                  <a:pt x="81616" y="2257250"/>
                </a:lnTo>
                <a:lnTo>
                  <a:pt x="57227" y="2216488"/>
                </a:lnTo>
                <a:lnTo>
                  <a:pt x="36977" y="2173640"/>
                </a:lnTo>
                <a:lnTo>
                  <a:pt x="20997" y="2129022"/>
                </a:lnTo>
                <a:lnTo>
                  <a:pt x="9420" y="2082954"/>
                </a:lnTo>
                <a:lnTo>
                  <a:pt x="2377" y="2035754"/>
                </a:lnTo>
                <a:lnTo>
                  <a:pt x="0" y="1987741"/>
                </a:lnTo>
                <a:lnTo>
                  <a:pt x="0" y="485774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6"/>
                </a:lnTo>
                <a:lnTo>
                  <a:pt x="57227" y="257028"/>
                </a:lnTo>
                <a:lnTo>
                  <a:pt x="81616" y="216266"/>
                </a:lnTo>
                <a:lnTo>
                  <a:pt x="110011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7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4" y="0"/>
                </a:lnTo>
                <a:lnTo>
                  <a:pt x="7483454" y="0"/>
                </a:lnTo>
                <a:lnTo>
                  <a:pt x="7531467" y="2377"/>
                </a:lnTo>
                <a:lnTo>
                  <a:pt x="7578666" y="9420"/>
                </a:lnTo>
                <a:lnTo>
                  <a:pt x="7624734" y="20997"/>
                </a:lnTo>
                <a:lnTo>
                  <a:pt x="7669352" y="36977"/>
                </a:lnTo>
                <a:lnTo>
                  <a:pt x="7712201" y="57227"/>
                </a:lnTo>
                <a:lnTo>
                  <a:pt x="7752962" y="81615"/>
                </a:lnTo>
                <a:lnTo>
                  <a:pt x="7791318" y="110010"/>
                </a:lnTo>
                <a:lnTo>
                  <a:pt x="7826949" y="142280"/>
                </a:lnTo>
                <a:lnTo>
                  <a:pt x="7859218" y="177911"/>
                </a:lnTo>
                <a:lnTo>
                  <a:pt x="7887613" y="216266"/>
                </a:lnTo>
                <a:lnTo>
                  <a:pt x="7912002" y="257028"/>
                </a:lnTo>
                <a:lnTo>
                  <a:pt x="7932252" y="299876"/>
                </a:lnTo>
                <a:lnTo>
                  <a:pt x="7948231" y="344494"/>
                </a:lnTo>
                <a:lnTo>
                  <a:pt x="7959809" y="390562"/>
                </a:lnTo>
                <a:lnTo>
                  <a:pt x="7966852" y="437762"/>
                </a:lnTo>
                <a:lnTo>
                  <a:pt x="7969229" y="485774"/>
                </a:lnTo>
                <a:lnTo>
                  <a:pt x="7969229" y="1987741"/>
                </a:lnTo>
                <a:lnTo>
                  <a:pt x="7966852" y="2035754"/>
                </a:lnTo>
                <a:lnTo>
                  <a:pt x="7959809" y="2082954"/>
                </a:lnTo>
                <a:lnTo>
                  <a:pt x="7948231" y="2129022"/>
                </a:lnTo>
                <a:lnTo>
                  <a:pt x="7932252" y="2173640"/>
                </a:lnTo>
                <a:lnTo>
                  <a:pt x="7912002" y="2216488"/>
                </a:lnTo>
                <a:lnTo>
                  <a:pt x="7887613" y="2257250"/>
                </a:lnTo>
                <a:lnTo>
                  <a:pt x="7859218" y="2295605"/>
                </a:lnTo>
                <a:lnTo>
                  <a:pt x="7826949" y="2331236"/>
                </a:lnTo>
                <a:lnTo>
                  <a:pt x="7791318" y="2363506"/>
                </a:lnTo>
                <a:lnTo>
                  <a:pt x="7752962" y="2391901"/>
                </a:lnTo>
                <a:lnTo>
                  <a:pt x="7712201" y="2416289"/>
                </a:lnTo>
                <a:lnTo>
                  <a:pt x="7669352" y="2436539"/>
                </a:lnTo>
                <a:lnTo>
                  <a:pt x="7624734" y="2452519"/>
                </a:lnTo>
                <a:lnTo>
                  <a:pt x="7578666" y="2464096"/>
                </a:lnTo>
                <a:lnTo>
                  <a:pt x="7531467" y="2471139"/>
                </a:lnTo>
                <a:lnTo>
                  <a:pt x="7483454" y="24735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9290069" y="3906742"/>
            <a:ext cx="7969250" cy="2473960"/>
          </a:xfrm>
          <a:custGeom>
            <a:avLst/>
            <a:gdLst/>
            <a:ahLst/>
            <a:cxnLst/>
            <a:rect l="l" t="t" r="r" b="b"/>
            <a:pathLst>
              <a:path w="7969250" h="2473960">
                <a:moveTo>
                  <a:pt x="7483454" y="2473516"/>
                </a:moveTo>
                <a:lnTo>
                  <a:pt x="485774" y="2473516"/>
                </a:lnTo>
                <a:lnTo>
                  <a:pt x="437762" y="2471139"/>
                </a:lnTo>
                <a:lnTo>
                  <a:pt x="390562" y="2464096"/>
                </a:lnTo>
                <a:lnTo>
                  <a:pt x="344494" y="2452519"/>
                </a:lnTo>
                <a:lnTo>
                  <a:pt x="299877" y="2436539"/>
                </a:lnTo>
                <a:lnTo>
                  <a:pt x="257028" y="2416289"/>
                </a:lnTo>
                <a:lnTo>
                  <a:pt x="216266" y="2391900"/>
                </a:lnTo>
                <a:lnTo>
                  <a:pt x="177911" y="2363505"/>
                </a:lnTo>
                <a:lnTo>
                  <a:pt x="142280" y="2331236"/>
                </a:lnTo>
                <a:lnTo>
                  <a:pt x="110011" y="2295605"/>
                </a:lnTo>
                <a:lnTo>
                  <a:pt x="81616" y="2257250"/>
                </a:lnTo>
                <a:lnTo>
                  <a:pt x="57227" y="2216488"/>
                </a:lnTo>
                <a:lnTo>
                  <a:pt x="36977" y="2173640"/>
                </a:lnTo>
                <a:lnTo>
                  <a:pt x="20997" y="2129022"/>
                </a:lnTo>
                <a:lnTo>
                  <a:pt x="9420" y="2082954"/>
                </a:lnTo>
                <a:lnTo>
                  <a:pt x="2377" y="2035754"/>
                </a:lnTo>
                <a:lnTo>
                  <a:pt x="0" y="1987741"/>
                </a:lnTo>
                <a:lnTo>
                  <a:pt x="0" y="485774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6"/>
                </a:lnTo>
                <a:lnTo>
                  <a:pt x="57227" y="257028"/>
                </a:lnTo>
                <a:lnTo>
                  <a:pt x="81616" y="216266"/>
                </a:lnTo>
                <a:lnTo>
                  <a:pt x="110011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7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4" y="0"/>
                </a:lnTo>
                <a:lnTo>
                  <a:pt x="7483454" y="0"/>
                </a:lnTo>
                <a:lnTo>
                  <a:pt x="7531467" y="2377"/>
                </a:lnTo>
                <a:lnTo>
                  <a:pt x="7578666" y="9420"/>
                </a:lnTo>
                <a:lnTo>
                  <a:pt x="7624734" y="20997"/>
                </a:lnTo>
                <a:lnTo>
                  <a:pt x="7669352" y="36977"/>
                </a:lnTo>
                <a:lnTo>
                  <a:pt x="7712201" y="57227"/>
                </a:lnTo>
                <a:lnTo>
                  <a:pt x="7752962" y="81615"/>
                </a:lnTo>
                <a:lnTo>
                  <a:pt x="7791318" y="110010"/>
                </a:lnTo>
                <a:lnTo>
                  <a:pt x="7826949" y="142280"/>
                </a:lnTo>
                <a:lnTo>
                  <a:pt x="7859218" y="177911"/>
                </a:lnTo>
                <a:lnTo>
                  <a:pt x="7887613" y="216266"/>
                </a:lnTo>
                <a:lnTo>
                  <a:pt x="7912002" y="257028"/>
                </a:lnTo>
                <a:lnTo>
                  <a:pt x="7932252" y="299876"/>
                </a:lnTo>
                <a:lnTo>
                  <a:pt x="7948231" y="344494"/>
                </a:lnTo>
                <a:lnTo>
                  <a:pt x="7959809" y="390562"/>
                </a:lnTo>
                <a:lnTo>
                  <a:pt x="7966852" y="437762"/>
                </a:lnTo>
                <a:lnTo>
                  <a:pt x="7969229" y="485774"/>
                </a:lnTo>
                <a:lnTo>
                  <a:pt x="7969229" y="1987741"/>
                </a:lnTo>
                <a:lnTo>
                  <a:pt x="7966852" y="2035754"/>
                </a:lnTo>
                <a:lnTo>
                  <a:pt x="7959809" y="2082954"/>
                </a:lnTo>
                <a:lnTo>
                  <a:pt x="7948231" y="2129022"/>
                </a:lnTo>
                <a:lnTo>
                  <a:pt x="7932252" y="2173640"/>
                </a:lnTo>
                <a:lnTo>
                  <a:pt x="7912002" y="2216488"/>
                </a:lnTo>
                <a:lnTo>
                  <a:pt x="7887613" y="2257250"/>
                </a:lnTo>
                <a:lnTo>
                  <a:pt x="7859218" y="2295605"/>
                </a:lnTo>
                <a:lnTo>
                  <a:pt x="7826949" y="2331236"/>
                </a:lnTo>
                <a:lnTo>
                  <a:pt x="7791318" y="2363505"/>
                </a:lnTo>
                <a:lnTo>
                  <a:pt x="7752962" y="2391900"/>
                </a:lnTo>
                <a:lnTo>
                  <a:pt x="7712201" y="2416289"/>
                </a:lnTo>
                <a:lnTo>
                  <a:pt x="7669352" y="2436539"/>
                </a:lnTo>
                <a:lnTo>
                  <a:pt x="7624734" y="2452519"/>
                </a:lnTo>
                <a:lnTo>
                  <a:pt x="7578666" y="2464096"/>
                </a:lnTo>
                <a:lnTo>
                  <a:pt x="7531467" y="2471139"/>
                </a:lnTo>
                <a:lnTo>
                  <a:pt x="7483454" y="24735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290069" y="6784783"/>
            <a:ext cx="7969250" cy="2473960"/>
          </a:xfrm>
          <a:custGeom>
            <a:avLst/>
            <a:gdLst/>
            <a:ahLst/>
            <a:cxnLst/>
            <a:rect l="l" t="t" r="r" b="b"/>
            <a:pathLst>
              <a:path w="7969250" h="2473959">
                <a:moveTo>
                  <a:pt x="7483454" y="2473516"/>
                </a:moveTo>
                <a:lnTo>
                  <a:pt x="485774" y="2473516"/>
                </a:lnTo>
                <a:lnTo>
                  <a:pt x="437762" y="2471139"/>
                </a:lnTo>
                <a:lnTo>
                  <a:pt x="390562" y="2464096"/>
                </a:lnTo>
                <a:lnTo>
                  <a:pt x="344494" y="2452518"/>
                </a:lnTo>
                <a:lnTo>
                  <a:pt x="299877" y="2436539"/>
                </a:lnTo>
                <a:lnTo>
                  <a:pt x="257028" y="2416289"/>
                </a:lnTo>
                <a:lnTo>
                  <a:pt x="216266" y="2391901"/>
                </a:lnTo>
                <a:lnTo>
                  <a:pt x="177911" y="2363506"/>
                </a:lnTo>
                <a:lnTo>
                  <a:pt x="142280" y="2331236"/>
                </a:lnTo>
                <a:lnTo>
                  <a:pt x="110011" y="2295605"/>
                </a:lnTo>
                <a:lnTo>
                  <a:pt x="81616" y="2257250"/>
                </a:lnTo>
                <a:lnTo>
                  <a:pt x="57227" y="2216488"/>
                </a:lnTo>
                <a:lnTo>
                  <a:pt x="36977" y="2173639"/>
                </a:lnTo>
                <a:lnTo>
                  <a:pt x="20997" y="2129022"/>
                </a:lnTo>
                <a:lnTo>
                  <a:pt x="9420" y="2082954"/>
                </a:lnTo>
                <a:lnTo>
                  <a:pt x="2377" y="2035754"/>
                </a:lnTo>
                <a:lnTo>
                  <a:pt x="0" y="1987741"/>
                </a:lnTo>
                <a:lnTo>
                  <a:pt x="0" y="485774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6"/>
                </a:lnTo>
                <a:lnTo>
                  <a:pt x="57227" y="257028"/>
                </a:lnTo>
                <a:lnTo>
                  <a:pt x="81616" y="216266"/>
                </a:lnTo>
                <a:lnTo>
                  <a:pt x="110011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7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4" y="0"/>
                </a:lnTo>
                <a:lnTo>
                  <a:pt x="7483454" y="0"/>
                </a:lnTo>
                <a:lnTo>
                  <a:pt x="7531467" y="2377"/>
                </a:lnTo>
                <a:lnTo>
                  <a:pt x="7578666" y="9420"/>
                </a:lnTo>
                <a:lnTo>
                  <a:pt x="7624734" y="20997"/>
                </a:lnTo>
                <a:lnTo>
                  <a:pt x="7669352" y="36977"/>
                </a:lnTo>
                <a:lnTo>
                  <a:pt x="7712201" y="57227"/>
                </a:lnTo>
                <a:lnTo>
                  <a:pt x="7752962" y="81615"/>
                </a:lnTo>
                <a:lnTo>
                  <a:pt x="7791318" y="110010"/>
                </a:lnTo>
                <a:lnTo>
                  <a:pt x="7826949" y="142280"/>
                </a:lnTo>
                <a:lnTo>
                  <a:pt x="7859218" y="177911"/>
                </a:lnTo>
                <a:lnTo>
                  <a:pt x="7887613" y="216266"/>
                </a:lnTo>
                <a:lnTo>
                  <a:pt x="7912002" y="257028"/>
                </a:lnTo>
                <a:lnTo>
                  <a:pt x="7932252" y="299876"/>
                </a:lnTo>
                <a:lnTo>
                  <a:pt x="7948231" y="344494"/>
                </a:lnTo>
                <a:lnTo>
                  <a:pt x="7959809" y="390562"/>
                </a:lnTo>
                <a:lnTo>
                  <a:pt x="7966852" y="437762"/>
                </a:lnTo>
                <a:lnTo>
                  <a:pt x="7969229" y="485774"/>
                </a:lnTo>
                <a:lnTo>
                  <a:pt x="7969229" y="1987741"/>
                </a:lnTo>
                <a:lnTo>
                  <a:pt x="7966852" y="2035754"/>
                </a:lnTo>
                <a:lnTo>
                  <a:pt x="7959809" y="2082954"/>
                </a:lnTo>
                <a:lnTo>
                  <a:pt x="7948231" y="2129022"/>
                </a:lnTo>
                <a:lnTo>
                  <a:pt x="7932252" y="2173639"/>
                </a:lnTo>
                <a:lnTo>
                  <a:pt x="7912002" y="2216488"/>
                </a:lnTo>
                <a:lnTo>
                  <a:pt x="7887613" y="2257250"/>
                </a:lnTo>
                <a:lnTo>
                  <a:pt x="7859218" y="2295605"/>
                </a:lnTo>
                <a:lnTo>
                  <a:pt x="7826949" y="2331236"/>
                </a:lnTo>
                <a:lnTo>
                  <a:pt x="7791318" y="2363506"/>
                </a:lnTo>
                <a:lnTo>
                  <a:pt x="7752962" y="2391901"/>
                </a:lnTo>
                <a:lnTo>
                  <a:pt x="7712201" y="2416289"/>
                </a:lnTo>
                <a:lnTo>
                  <a:pt x="7669352" y="2436539"/>
                </a:lnTo>
                <a:lnTo>
                  <a:pt x="7624734" y="2452518"/>
                </a:lnTo>
                <a:lnTo>
                  <a:pt x="7578666" y="2464096"/>
                </a:lnTo>
                <a:lnTo>
                  <a:pt x="7531467" y="2471139"/>
                </a:lnTo>
                <a:lnTo>
                  <a:pt x="7483454" y="24735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558614" y="1535855"/>
            <a:ext cx="1463040" cy="1459230"/>
          </a:xfrm>
          <a:custGeom>
            <a:avLst/>
            <a:gdLst/>
            <a:ahLst/>
            <a:cxnLst/>
            <a:rect l="l" t="t" r="r" b="b"/>
            <a:pathLst>
              <a:path w="1463040" h="1459230">
                <a:moveTo>
                  <a:pt x="977135" y="1459207"/>
                </a:moveTo>
                <a:lnTo>
                  <a:pt x="485774" y="1459207"/>
                </a:lnTo>
                <a:lnTo>
                  <a:pt x="437762" y="1456830"/>
                </a:lnTo>
                <a:lnTo>
                  <a:pt x="390562" y="1449786"/>
                </a:lnTo>
                <a:lnTo>
                  <a:pt x="344494" y="1438209"/>
                </a:lnTo>
                <a:lnTo>
                  <a:pt x="299876" y="1422229"/>
                </a:lnTo>
                <a:lnTo>
                  <a:pt x="257028" y="1401979"/>
                </a:lnTo>
                <a:lnTo>
                  <a:pt x="216266" y="1377591"/>
                </a:lnTo>
                <a:lnTo>
                  <a:pt x="177911" y="1349196"/>
                </a:lnTo>
                <a:lnTo>
                  <a:pt x="142280" y="1316926"/>
                </a:lnTo>
                <a:lnTo>
                  <a:pt x="110010" y="1281295"/>
                </a:lnTo>
                <a:lnTo>
                  <a:pt x="81615" y="1242940"/>
                </a:lnTo>
                <a:lnTo>
                  <a:pt x="57227" y="1202178"/>
                </a:lnTo>
                <a:lnTo>
                  <a:pt x="36977" y="1159329"/>
                </a:lnTo>
                <a:lnTo>
                  <a:pt x="20997" y="1114712"/>
                </a:lnTo>
                <a:lnTo>
                  <a:pt x="9420" y="1068644"/>
                </a:lnTo>
                <a:lnTo>
                  <a:pt x="2377" y="1021444"/>
                </a:lnTo>
                <a:lnTo>
                  <a:pt x="0" y="973432"/>
                </a:lnTo>
                <a:lnTo>
                  <a:pt x="0" y="485774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6"/>
                </a:lnTo>
                <a:lnTo>
                  <a:pt x="57227" y="257028"/>
                </a:lnTo>
                <a:lnTo>
                  <a:pt x="81615" y="216266"/>
                </a:lnTo>
                <a:lnTo>
                  <a:pt x="110010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6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4" y="0"/>
                </a:lnTo>
                <a:lnTo>
                  <a:pt x="977135" y="0"/>
                </a:lnTo>
                <a:lnTo>
                  <a:pt x="1025148" y="2377"/>
                </a:lnTo>
                <a:lnTo>
                  <a:pt x="1072347" y="9420"/>
                </a:lnTo>
                <a:lnTo>
                  <a:pt x="1118415" y="20997"/>
                </a:lnTo>
                <a:lnTo>
                  <a:pt x="1163033" y="36977"/>
                </a:lnTo>
                <a:lnTo>
                  <a:pt x="1205881" y="57227"/>
                </a:lnTo>
                <a:lnTo>
                  <a:pt x="1246643" y="81615"/>
                </a:lnTo>
                <a:lnTo>
                  <a:pt x="1284998" y="110010"/>
                </a:lnTo>
                <a:lnTo>
                  <a:pt x="1320630" y="142280"/>
                </a:lnTo>
                <a:lnTo>
                  <a:pt x="1352899" y="177911"/>
                </a:lnTo>
                <a:lnTo>
                  <a:pt x="1381294" y="216266"/>
                </a:lnTo>
                <a:lnTo>
                  <a:pt x="1405682" y="257028"/>
                </a:lnTo>
                <a:lnTo>
                  <a:pt x="1425932" y="299876"/>
                </a:lnTo>
                <a:lnTo>
                  <a:pt x="1441912" y="344494"/>
                </a:lnTo>
                <a:lnTo>
                  <a:pt x="1453490" y="390562"/>
                </a:lnTo>
                <a:lnTo>
                  <a:pt x="1460533" y="437762"/>
                </a:lnTo>
                <a:lnTo>
                  <a:pt x="1462910" y="485774"/>
                </a:lnTo>
                <a:lnTo>
                  <a:pt x="1462910" y="973432"/>
                </a:lnTo>
                <a:lnTo>
                  <a:pt x="1460533" y="1021444"/>
                </a:lnTo>
                <a:lnTo>
                  <a:pt x="1453490" y="1068644"/>
                </a:lnTo>
                <a:lnTo>
                  <a:pt x="1441912" y="1114712"/>
                </a:lnTo>
                <a:lnTo>
                  <a:pt x="1425932" y="1159329"/>
                </a:lnTo>
                <a:lnTo>
                  <a:pt x="1405682" y="1202178"/>
                </a:lnTo>
                <a:lnTo>
                  <a:pt x="1381294" y="1242940"/>
                </a:lnTo>
                <a:lnTo>
                  <a:pt x="1352899" y="1281295"/>
                </a:lnTo>
                <a:lnTo>
                  <a:pt x="1320630" y="1316926"/>
                </a:lnTo>
                <a:lnTo>
                  <a:pt x="1284998" y="1349196"/>
                </a:lnTo>
                <a:lnTo>
                  <a:pt x="1246643" y="1377591"/>
                </a:lnTo>
                <a:lnTo>
                  <a:pt x="1205881" y="1401979"/>
                </a:lnTo>
                <a:lnTo>
                  <a:pt x="1163033" y="1422229"/>
                </a:lnTo>
                <a:lnTo>
                  <a:pt x="1118415" y="1438209"/>
                </a:lnTo>
                <a:lnTo>
                  <a:pt x="1072347" y="1449786"/>
                </a:lnTo>
                <a:lnTo>
                  <a:pt x="1025148" y="1456830"/>
                </a:lnTo>
                <a:lnTo>
                  <a:pt x="977135" y="1459207"/>
                </a:lnTo>
                <a:close/>
              </a:path>
            </a:pathLst>
          </a:custGeom>
          <a:solidFill>
            <a:srgbClr val="FFDE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558614" y="4413896"/>
            <a:ext cx="1463040" cy="1459230"/>
          </a:xfrm>
          <a:custGeom>
            <a:avLst/>
            <a:gdLst/>
            <a:ahLst/>
            <a:cxnLst/>
            <a:rect l="l" t="t" r="r" b="b"/>
            <a:pathLst>
              <a:path w="1463040" h="1459229">
                <a:moveTo>
                  <a:pt x="977135" y="1459206"/>
                </a:moveTo>
                <a:lnTo>
                  <a:pt x="485774" y="1459206"/>
                </a:lnTo>
                <a:lnTo>
                  <a:pt x="437762" y="1456829"/>
                </a:lnTo>
                <a:lnTo>
                  <a:pt x="390562" y="1449786"/>
                </a:lnTo>
                <a:lnTo>
                  <a:pt x="344494" y="1438209"/>
                </a:lnTo>
                <a:lnTo>
                  <a:pt x="299876" y="1422229"/>
                </a:lnTo>
                <a:lnTo>
                  <a:pt x="257028" y="1401979"/>
                </a:lnTo>
                <a:lnTo>
                  <a:pt x="216266" y="1377591"/>
                </a:lnTo>
                <a:lnTo>
                  <a:pt x="177911" y="1349196"/>
                </a:lnTo>
                <a:lnTo>
                  <a:pt x="142280" y="1316926"/>
                </a:lnTo>
                <a:lnTo>
                  <a:pt x="110010" y="1281295"/>
                </a:lnTo>
                <a:lnTo>
                  <a:pt x="81615" y="1242940"/>
                </a:lnTo>
                <a:lnTo>
                  <a:pt x="57227" y="1202178"/>
                </a:lnTo>
                <a:lnTo>
                  <a:pt x="36977" y="1159329"/>
                </a:lnTo>
                <a:lnTo>
                  <a:pt x="20997" y="1114712"/>
                </a:lnTo>
                <a:lnTo>
                  <a:pt x="9420" y="1068644"/>
                </a:lnTo>
                <a:lnTo>
                  <a:pt x="2377" y="1021444"/>
                </a:lnTo>
                <a:lnTo>
                  <a:pt x="0" y="973431"/>
                </a:lnTo>
                <a:lnTo>
                  <a:pt x="0" y="485774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6"/>
                </a:lnTo>
                <a:lnTo>
                  <a:pt x="57227" y="257028"/>
                </a:lnTo>
                <a:lnTo>
                  <a:pt x="81615" y="216266"/>
                </a:lnTo>
                <a:lnTo>
                  <a:pt x="110010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6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4" y="0"/>
                </a:lnTo>
                <a:lnTo>
                  <a:pt x="977135" y="0"/>
                </a:lnTo>
                <a:lnTo>
                  <a:pt x="1025148" y="2377"/>
                </a:lnTo>
                <a:lnTo>
                  <a:pt x="1072347" y="9420"/>
                </a:lnTo>
                <a:lnTo>
                  <a:pt x="1118415" y="20997"/>
                </a:lnTo>
                <a:lnTo>
                  <a:pt x="1163033" y="36977"/>
                </a:lnTo>
                <a:lnTo>
                  <a:pt x="1205881" y="57227"/>
                </a:lnTo>
                <a:lnTo>
                  <a:pt x="1246643" y="81615"/>
                </a:lnTo>
                <a:lnTo>
                  <a:pt x="1284998" y="110010"/>
                </a:lnTo>
                <a:lnTo>
                  <a:pt x="1320630" y="142280"/>
                </a:lnTo>
                <a:lnTo>
                  <a:pt x="1352899" y="177911"/>
                </a:lnTo>
                <a:lnTo>
                  <a:pt x="1381294" y="216266"/>
                </a:lnTo>
                <a:lnTo>
                  <a:pt x="1405682" y="257028"/>
                </a:lnTo>
                <a:lnTo>
                  <a:pt x="1425932" y="299876"/>
                </a:lnTo>
                <a:lnTo>
                  <a:pt x="1441912" y="344494"/>
                </a:lnTo>
                <a:lnTo>
                  <a:pt x="1453490" y="390562"/>
                </a:lnTo>
                <a:lnTo>
                  <a:pt x="1460533" y="437762"/>
                </a:lnTo>
                <a:lnTo>
                  <a:pt x="1462910" y="485774"/>
                </a:lnTo>
                <a:lnTo>
                  <a:pt x="1462910" y="973431"/>
                </a:lnTo>
                <a:lnTo>
                  <a:pt x="1460533" y="1021444"/>
                </a:lnTo>
                <a:lnTo>
                  <a:pt x="1453490" y="1068644"/>
                </a:lnTo>
                <a:lnTo>
                  <a:pt x="1441912" y="1114712"/>
                </a:lnTo>
                <a:lnTo>
                  <a:pt x="1425932" y="1159329"/>
                </a:lnTo>
                <a:lnTo>
                  <a:pt x="1405682" y="1202178"/>
                </a:lnTo>
                <a:lnTo>
                  <a:pt x="1381294" y="1242940"/>
                </a:lnTo>
                <a:lnTo>
                  <a:pt x="1352899" y="1281295"/>
                </a:lnTo>
                <a:lnTo>
                  <a:pt x="1320630" y="1316926"/>
                </a:lnTo>
                <a:lnTo>
                  <a:pt x="1284998" y="1349196"/>
                </a:lnTo>
                <a:lnTo>
                  <a:pt x="1246643" y="1377591"/>
                </a:lnTo>
                <a:lnTo>
                  <a:pt x="1205881" y="1401979"/>
                </a:lnTo>
                <a:lnTo>
                  <a:pt x="1163033" y="1422229"/>
                </a:lnTo>
                <a:lnTo>
                  <a:pt x="1118415" y="1438209"/>
                </a:lnTo>
                <a:lnTo>
                  <a:pt x="1072347" y="1449786"/>
                </a:lnTo>
                <a:lnTo>
                  <a:pt x="1025148" y="1456829"/>
                </a:lnTo>
                <a:lnTo>
                  <a:pt x="977135" y="1459206"/>
                </a:lnTo>
                <a:close/>
              </a:path>
            </a:pathLst>
          </a:custGeom>
          <a:solidFill>
            <a:srgbClr val="FFDE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558614" y="7291938"/>
            <a:ext cx="1463040" cy="1459230"/>
          </a:xfrm>
          <a:custGeom>
            <a:avLst/>
            <a:gdLst/>
            <a:ahLst/>
            <a:cxnLst/>
            <a:rect l="l" t="t" r="r" b="b"/>
            <a:pathLst>
              <a:path w="1463040" h="1459229">
                <a:moveTo>
                  <a:pt x="977135" y="1459206"/>
                </a:moveTo>
                <a:lnTo>
                  <a:pt x="485774" y="1459206"/>
                </a:lnTo>
                <a:lnTo>
                  <a:pt x="437762" y="1456829"/>
                </a:lnTo>
                <a:lnTo>
                  <a:pt x="390562" y="1449786"/>
                </a:lnTo>
                <a:lnTo>
                  <a:pt x="344494" y="1438209"/>
                </a:lnTo>
                <a:lnTo>
                  <a:pt x="299876" y="1422229"/>
                </a:lnTo>
                <a:lnTo>
                  <a:pt x="257028" y="1401979"/>
                </a:lnTo>
                <a:lnTo>
                  <a:pt x="216266" y="1377590"/>
                </a:lnTo>
                <a:lnTo>
                  <a:pt x="177911" y="1349195"/>
                </a:lnTo>
                <a:lnTo>
                  <a:pt x="142280" y="1316926"/>
                </a:lnTo>
                <a:lnTo>
                  <a:pt x="110010" y="1281295"/>
                </a:lnTo>
                <a:lnTo>
                  <a:pt x="81615" y="1242940"/>
                </a:lnTo>
                <a:lnTo>
                  <a:pt x="57227" y="1202178"/>
                </a:lnTo>
                <a:lnTo>
                  <a:pt x="36977" y="1159329"/>
                </a:lnTo>
                <a:lnTo>
                  <a:pt x="20997" y="1114712"/>
                </a:lnTo>
                <a:lnTo>
                  <a:pt x="9420" y="1068644"/>
                </a:lnTo>
                <a:lnTo>
                  <a:pt x="2377" y="1021444"/>
                </a:lnTo>
                <a:lnTo>
                  <a:pt x="0" y="973431"/>
                </a:lnTo>
                <a:lnTo>
                  <a:pt x="0" y="485774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6"/>
                </a:lnTo>
                <a:lnTo>
                  <a:pt x="57227" y="257028"/>
                </a:lnTo>
                <a:lnTo>
                  <a:pt x="81615" y="216266"/>
                </a:lnTo>
                <a:lnTo>
                  <a:pt x="110010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6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4" y="0"/>
                </a:lnTo>
                <a:lnTo>
                  <a:pt x="977135" y="0"/>
                </a:lnTo>
                <a:lnTo>
                  <a:pt x="1025148" y="2377"/>
                </a:lnTo>
                <a:lnTo>
                  <a:pt x="1072347" y="9420"/>
                </a:lnTo>
                <a:lnTo>
                  <a:pt x="1118415" y="20997"/>
                </a:lnTo>
                <a:lnTo>
                  <a:pt x="1163033" y="36977"/>
                </a:lnTo>
                <a:lnTo>
                  <a:pt x="1205881" y="57227"/>
                </a:lnTo>
                <a:lnTo>
                  <a:pt x="1246643" y="81615"/>
                </a:lnTo>
                <a:lnTo>
                  <a:pt x="1284998" y="110010"/>
                </a:lnTo>
                <a:lnTo>
                  <a:pt x="1320630" y="142280"/>
                </a:lnTo>
                <a:lnTo>
                  <a:pt x="1352899" y="177911"/>
                </a:lnTo>
                <a:lnTo>
                  <a:pt x="1381294" y="216266"/>
                </a:lnTo>
                <a:lnTo>
                  <a:pt x="1405682" y="257028"/>
                </a:lnTo>
                <a:lnTo>
                  <a:pt x="1425932" y="299876"/>
                </a:lnTo>
                <a:lnTo>
                  <a:pt x="1441912" y="344494"/>
                </a:lnTo>
                <a:lnTo>
                  <a:pt x="1453490" y="390562"/>
                </a:lnTo>
                <a:lnTo>
                  <a:pt x="1460533" y="437762"/>
                </a:lnTo>
                <a:lnTo>
                  <a:pt x="1462910" y="485774"/>
                </a:lnTo>
                <a:lnTo>
                  <a:pt x="1462910" y="973431"/>
                </a:lnTo>
                <a:lnTo>
                  <a:pt x="1460533" y="1021444"/>
                </a:lnTo>
                <a:lnTo>
                  <a:pt x="1453490" y="1068644"/>
                </a:lnTo>
                <a:lnTo>
                  <a:pt x="1441912" y="1114712"/>
                </a:lnTo>
                <a:lnTo>
                  <a:pt x="1425932" y="1159329"/>
                </a:lnTo>
                <a:lnTo>
                  <a:pt x="1405682" y="1202178"/>
                </a:lnTo>
                <a:lnTo>
                  <a:pt x="1381294" y="1242940"/>
                </a:lnTo>
                <a:lnTo>
                  <a:pt x="1352899" y="1281295"/>
                </a:lnTo>
                <a:lnTo>
                  <a:pt x="1320630" y="1316926"/>
                </a:lnTo>
                <a:lnTo>
                  <a:pt x="1284998" y="1349195"/>
                </a:lnTo>
                <a:lnTo>
                  <a:pt x="1246643" y="1377590"/>
                </a:lnTo>
                <a:lnTo>
                  <a:pt x="1205881" y="1401979"/>
                </a:lnTo>
                <a:lnTo>
                  <a:pt x="1163033" y="1422229"/>
                </a:lnTo>
                <a:lnTo>
                  <a:pt x="1118415" y="1438209"/>
                </a:lnTo>
                <a:lnTo>
                  <a:pt x="1072347" y="1449786"/>
                </a:lnTo>
                <a:lnTo>
                  <a:pt x="1025148" y="1456829"/>
                </a:lnTo>
                <a:lnTo>
                  <a:pt x="977135" y="1459206"/>
                </a:lnTo>
                <a:close/>
              </a:path>
            </a:pathLst>
          </a:custGeom>
          <a:solidFill>
            <a:srgbClr val="FFDE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28699" y="1028699"/>
            <a:ext cx="6730365" cy="8228330"/>
          </a:xfrm>
          <a:custGeom>
            <a:avLst/>
            <a:gdLst/>
            <a:ahLst/>
            <a:cxnLst/>
            <a:rect l="l" t="t" r="r" b="b"/>
            <a:pathLst>
              <a:path w="6730365" h="8228330">
                <a:moveTo>
                  <a:pt x="6271302" y="8228250"/>
                </a:moveTo>
                <a:lnTo>
                  <a:pt x="458512" y="8228250"/>
                </a:lnTo>
                <a:lnTo>
                  <a:pt x="437762" y="8227222"/>
                </a:lnTo>
                <a:lnTo>
                  <a:pt x="390562" y="8220179"/>
                </a:lnTo>
                <a:lnTo>
                  <a:pt x="344494" y="8208602"/>
                </a:lnTo>
                <a:lnTo>
                  <a:pt x="299877" y="8192622"/>
                </a:lnTo>
                <a:lnTo>
                  <a:pt x="257028" y="8172372"/>
                </a:lnTo>
                <a:lnTo>
                  <a:pt x="216266" y="8147984"/>
                </a:lnTo>
                <a:lnTo>
                  <a:pt x="177911" y="8119589"/>
                </a:lnTo>
                <a:lnTo>
                  <a:pt x="142280" y="8087319"/>
                </a:lnTo>
                <a:lnTo>
                  <a:pt x="110010" y="8051688"/>
                </a:lnTo>
                <a:lnTo>
                  <a:pt x="81615" y="8013333"/>
                </a:lnTo>
                <a:lnTo>
                  <a:pt x="57227" y="7972571"/>
                </a:lnTo>
                <a:lnTo>
                  <a:pt x="36977" y="7929723"/>
                </a:lnTo>
                <a:lnTo>
                  <a:pt x="20997" y="7885105"/>
                </a:lnTo>
                <a:lnTo>
                  <a:pt x="9420" y="7839037"/>
                </a:lnTo>
                <a:lnTo>
                  <a:pt x="2377" y="7791837"/>
                </a:lnTo>
                <a:lnTo>
                  <a:pt x="0" y="7743824"/>
                </a:lnTo>
                <a:lnTo>
                  <a:pt x="0" y="485775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7"/>
                </a:lnTo>
                <a:lnTo>
                  <a:pt x="57227" y="257028"/>
                </a:lnTo>
                <a:lnTo>
                  <a:pt x="81615" y="216266"/>
                </a:lnTo>
                <a:lnTo>
                  <a:pt x="110010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7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5" y="0"/>
                </a:lnTo>
                <a:lnTo>
                  <a:pt x="6244039" y="0"/>
                </a:lnTo>
                <a:lnTo>
                  <a:pt x="6292052" y="2377"/>
                </a:lnTo>
                <a:lnTo>
                  <a:pt x="6339252" y="9420"/>
                </a:lnTo>
                <a:lnTo>
                  <a:pt x="6385320" y="20997"/>
                </a:lnTo>
                <a:lnTo>
                  <a:pt x="6429937" y="36977"/>
                </a:lnTo>
                <a:lnTo>
                  <a:pt x="6472786" y="57227"/>
                </a:lnTo>
                <a:lnTo>
                  <a:pt x="6513547" y="81615"/>
                </a:lnTo>
                <a:lnTo>
                  <a:pt x="6551903" y="110010"/>
                </a:lnTo>
                <a:lnTo>
                  <a:pt x="6587534" y="142280"/>
                </a:lnTo>
                <a:lnTo>
                  <a:pt x="6619803" y="177911"/>
                </a:lnTo>
                <a:lnTo>
                  <a:pt x="6648198" y="216266"/>
                </a:lnTo>
                <a:lnTo>
                  <a:pt x="6672587" y="257028"/>
                </a:lnTo>
                <a:lnTo>
                  <a:pt x="6692837" y="299877"/>
                </a:lnTo>
                <a:lnTo>
                  <a:pt x="6708817" y="344494"/>
                </a:lnTo>
                <a:lnTo>
                  <a:pt x="6720394" y="390562"/>
                </a:lnTo>
                <a:lnTo>
                  <a:pt x="6727437" y="437762"/>
                </a:lnTo>
                <a:lnTo>
                  <a:pt x="6729814" y="485775"/>
                </a:lnTo>
                <a:lnTo>
                  <a:pt x="6729814" y="7743824"/>
                </a:lnTo>
                <a:lnTo>
                  <a:pt x="6727437" y="7791837"/>
                </a:lnTo>
                <a:lnTo>
                  <a:pt x="6720394" y="7839037"/>
                </a:lnTo>
                <a:lnTo>
                  <a:pt x="6708817" y="7885105"/>
                </a:lnTo>
                <a:lnTo>
                  <a:pt x="6692837" y="7929723"/>
                </a:lnTo>
                <a:lnTo>
                  <a:pt x="6672587" y="7972571"/>
                </a:lnTo>
                <a:lnTo>
                  <a:pt x="6648198" y="8013333"/>
                </a:lnTo>
                <a:lnTo>
                  <a:pt x="6619803" y="8051688"/>
                </a:lnTo>
                <a:lnTo>
                  <a:pt x="6587534" y="8087319"/>
                </a:lnTo>
                <a:lnTo>
                  <a:pt x="6551903" y="8119589"/>
                </a:lnTo>
                <a:lnTo>
                  <a:pt x="6513547" y="8147984"/>
                </a:lnTo>
                <a:lnTo>
                  <a:pt x="6472786" y="8172372"/>
                </a:lnTo>
                <a:lnTo>
                  <a:pt x="6429937" y="8192622"/>
                </a:lnTo>
                <a:lnTo>
                  <a:pt x="6385320" y="8208602"/>
                </a:lnTo>
                <a:lnTo>
                  <a:pt x="6339252" y="8220179"/>
                </a:lnTo>
                <a:lnTo>
                  <a:pt x="6292052" y="8227222"/>
                </a:lnTo>
                <a:lnTo>
                  <a:pt x="6271302" y="8228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9"/>
          <p:cNvSpPr txBox="1"/>
          <p:nvPr/>
        </p:nvSpPr>
        <p:spPr>
          <a:xfrm>
            <a:off x="8935363" y="1852933"/>
            <a:ext cx="709930" cy="6870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4300" b="1" spc="-25" dirty="0">
                <a:solidFill>
                  <a:srgbClr val="F5F5F5"/>
                </a:solidFill>
                <a:latin typeface="Tahoma"/>
                <a:cs typeface="Tahoma"/>
              </a:rPr>
              <a:t>01</a:t>
            </a:r>
            <a:endParaRPr sz="43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888531" y="4730975"/>
            <a:ext cx="803275" cy="6870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4300" b="1" spc="285" dirty="0">
                <a:solidFill>
                  <a:srgbClr val="F5F5F5"/>
                </a:solidFill>
                <a:latin typeface="Tahoma"/>
                <a:cs typeface="Tahoma"/>
              </a:rPr>
              <a:t>02</a:t>
            </a:r>
            <a:endParaRPr sz="43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895913" y="7609016"/>
            <a:ext cx="788670" cy="6870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4300" b="1" spc="229" dirty="0">
                <a:solidFill>
                  <a:srgbClr val="F5F5F5"/>
                </a:solidFill>
                <a:latin typeface="Tahoma"/>
                <a:cs typeface="Tahoma"/>
              </a:rPr>
              <a:t>03</a:t>
            </a:r>
            <a:endParaRPr sz="4300">
              <a:latin typeface="Tahoma"/>
              <a:cs typeface="Tahom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0346901" y="1277341"/>
            <a:ext cx="6587170" cy="63222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US" sz="4000" spc="240" dirty="0"/>
              <a:t>Real-Time Dashboard</a:t>
            </a:r>
            <a:endParaRPr sz="4000" spc="240" dirty="0"/>
          </a:p>
        </p:txBody>
      </p:sp>
      <p:sp>
        <p:nvSpPr>
          <p:cNvPr id="13" name="object 13"/>
          <p:cNvSpPr txBox="1"/>
          <p:nvPr/>
        </p:nvSpPr>
        <p:spPr>
          <a:xfrm>
            <a:off x="10365658" y="2141208"/>
            <a:ext cx="6396669" cy="71929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6900"/>
              </a:lnSpc>
              <a:spcBef>
                <a:spcPts val="1395"/>
              </a:spcBef>
            </a:pPr>
            <a:r>
              <a:rPr lang="en-US" sz="2000" dirty="0">
                <a:solidFill>
                  <a:srgbClr val="1A1A1A"/>
                </a:solidFill>
                <a:latin typeface="Lucida Sans Unicode"/>
                <a:cs typeface="Lucida Sans Unicode"/>
              </a:rPr>
              <a:t>Live tracking of all complaints with status updates, department assignments, and resolution timelines.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0393198" y="4107388"/>
            <a:ext cx="6866103" cy="170354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30000"/>
              </a:lnSpc>
              <a:spcBef>
                <a:spcPts val="130"/>
              </a:spcBef>
            </a:pPr>
            <a:r>
              <a:rPr lang="en-US" sz="4000" b="1" spc="240" dirty="0">
                <a:solidFill>
                  <a:srgbClr val="1A1A1A"/>
                </a:solidFill>
                <a:latin typeface="Trebuchet MS"/>
                <a:ea typeface="+mj-ea"/>
              </a:rPr>
              <a:t>AI Verification</a:t>
            </a:r>
          </a:p>
          <a:p>
            <a:pPr marL="12700" marR="5080">
              <a:lnSpc>
                <a:spcPct val="116900"/>
              </a:lnSpc>
              <a:spcBef>
                <a:spcPts val="1395"/>
              </a:spcBef>
            </a:pPr>
            <a:r>
              <a:rPr lang="en-US" sz="2000" dirty="0">
                <a:solidFill>
                  <a:srgbClr val="1A1A1A"/>
                </a:solidFill>
                <a:latin typeface="Lucida Sans Unicode"/>
                <a:cs typeface="Lucida Sans Unicode"/>
              </a:rPr>
              <a:t>Computer vision validates issue authenticity, reducing false reports and prioritizing genuine problems.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0103648" y="6917076"/>
            <a:ext cx="7179099" cy="182357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30000"/>
              </a:lnSpc>
              <a:spcBef>
                <a:spcPts val="130"/>
              </a:spcBef>
            </a:pPr>
            <a:r>
              <a:rPr lang="en-US" sz="2800" b="1" spc="240" dirty="0">
                <a:solidFill>
                  <a:srgbClr val="1A1A1A"/>
                </a:solidFill>
                <a:latin typeface="Trebuchet MS"/>
                <a:ea typeface="+mj-ea"/>
              </a:rPr>
              <a:t>Auto-Routing &amp;Smart Notifications</a:t>
            </a:r>
          </a:p>
          <a:p>
            <a:pPr marL="12700" marR="5080">
              <a:lnSpc>
                <a:spcPct val="116900"/>
              </a:lnSpc>
              <a:spcBef>
                <a:spcPts val="1395"/>
              </a:spcBef>
            </a:pPr>
            <a:r>
              <a:rPr lang="en-US" sz="2000" dirty="0">
                <a:solidFill>
                  <a:srgbClr val="1A1A1A"/>
                </a:solidFill>
                <a:latin typeface="Lucida Sans Unicode"/>
                <a:cs typeface="Lucida Sans Unicode"/>
              </a:rPr>
              <a:t>AI-powered department assignment based on issue type, location, and workload, with real-time push alerts keeping citizens informed from submission to resolution.</a:t>
            </a:r>
          </a:p>
        </p:txBody>
      </p:sp>
      <p:sp>
        <p:nvSpPr>
          <p:cNvPr id="17" name="AutoShape 4" descr="Generated image">
            <a:extLst>
              <a:ext uri="{FF2B5EF4-FFF2-40B4-BE49-F238E27FC236}">
                <a16:creationId xmlns:a16="http://schemas.microsoft.com/office/drawing/2014/main" id="{84C5E439-38F7-C817-46B6-828CA062CE7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FD04DCC-64FE-9EEB-D99F-938B841B4D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7549"/>
            <a:ext cx="7043191" cy="997711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46F43A3-78DF-E74B-82D1-368C5115363A}"/>
              </a:ext>
            </a:extLst>
          </p:cNvPr>
          <p:cNvSpPr txBox="1"/>
          <p:nvPr/>
        </p:nvSpPr>
        <p:spPr>
          <a:xfrm>
            <a:off x="8865853" y="9497664"/>
            <a:ext cx="9144000" cy="5949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30000"/>
              </a:lnSpc>
              <a:spcBef>
                <a:spcPts val="130"/>
              </a:spcBef>
            </a:pPr>
            <a:r>
              <a:rPr lang="en-US" sz="2800" b="1" spc="240" dirty="0">
                <a:solidFill>
                  <a:srgbClr val="1A1A1A"/>
                </a:solidFill>
                <a:latin typeface="Trebuchet MS"/>
                <a:ea typeface="+mj-ea"/>
              </a:rPr>
              <a:t>Prototype Link - : </a:t>
            </a:r>
            <a:r>
              <a:rPr lang="en-US" sz="2800" b="1" spc="240" dirty="0">
                <a:solidFill>
                  <a:srgbClr val="1A1A1A"/>
                </a:solidFill>
                <a:latin typeface="Trebuchet MS"/>
                <a:ea typeface="+mj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en-US" sz="2800" b="1" spc="240" dirty="0">
              <a:solidFill>
                <a:srgbClr val="1A1A1A"/>
              </a:solidFill>
              <a:latin typeface="Trebuchet MS"/>
              <a:ea typeface="+mj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700" y="4181216"/>
            <a:ext cx="5067300" cy="5344160"/>
          </a:xfrm>
          <a:custGeom>
            <a:avLst/>
            <a:gdLst/>
            <a:ahLst/>
            <a:cxnLst/>
            <a:rect l="l" t="t" r="r" b="b"/>
            <a:pathLst>
              <a:path w="5067300" h="5344159">
                <a:moveTo>
                  <a:pt x="4581016" y="5343783"/>
                </a:moveTo>
                <a:lnTo>
                  <a:pt x="485774" y="5343783"/>
                </a:lnTo>
                <a:lnTo>
                  <a:pt x="437762" y="5341406"/>
                </a:lnTo>
                <a:lnTo>
                  <a:pt x="390562" y="5334363"/>
                </a:lnTo>
                <a:lnTo>
                  <a:pt x="344494" y="5322785"/>
                </a:lnTo>
                <a:lnTo>
                  <a:pt x="299876" y="5306805"/>
                </a:lnTo>
                <a:lnTo>
                  <a:pt x="257028" y="5286555"/>
                </a:lnTo>
                <a:lnTo>
                  <a:pt x="216266" y="5262167"/>
                </a:lnTo>
                <a:lnTo>
                  <a:pt x="177911" y="5233772"/>
                </a:lnTo>
                <a:lnTo>
                  <a:pt x="142280" y="5201503"/>
                </a:lnTo>
                <a:lnTo>
                  <a:pt x="110010" y="5165872"/>
                </a:lnTo>
                <a:lnTo>
                  <a:pt x="81615" y="5127516"/>
                </a:lnTo>
                <a:lnTo>
                  <a:pt x="57227" y="5086755"/>
                </a:lnTo>
                <a:lnTo>
                  <a:pt x="36977" y="5043906"/>
                </a:lnTo>
                <a:lnTo>
                  <a:pt x="20997" y="4999288"/>
                </a:lnTo>
                <a:lnTo>
                  <a:pt x="9420" y="4953221"/>
                </a:lnTo>
                <a:lnTo>
                  <a:pt x="2377" y="4906021"/>
                </a:lnTo>
                <a:lnTo>
                  <a:pt x="0" y="4858008"/>
                </a:lnTo>
                <a:lnTo>
                  <a:pt x="0" y="485774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6"/>
                </a:lnTo>
                <a:lnTo>
                  <a:pt x="57227" y="257028"/>
                </a:lnTo>
                <a:lnTo>
                  <a:pt x="81615" y="216266"/>
                </a:lnTo>
                <a:lnTo>
                  <a:pt x="110010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6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4" y="0"/>
                </a:lnTo>
                <a:lnTo>
                  <a:pt x="4581016" y="0"/>
                </a:lnTo>
                <a:lnTo>
                  <a:pt x="4629029" y="2377"/>
                </a:lnTo>
                <a:lnTo>
                  <a:pt x="4676228" y="9420"/>
                </a:lnTo>
                <a:lnTo>
                  <a:pt x="4722296" y="20997"/>
                </a:lnTo>
                <a:lnTo>
                  <a:pt x="4766914" y="36977"/>
                </a:lnTo>
                <a:lnTo>
                  <a:pt x="4809762" y="57227"/>
                </a:lnTo>
                <a:lnTo>
                  <a:pt x="4850524" y="81615"/>
                </a:lnTo>
                <a:lnTo>
                  <a:pt x="4888879" y="110010"/>
                </a:lnTo>
                <a:lnTo>
                  <a:pt x="4924510" y="142280"/>
                </a:lnTo>
                <a:lnTo>
                  <a:pt x="4956780" y="177911"/>
                </a:lnTo>
                <a:lnTo>
                  <a:pt x="4985175" y="216266"/>
                </a:lnTo>
                <a:lnTo>
                  <a:pt x="5009563" y="257028"/>
                </a:lnTo>
                <a:lnTo>
                  <a:pt x="5029813" y="299876"/>
                </a:lnTo>
                <a:lnTo>
                  <a:pt x="5045793" y="344494"/>
                </a:lnTo>
                <a:lnTo>
                  <a:pt x="5057370" y="390562"/>
                </a:lnTo>
                <a:lnTo>
                  <a:pt x="5064414" y="437762"/>
                </a:lnTo>
                <a:lnTo>
                  <a:pt x="5066791" y="485774"/>
                </a:lnTo>
                <a:lnTo>
                  <a:pt x="5066791" y="4858008"/>
                </a:lnTo>
                <a:lnTo>
                  <a:pt x="5064414" y="4906021"/>
                </a:lnTo>
                <a:lnTo>
                  <a:pt x="5057370" y="4953221"/>
                </a:lnTo>
                <a:lnTo>
                  <a:pt x="5045793" y="4999288"/>
                </a:lnTo>
                <a:lnTo>
                  <a:pt x="5029813" y="5043906"/>
                </a:lnTo>
                <a:lnTo>
                  <a:pt x="5009563" y="5086755"/>
                </a:lnTo>
                <a:lnTo>
                  <a:pt x="4985175" y="5127516"/>
                </a:lnTo>
                <a:lnTo>
                  <a:pt x="4956780" y="5165872"/>
                </a:lnTo>
                <a:lnTo>
                  <a:pt x="4924510" y="5201503"/>
                </a:lnTo>
                <a:lnTo>
                  <a:pt x="4888879" y="5233772"/>
                </a:lnTo>
                <a:lnTo>
                  <a:pt x="4850524" y="5262167"/>
                </a:lnTo>
                <a:lnTo>
                  <a:pt x="4809762" y="5286555"/>
                </a:lnTo>
                <a:lnTo>
                  <a:pt x="4766914" y="5306805"/>
                </a:lnTo>
                <a:lnTo>
                  <a:pt x="4722296" y="5322785"/>
                </a:lnTo>
                <a:lnTo>
                  <a:pt x="4676228" y="5334363"/>
                </a:lnTo>
                <a:lnTo>
                  <a:pt x="4629029" y="5341406"/>
                </a:lnTo>
                <a:lnTo>
                  <a:pt x="4581016" y="534378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610603" y="4181216"/>
            <a:ext cx="5067300" cy="5344160"/>
          </a:xfrm>
          <a:custGeom>
            <a:avLst/>
            <a:gdLst/>
            <a:ahLst/>
            <a:cxnLst/>
            <a:rect l="l" t="t" r="r" b="b"/>
            <a:pathLst>
              <a:path w="5067300" h="5344159">
                <a:moveTo>
                  <a:pt x="4581016" y="5343783"/>
                </a:moveTo>
                <a:lnTo>
                  <a:pt x="485774" y="5343783"/>
                </a:lnTo>
                <a:lnTo>
                  <a:pt x="437762" y="5341406"/>
                </a:lnTo>
                <a:lnTo>
                  <a:pt x="390562" y="5334363"/>
                </a:lnTo>
                <a:lnTo>
                  <a:pt x="344494" y="5322785"/>
                </a:lnTo>
                <a:lnTo>
                  <a:pt x="299876" y="5306805"/>
                </a:lnTo>
                <a:lnTo>
                  <a:pt x="257028" y="5286555"/>
                </a:lnTo>
                <a:lnTo>
                  <a:pt x="216266" y="5262167"/>
                </a:lnTo>
                <a:lnTo>
                  <a:pt x="177911" y="5233772"/>
                </a:lnTo>
                <a:lnTo>
                  <a:pt x="142280" y="5201503"/>
                </a:lnTo>
                <a:lnTo>
                  <a:pt x="110010" y="5165872"/>
                </a:lnTo>
                <a:lnTo>
                  <a:pt x="81615" y="5127516"/>
                </a:lnTo>
                <a:lnTo>
                  <a:pt x="57227" y="5086755"/>
                </a:lnTo>
                <a:lnTo>
                  <a:pt x="36977" y="5043906"/>
                </a:lnTo>
                <a:lnTo>
                  <a:pt x="20997" y="4999288"/>
                </a:lnTo>
                <a:lnTo>
                  <a:pt x="9420" y="4953221"/>
                </a:lnTo>
                <a:lnTo>
                  <a:pt x="2377" y="4906021"/>
                </a:lnTo>
                <a:lnTo>
                  <a:pt x="0" y="4858008"/>
                </a:lnTo>
                <a:lnTo>
                  <a:pt x="0" y="485774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6"/>
                </a:lnTo>
                <a:lnTo>
                  <a:pt x="57227" y="257028"/>
                </a:lnTo>
                <a:lnTo>
                  <a:pt x="81615" y="216266"/>
                </a:lnTo>
                <a:lnTo>
                  <a:pt x="110010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6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4" y="0"/>
                </a:lnTo>
                <a:lnTo>
                  <a:pt x="4581016" y="0"/>
                </a:lnTo>
                <a:lnTo>
                  <a:pt x="4629029" y="2377"/>
                </a:lnTo>
                <a:lnTo>
                  <a:pt x="4676228" y="9420"/>
                </a:lnTo>
                <a:lnTo>
                  <a:pt x="4722296" y="20997"/>
                </a:lnTo>
                <a:lnTo>
                  <a:pt x="4766914" y="36977"/>
                </a:lnTo>
                <a:lnTo>
                  <a:pt x="4809762" y="57227"/>
                </a:lnTo>
                <a:lnTo>
                  <a:pt x="4850523" y="81615"/>
                </a:lnTo>
                <a:lnTo>
                  <a:pt x="4888879" y="110010"/>
                </a:lnTo>
                <a:lnTo>
                  <a:pt x="4924510" y="142280"/>
                </a:lnTo>
                <a:lnTo>
                  <a:pt x="4956779" y="177911"/>
                </a:lnTo>
                <a:lnTo>
                  <a:pt x="4985174" y="216266"/>
                </a:lnTo>
                <a:lnTo>
                  <a:pt x="5009563" y="257028"/>
                </a:lnTo>
                <a:lnTo>
                  <a:pt x="5029813" y="299876"/>
                </a:lnTo>
                <a:lnTo>
                  <a:pt x="5045793" y="344494"/>
                </a:lnTo>
                <a:lnTo>
                  <a:pt x="5057370" y="390562"/>
                </a:lnTo>
                <a:lnTo>
                  <a:pt x="5064414" y="437762"/>
                </a:lnTo>
                <a:lnTo>
                  <a:pt x="5066791" y="485774"/>
                </a:lnTo>
                <a:lnTo>
                  <a:pt x="5066791" y="4858008"/>
                </a:lnTo>
                <a:lnTo>
                  <a:pt x="5064414" y="4906021"/>
                </a:lnTo>
                <a:lnTo>
                  <a:pt x="5057370" y="4953221"/>
                </a:lnTo>
                <a:lnTo>
                  <a:pt x="5045793" y="4999288"/>
                </a:lnTo>
                <a:lnTo>
                  <a:pt x="5029813" y="5043906"/>
                </a:lnTo>
                <a:lnTo>
                  <a:pt x="5009563" y="5086755"/>
                </a:lnTo>
                <a:lnTo>
                  <a:pt x="4985174" y="5127516"/>
                </a:lnTo>
                <a:lnTo>
                  <a:pt x="4956779" y="5165872"/>
                </a:lnTo>
                <a:lnTo>
                  <a:pt x="4924510" y="5201503"/>
                </a:lnTo>
                <a:lnTo>
                  <a:pt x="4888879" y="5233772"/>
                </a:lnTo>
                <a:lnTo>
                  <a:pt x="4850523" y="5262167"/>
                </a:lnTo>
                <a:lnTo>
                  <a:pt x="4809762" y="5286555"/>
                </a:lnTo>
                <a:lnTo>
                  <a:pt x="4766914" y="5306805"/>
                </a:lnTo>
                <a:lnTo>
                  <a:pt x="4722296" y="5322785"/>
                </a:lnTo>
                <a:lnTo>
                  <a:pt x="4676228" y="5334363"/>
                </a:lnTo>
                <a:lnTo>
                  <a:pt x="4629029" y="5341406"/>
                </a:lnTo>
                <a:lnTo>
                  <a:pt x="4581016" y="534378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191744" y="4181216"/>
            <a:ext cx="5067300" cy="5344160"/>
          </a:xfrm>
          <a:custGeom>
            <a:avLst/>
            <a:gdLst/>
            <a:ahLst/>
            <a:cxnLst/>
            <a:rect l="l" t="t" r="r" b="b"/>
            <a:pathLst>
              <a:path w="5067300" h="5344159">
                <a:moveTo>
                  <a:pt x="4581015" y="5343783"/>
                </a:moveTo>
                <a:lnTo>
                  <a:pt x="485774" y="5343783"/>
                </a:lnTo>
                <a:lnTo>
                  <a:pt x="437761" y="5341406"/>
                </a:lnTo>
                <a:lnTo>
                  <a:pt x="390562" y="5334363"/>
                </a:lnTo>
                <a:lnTo>
                  <a:pt x="344494" y="5322785"/>
                </a:lnTo>
                <a:lnTo>
                  <a:pt x="299876" y="5306805"/>
                </a:lnTo>
                <a:lnTo>
                  <a:pt x="257028" y="5286555"/>
                </a:lnTo>
                <a:lnTo>
                  <a:pt x="216266" y="5262167"/>
                </a:lnTo>
                <a:lnTo>
                  <a:pt x="177911" y="5233772"/>
                </a:lnTo>
                <a:lnTo>
                  <a:pt x="142280" y="5201503"/>
                </a:lnTo>
                <a:lnTo>
                  <a:pt x="110010" y="5165872"/>
                </a:lnTo>
                <a:lnTo>
                  <a:pt x="81616" y="5127516"/>
                </a:lnTo>
                <a:lnTo>
                  <a:pt x="57227" y="5086755"/>
                </a:lnTo>
                <a:lnTo>
                  <a:pt x="36977" y="5043906"/>
                </a:lnTo>
                <a:lnTo>
                  <a:pt x="20997" y="4999288"/>
                </a:lnTo>
                <a:lnTo>
                  <a:pt x="9420" y="4953221"/>
                </a:lnTo>
                <a:lnTo>
                  <a:pt x="2377" y="4906021"/>
                </a:lnTo>
                <a:lnTo>
                  <a:pt x="0" y="4858008"/>
                </a:lnTo>
                <a:lnTo>
                  <a:pt x="0" y="485774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6"/>
                </a:lnTo>
                <a:lnTo>
                  <a:pt x="57227" y="257028"/>
                </a:lnTo>
                <a:lnTo>
                  <a:pt x="81616" y="216266"/>
                </a:lnTo>
                <a:lnTo>
                  <a:pt x="110010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6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1" y="2377"/>
                </a:lnTo>
                <a:lnTo>
                  <a:pt x="485774" y="0"/>
                </a:lnTo>
                <a:lnTo>
                  <a:pt x="4581015" y="0"/>
                </a:lnTo>
                <a:lnTo>
                  <a:pt x="4629028" y="2377"/>
                </a:lnTo>
                <a:lnTo>
                  <a:pt x="4676228" y="9420"/>
                </a:lnTo>
                <a:lnTo>
                  <a:pt x="4722296" y="20997"/>
                </a:lnTo>
                <a:lnTo>
                  <a:pt x="4766914" y="36977"/>
                </a:lnTo>
                <a:lnTo>
                  <a:pt x="4809763" y="57227"/>
                </a:lnTo>
                <a:lnTo>
                  <a:pt x="4850524" y="81615"/>
                </a:lnTo>
                <a:lnTo>
                  <a:pt x="4888880" y="110010"/>
                </a:lnTo>
                <a:lnTo>
                  <a:pt x="4924511" y="142280"/>
                </a:lnTo>
                <a:lnTo>
                  <a:pt x="4956780" y="177911"/>
                </a:lnTo>
                <a:lnTo>
                  <a:pt x="4985175" y="216266"/>
                </a:lnTo>
                <a:lnTo>
                  <a:pt x="5009563" y="257028"/>
                </a:lnTo>
                <a:lnTo>
                  <a:pt x="5029813" y="299876"/>
                </a:lnTo>
                <a:lnTo>
                  <a:pt x="5045793" y="344494"/>
                </a:lnTo>
                <a:lnTo>
                  <a:pt x="5057370" y="390562"/>
                </a:lnTo>
                <a:lnTo>
                  <a:pt x="5064413" y="437762"/>
                </a:lnTo>
                <a:lnTo>
                  <a:pt x="5066790" y="485774"/>
                </a:lnTo>
                <a:lnTo>
                  <a:pt x="5066790" y="4858008"/>
                </a:lnTo>
                <a:lnTo>
                  <a:pt x="5064413" y="4906021"/>
                </a:lnTo>
                <a:lnTo>
                  <a:pt x="5057370" y="4953221"/>
                </a:lnTo>
                <a:lnTo>
                  <a:pt x="5045793" y="4999288"/>
                </a:lnTo>
                <a:lnTo>
                  <a:pt x="5029813" y="5043906"/>
                </a:lnTo>
                <a:lnTo>
                  <a:pt x="5009563" y="5086755"/>
                </a:lnTo>
                <a:lnTo>
                  <a:pt x="4985175" y="5127516"/>
                </a:lnTo>
                <a:lnTo>
                  <a:pt x="4956780" y="5165872"/>
                </a:lnTo>
                <a:lnTo>
                  <a:pt x="4924511" y="5201503"/>
                </a:lnTo>
                <a:lnTo>
                  <a:pt x="4888880" y="5233772"/>
                </a:lnTo>
                <a:lnTo>
                  <a:pt x="4850524" y="5262167"/>
                </a:lnTo>
                <a:lnTo>
                  <a:pt x="4809763" y="5286555"/>
                </a:lnTo>
                <a:lnTo>
                  <a:pt x="4766914" y="5306805"/>
                </a:lnTo>
                <a:lnTo>
                  <a:pt x="4722296" y="5322785"/>
                </a:lnTo>
                <a:lnTo>
                  <a:pt x="4676228" y="5334363"/>
                </a:lnTo>
                <a:lnTo>
                  <a:pt x="4629028" y="5341406"/>
                </a:lnTo>
                <a:lnTo>
                  <a:pt x="4581015" y="534378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2761" y="2721882"/>
            <a:ext cx="2918667" cy="291866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84666" y="2721882"/>
            <a:ext cx="2918667" cy="291866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268070" y="2721882"/>
            <a:ext cx="2918667" cy="291866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83771" y="6203262"/>
            <a:ext cx="5356646" cy="2562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spcBef>
                <a:spcPts val="100"/>
              </a:spcBef>
            </a:pPr>
            <a:r>
              <a:rPr lang="en-IN" sz="4200" b="1" spc="215" dirty="0">
                <a:solidFill>
                  <a:srgbClr val="1A1A1A"/>
                </a:solidFill>
                <a:latin typeface="Trebuchet MS"/>
              </a:rPr>
              <a:t>Citizens</a:t>
            </a:r>
          </a:p>
          <a:p>
            <a:pPr marL="12700" marR="5080" algn="ctr">
              <a:lnSpc>
                <a:spcPct val="114599"/>
              </a:lnSpc>
              <a:spcBef>
                <a:spcPts val="1700"/>
              </a:spcBef>
            </a:pPr>
            <a:r>
              <a:rPr lang="en-US" sz="2400" spc="60" dirty="0">
                <a:solidFill>
                  <a:srgbClr val="1A1A1A"/>
                </a:solidFill>
                <a:latin typeface="Lucida Sans Unicode"/>
                <a:cs typeface="Lucida Sans Unicode"/>
              </a:rPr>
              <a:t>Report civic issues instantly with photo, GPS &amp; real-time tracking.</a:t>
            </a:r>
            <a:br>
              <a:rPr lang="en-US" sz="2400" spc="60" dirty="0">
                <a:solidFill>
                  <a:srgbClr val="1A1A1A"/>
                </a:solidFill>
                <a:latin typeface="Lucida Sans Unicode"/>
                <a:cs typeface="Lucida Sans Unicode"/>
              </a:rPr>
            </a:br>
            <a:r>
              <a:rPr lang="en-US" sz="2400" spc="60" dirty="0">
                <a:solidFill>
                  <a:srgbClr val="1A1A1A"/>
                </a:solidFill>
                <a:latin typeface="Lucida Sans Unicode"/>
                <a:cs typeface="Lucida Sans Unicode"/>
              </a:rPr>
              <a:t>Stay informed with push notifications until resolution.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754258" y="5813222"/>
            <a:ext cx="4952744" cy="36333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spcBef>
                <a:spcPts val="100"/>
              </a:spcBef>
            </a:pPr>
            <a:r>
              <a:rPr lang="en-IN" sz="4200" b="1" spc="215" dirty="0">
                <a:solidFill>
                  <a:srgbClr val="1A1A1A"/>
                </a:solidFill>
                <a:latin typeface="Trebuchet MS"/>
              </a:rPr>
              <a:t> Municipal Departments</a:t>
            </a:r>
          </a:p>
          <a:p>
            <a:pPr marL="12700" marR="5080" algn="ctr">
              <a:lnSpc>
                <a:spcPct val="114599"/>
              </a:lnSpc>
              <a:spcBef>
                <a:spcPts val="1700"/>
              </a:spcBef>
            </a:pPr>
            <a:r>
              <a:rPr lang="en-US" sz="2400" spc="60" dirty="0">
                <a:solidFill>
                  <a:srgbClr val="1A1A1A"/>
                </a:solidFill>
                <a:latin typeface="Lucida Sans Unicode"/>
                <a:cs typeface="Lucida Sans Unicode"/>
              </a:rPr>
              <a:t>Receive AI-classified, prioritized complaints with smart workload distribution.</a:t>
            </a:r>
            <a:br>
              <a:rPr lang="en-US" sz="2400" spc="60" dirty="0">
                <a:solidFill>
                  <a:srgbClr val="1A1A1A"/>
                </a:solidFill>
                <a:latin typeface="Lucida Sans Unicode"/>
                <a:cs typeface="Lucida Sans Unicode"/>
              </a:rPr>
            </a:br>
            <a:r>
              <a:rPr lang="en-US" sz="2400" spc="60" dirty="0">
                <a:solidFill>
                  <a:srgbClr val="1A1A1A"/>
                </a:solidFill>
                <a:latin typeface="Lucida Sans Unicode"/>
                <a:cs typeface="Lucida Sans Unicode"/>
              </a:rPr>
              <a:t>Track performance &amp; reduce resolution time efficiently.</a:t>
            </a:r>
            <a:endParaRPr sz="2400" spc="60" dirty="0">
              <a:solidFill>
                <a:srgbClr val="1A1A1A"/>
              </a:solidFill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191744" y="5738026"/>
            <a:ext cx="5212485" cy="36333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spcBef>
                <a:spcPts val="100"/>
              </a:spcBef>
            </a:pPr>
            <a:r>
              <a:rPr lang="en-IN" sz="4200" b="1" spc="215" dirty="0">
                <a:solidFill>
                  <a:srgbClr val="1A1A1A"/>
                </a:solidFill>
                <a:latin typeface="Trebuchet MS"/>
              </a:rPr>
              <a:t>City Administrators</a:t>
            </a:r>
          </a:p>
          <a:p>
            <a:pPr marL="12700" marR="5080" algn="ctr">
              <a:lnSpc>
                <a:spcPct val="114599"/>
              </a:lnSpc>
              <a:spcBef>
                <a:spcPts val="1700"/>
              </a:spcBef>
            </a:pPr>
            <a:r>
              <a:rPr lang="en-US" sz="2400" spc="60" dirty="0">
                <a:solidFill>
                  <a:srgbClr val="1A1A1A"/>
                </a:solidFill>
                <a:latin typeface="Lucida Sans Unicode"/>
                <a:cs typeface="Lucida Sans Unicode"/>
              </a:rPr>
              <a:t>Access analytics dashboards, hotspot mapping &amp; predictive insights.</a:t>
            </a:r>
            <a:br>
              <a:rPr lang="en-US" sz="2400" spc="60" dirty="0">
                <a:solidFill>
                  <a:srgbClr val="1A1A1A"/>
                </a:solidFill>
                <a:latin typeface="Lucida Sans Unicode"/>
                <a:cs typeface="Lucida Sans Unicode"/>
              </a:rPr>
            </a:br>
            <a:r>
              <a:rPr lang="en-US" sz="2400" spc="60" dirty="0">
                <a:solidFill>
                  <a:srgbClr val="1A1A1A"/>
                </a:solidFill>
                <a:latin typeface="Lucida Sans Unicode"/>
                <a:cs typeface="Lucida Sans Unicode"/>
              </a:rPr>
              <a:t>Enable data-driven governance &amp; proactive planning.</a:t>
            </a:r>
            <a:endParaRPr sz="2400" spc="60" dirty="0">
              <a:solidFill>
                <a:srgbClr val="1A1A1A"/>
              </a:solidFill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5485" rIns="0" bIns="0" rtlCol="0">
            <a:spAutoFit/>
          </a:bodyPr>
          <a:lstStyle/>
          <a:p>
            <a:pPr marL="5617210">
              <a:lnSpc>
                <a:spcPct val="100000"/>
              </a:lnSpc>
              <a:spcBef>
                <a:spcPts val="100"/>
              </a:spcBef>
            </a:pPr>
            <a:r>
              <a:rPr spc="490" dirty="0"/>
              <a:t>Target</a:t>
            </a:r>
            <a:r>
              <a:rPr spc="-335" dirty="0"/>
              <a:t> </a:t>
            </a:r>
            <a:r>
              <a:rPr spc="400" dirty="0"/>
              <a:t>User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bject 3">
            <a:extLst>
              <a:ext uri="{FF2B5EF4-FFF2-40B4-BE49-F238E27FC236}">
                <a16:creationId xmlns:a16="http://schemas.microsoft.com/office/drawing/2014/main" id="{B435321E-FF6A-94ED-09BF-B24D81BE8324}"/>
              </a:ext>
            </a:extLst>
          </p:cNvPr>
          <p:cNvSpPr/>
          <p:nvPr/>
        </p:nvSpPr>
        <p:spPr>
          <a:xfrm>
            <a:off x="14122934" y="3390901"/>
            <a:ext cx="4012666" cy="5866764"/>
          </a:xfrm>
          <a:custGeom>
            <a:avLst/>
            <a:gdLst/>
            <a:ahLst/>
            <a:cxnLst/>
            <a:rect l="l" t="t" r="r" b="b"/>
            <a:pathLst>
              <a:path w="3761740" h="4114165">
                <a:moveTo>
                  <a:pt x="3289299" y="4114127"/>
                </a:moveTo>
                <a:lnTo>
                  <a:pt x="472188" y="4114127"/>
                </a:lnTo>
                <a:lnTo>
                  <a:pt x="437762" y="4112422"/>
                </a:lnTo>
                <a:lnTo>
                  <a:pt x="390562" y="4105379"/>
                </a:lnTo>
                <a:lnTo>
                  <a:pt x="344494" y="4093802"/>
                </a:lnTo>
                <a:lnTo>
                  <a:pt x="299876" y="4077822"/>
                </a:lnTo>
                <a:lnTo>
                  <a:pt x="257028" y="4057572"/>
                </a:lnTo>
                <a:lnTo>
                  <a:pt x="216266" y="4033184"/>
                </a:lnTo>
                <a:lnTo>
                  <a:pt x="177911" y="4004789"/>
                </a:lnTo>
                <a:lnTo>
                  <a:pt x="142280" y="3972520"/>
                </a:lnTo>
                <a:lnTo>
                  <a:pt x="110010" y="3936888"/>
                </a:lnTo>
                <a:lnTo>
                  <a:pt x="81615" y="3898533"/>
                </a:lnTo>
                <a:lnTo>
                  <a:pt x="57227" y="3857772"/>
                </a:lnTo>
                <a:lnTo>
                  <a:pt x="36977" y="3814923"/>
                </a:lnTo>
                <a:lnTo>
                  <a:pt x="20997" y="3770305"/>
                </a:lnTo>
                <a:lnTo>
                  <a:pt x="9420" y="3724237"/>
                </a:lnTo>
                <a:lnTo>
                  <a:pt x="2377" y="3677037"/>
                </a:lnTo>
                <a:lnTo>
                  <a:pt x="0" y="3629024"/>
                </a:lnTo>
                <a:lnTo>
                  <a:pt x="0" y="485775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7"/>
                </a:lnTo>
                <a:lnTo>
                  <a:pt x="57227" y="257028"/>
                </a:lnTo>
                <a:lnTo>
                  <a:pt x="81615" y="216266"/>
                </a:lnTo>
                <a:lnTo>
                  <a:pt x="110010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6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4" y="0"/>
                </a:lnTo>
                <a:lnTo>
                  <a:pt x="3275712" y="0"/>
                </a:lnTo>
                <a:lnTo>
                  <a:pt x="3323725" y="2377"/>
                </a:lnTo>
                <a:lnTo>
                  <a:pt x="3370925" y="9420"/>
                </a:lnTo>
                <a:lnTo>
                  <a:pt x="3416993" y="20997"/>
                </a:lnTo>
                <a:lnTo>
                  <a:pt x="3461610" y="36977"/>
                </a:lnTo>
                <a:lnTo>
                  <a:pt x="3504459" y="57227"/>
                </a:lnTo>
                <a:lnTo>
                  <a:pt x="3545220" y="81615"/>
                </a:lnTo>
                <a:lnTo>
                  <a:pt x="3583576" y="110010"/>
                </a:lnTo>
                <a:lnTo>
                  <a:pt x="3619207" y="142280"/>
                </a:lnTo>
                <a:lnTo>
                  <a:pt x="3651476" y="177911"/>
                </a:lnTo>
                <a:lnTo>
                  <a:pt x="3679871" y="216266"/>
                </a:lnTo>
                <a:lnTo>
                  <a:pt x="3704260" y="257028"/>
                </a:lnTo>
                <a:lnTo>
                  <a:pt x="3724510" y="299877"/>
                </a:lnTo>
                <a:lnTo>
                  <a:pt x="3740490" y="344494"/>
                </a:lnTo>
                <a:lnTo>
                  <a:pt x="3752067" y="390562"/>
                </a:lnTo>
                <a:lnTo>
                  <a:pt x="3759110" y="437762"/>
                </a:lnTo>
                <a:lnTo>
                  <a:pt x="3761487" y="485775"/>
                </a:lnTo>
                <a:lnTo>
                  <a:pt x="3761487" y="3629024"/>
                </a:lnTo>
                <a:lnTo>
                  <a:pt x="3759110" y="3677037"/>
                </a:lnTo>
                <a:lnTo>
                  <a:pt x="3752067" y="3724237"/>
                </a:lnTo>
                <a:lnTo>
                  <a:pt x="3740490" y="3770305"/>
                </a:lnTo>
                <a:lnTo>
                  <a:pt x="3724510" y="3814923"/>
                </a:lnTo>
                <a:lnTo>
                  <a:pt x="3704260" y="3857772"/>
                </a:lnTo>
                <a:lnTo>
                  <a:pt x="3679871" y="3898533"/>
                </a:lnTo>
                <a:lnTo>
                  <a:pt x="3651476" y="3936888"/>
                </a:lnTo>
                <a:lnTo>
                  <a:pt x="3619207" y="3972520"/>
                </a:lnTo>
                <a:lnTo>
                  <a:pt x="3583576" y="4004789"/>
                </a:lnTo>
                <a:lnTo>
                  <a:pt x="3545220" y="4033184"/>
                </a:lnTo>
                <a:lnTo>
                  <a:pt x="3504459" y="4057572"/>
                </a:lnTo>
                <a:lnTo>
                  <a:pt x="3461610" y="4077822"/>
                </a:lnTo>
                <a:lnTo>
                  <a:pt x="3416993" y="4093802"/>
                </a:lnTo>
                <a:lnTo>
                  <a:pt x="3370925" y="4105379"/>
                </a:lnTo>
                <a:lnTo>
                  <a:pt x="3323725" y="4112422"/>
                </a:lnTo>
                <a:lnTo>
                  <a:pt x="3289299" y="411412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object 3">
            <a:extLst>
              <a:ext uri="{FF2B5EF4-FFF2-40B4-BE49-F238E27FC236}">
                <a16:creationId xmlns:a16="http://schemas.microsoft.com/office/drawing/2014/main" id="{9957C555-4C4C-78C7-3E95-B693BB3A19FD}"/>
              </a:ext>
            </a:extLst>
          </p:cNvPr>
          <p:cNvSpPr/>
          <p:nvPr/>
        </p:nvSpPr>
        <p:spPr>
          <a:xfrm>
            <a:off x="9541906" y="3390901"/>
            <a:ext cx="4493989" cy="5866764"/>
          </a:xfrm>
          <a:custGeom>
            <a:avLst/>
            <a:gdLst/>
            <a:ahLst/>
            <a:cxnLst/>
            <a:rect l="l" t="t" r="r" b="b"/>
            <a:pathLst>
              <a:path w="3761740" h="4114165">
                <a:moveTo>
                  <a:pt x="3289299" y="4114127"/>
                </a:moveTo>
                <a:lnTo>
                  <a:pt x="472188" y="4114127"/>
                </a:lnTo>
                <a:lnTo>
                  <a:pt x="437762" y="4112422"/>
                </a:lnTo>
                <a:lnTo>
                  <a:pt x="390562" y="4105379"/>
                </a:lnTo>
                <a:lnTo>
                  <a:pt x="344494" y="4093802"/>
                </a:lnTo>
                <a:lnTo>
                  <a:pt x="299876" y="4077822"/>
                </a:lnTo>
                <a:lnTo>
                  <a:pt x="257028" y="4057572"/>
                </a:lnTo>
                <a:lnTo>
                  <a:pt x="216266" y="4033184"/>
                </a:lnTo>
                <a:lnTo>
                  <a:pt x="177911" y="4004789"/>
                </a:lnTo>
                <a:lnTo>
                  <a:pt x="142280" y="3972520"/>
                </a:lnTo>
                <a:lnTo>
                  <a:pt x="110010" y="3936888"/>
                </a:lnTo>
                <a:lnTo>
                  <a:pt x="81615" y="3898533"/>
                </a:lnTo>
                <a:lnTo>
                  <a:pt x="57227" y="3857772"/>
                </a:lnTo>
                <a:lnTo>
                  <a:pt x="36977" y="3814923"/>
                </a:lnTo>
                <a:lnTo>
                  <a:pt x="20997" y="3770305"/>
                </a:lnTo>
                <a:lnTo>
                  <a:pt x="9420" y="3724237"/>
                </a:lnTo>
                <a:lnTo>
                  <a:pt x="2377" y="3677037"/>
                </a:lnTo>
                <a:lnTo>
                  <a:pt x="0" y="3629024"/>
                </a:lnTo>
                <a:lnTo>
                  <a:pt x="0" y="485775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7"/>
                </a:lnTo>
                <a:lnTo>
                  <a:pt x="57227" y="257028"/>
                </a:lnTo>
                <a:lnTo>
                  <a:pt x="81615" y="216266"/>
                </a:lnTo>
                <a:lnTo>
                  <a:pt x="110010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6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4" y="0"/>
                </a:lnTo>
                <a:lnTo>
                  <a:pt x="3275712" y="0"/>
                </a:lnTo>
                <a:lnTo>
                  <a:pt x="3323725" y="2377"/>
                </a:lnTo>
                <a:lnTo>
                  <a:pt x="3370925" y="9420"/>
                </a:lnTo>
                <a:lnTo>
                  <a:pt x="3416993" y="20997"/>
                </a:lnTo>
                <a:lnTo>
                  <a:pt x="3461610" y="36977"/>
                </a:lnTo>
                <a:lnTo>
                  <a:pt x="3504459" y="57227"/>
                </a:lnTo>
                <a:lnTo>
                  <a:pt x="3545220" y="81615"/>
                </a:lnTo>
                <a:lnTo>
                  <a:pt x="3583576" y="110010"/>
                </a:lnTo>
                <a:lnTo>
                  <a:pt x="3619207" y="142280"/>
                </a:lnTo>
                <a:lnTo>
                  <a:pt x="3651476" y="177911"/>
                </a:lnTo>
                <a:lnTo>
                  <a:pt x="3679871" y="216266"/>
                </a:lnTo>
                <a:lnTo>
                  <a:pt x="3704260" y="257028"/>
                </a:lnTo>
                <a:lnTo>
                  <a:pt x="3724510" y="299877"/>
                </a:lnTo>
                <a:lnTo>
                  <a:pt x="3740490" y="344494"/>
                </a:lnTo>
                <a:lnTo>
                  <a:pt x="3752067" y="390562"/>
                </a:lnTo>
                <a:lnTo>
                  <a:pt x="3759110" y="437762"/>
                </a:lnTo>
                <a:lnTo>
                  <a:pt x="3761487" y="485775"/>
                </a:lnTo>
                <a:lnTo>
                  <a:pt x="3761487" y="3629024"/>
                </a:lnTo>
                <a:lnTo>
                  <a:pt x="3759110" y="3677037"/>
                </a:lnTo>
                <a:lnTo>
                  <a:pt x="3752067" y="3724237"/>
                </a:lnTo>
                <a:lnTo>
                  <a:pt x="3740490" y="3770305"/>
                </a:lnTo>
                <a:lnTo>
                  <a:pt x="3724510" y="3814923"/>
                </a:lnTo>
                <a:lnTo>
                  <a:pt x="3704260" y="3857772"/>
                </a:lnTo>
                <a:lnTo>
                  <a:pt x="3679871" y="3898533"/>
                </a:lnTo>
                <a:lnTo>
                  <a:pt x="3651476" y="3936888"/>
                </a:lnTo>
                <a:lnTo>
                  <a:pt x="3619207" y="3972520"/>
                </a:lnTo>
                <a:lnTo>
                  <a:pt x="3583576" y="4004789"/>
                </a:lnTo>
                <a:lnTo>
                  <a:pt x="3545220" y="4033184"/>
                </a:lnTo>
                <a:lnTo>
                  <a:pt x="3504459" y="4057572"/>
                </a:lnTo>
                <a:lnTo>
                  <a:pt x="3461610" y="4077822"/>
                </a:lnTo>
                <a:lnTo>
                  <a:pt x="3416993" y="4093802"/>
                </a:lnTo>
                <a:lnTo>
                  <a:pt x="3370925" y="4105379"/>
                </a:lnTo>
                <a:lnTo>
                  <a:pt x="3323725" y="4112422"/>
                </a:lnTo>
                <a:lnTo>
                  <a:pt x="3289299" y="411412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C3801399-0C4D-CFAC-BABD-840A7DA4D129}"/>
              </a:ext>
            </a:extLst>
          </p:cNvPr>
          <p:cNvSpPr/>
          <p:nvPr/>
        </p:nvSpPr>
        <p:spPr>
          <a:xfrm>
            <a:off x="4847153" y="3446045"/>
            <a:ext cx="4493989" cy="5866764"/>
          </a:xfrm>
          <a:custGeom>
            <a:avLst/>
            <a:gdLst/>
            <a:ahLst/>
            <a:cxnLst/>
            <a:rect l="l" t="t" r="r" b="b"/>
            <a:pathLst>
              <a:path w="3761740" h="4114165">
                <a:moveTo>
                  <a:pt x="3289299" y="4114127"/>
                </a:moveTo>
                <a:lnTo>
                  <a:pt x="472188" y="4114127"/>
                </a:lnTo>
                <a:lnTo>
                  <a:pt x="437762" y="4112422"/>
                </a:lnTo>
                <a:lnTo>
                  <a:pt x="390562" y="4105379"/>
                </a:lnTo>
                <a:lnTo>
                  <a:pt x="344494" y="4093802"/>
                </a:lnTo>
                <a:lnTo>
                  <a:pt x="299876" y="4077822"/>
                </a:lnTo>
                <a:lnTo>
                  <a:pt x="257028" y="4057572"/>
                </a:lnTo>
                <a:lnTo>
                  <a:pt x="216266" y="4033184"/>
                </a:lnTo>
                <a:lnTo>
                  <a:pt x="177911" y="4004789"/>
                </a:lnTo>
                <a:lnTo>
                  <a:pt x="142280" y="3972520"/>
                </a:lnTo>
                <a:lnTo>
                  <a:pt x="110010" y="3936888"/>
                </a:lnTo>
                <a:lnTo>
                  <a:pt x="81615" y="3898533"/>
                </a:lnTo>
                <a:lnTo>
                  <a:pt x="57227" y="3857772"/>
                </a:lnTo>
                <a:lnTo>
                  <a:pt x="36977" y="3814923"/>
                </a:lnTo>
                <a:lnTo>
                  <a:pt x="20997" y="3770305"/>
                </a:lnTo>
                <a:lnTo>
                  <a:pt x="9420" y="3724237"/>
                </a:lnTo>
                <a:lnTo>
                  <a:pt x="2377" y="3677037"/>
                </a:lnTo>
                <a:lnTo>
                  <a:pt x="0" y="3629024"/>
                </a:lnTo>
                <a:lnTo>
                  <a:pt x="0" y="485775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7"/>
                </a:lnTo>
                <a:lnTo>
                  <a:pt x="57227" y="257028"/>
                </a:lnTo>
                <a:lnTo>
                  <a:pt x="81615" y="216266"/>
                </a:lnTo>
                <a:lnTo>
                  <a:pt x="110010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6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4" y="0"/>
                </a:lnTo>
                <a:lnTo>
                  <a:pt x="3275712" y="0"/>
                </a:lnTo>
                <a:lnTo>
                  <a:pt x="3323725" y="2377"/>
                </a:lnTo>
                <a:lnTo>
                  <a:pt x="3370925" y="9420"/>
                </a:lnTo>
                <a:lnTo>
                  <a:pt x="3416993" y="20997"/>
                </a:lnTo>
                <a:lnTo>
                  <a:pt x="3461610" y="36977"/>
                </a:lnTo>
                <a:lnTo>
                  <a:pt x="3504459" y="57227"/>
                </a:lnTo>
                <a:lnTo>
                  <a:pt x="3545220" y="81615"/>
                </a:lnTo>
                <a:lnTo>
                  <a:pt x="3583576" y="110010"/>
                </a:lnTo>
                <a:lnTo>
                  <a:pt x="3619207" y="142280"/>
                </a:lnTo>
                <a:lnTo>
                  <a:pt x="3651476" y="177911"/>
                </a:lnTo>
                <a:lnTo>
                  <a:pt x="3679871" y="216266"/>
                </a:lnTo>
                <a:lnTo>
                  <a:pt x="3704260" y="257028"/>
                </a:lnTo>
                <a:lnTo>
                  <a:pt x="3724510" y="299877"/>
                </a:lnTo>
                <a:lnTo>
                  <a:pt x="3740490" y="344494"/>
                </a:lnTo>
                <a:lnTo>
                  <a:pt x="3752067" y="390562"/>
                </a:lnTo>
                <a:lnTo>
                  <a:pt x="3759110" y="437762"/>
                </a:lnTo>
                <a:lnTo>
                  <a:pt x="3761487" y="485775"/>
                </a:lnTo>
                <a:lnTo>
                  <a:pt x="3761487" y="3629024"/>
                </a:lnTo>
                <a:lnTo>
                  <a:pt x="3759110" y="3677037"/>
                </a:lnTo>
                <a:lnTo>
                  <a:pt x="3752067" y="3724237"/>
                </a:lnTo>
                <a:lnTo>
                  <a:pt x="3740490" y="3770305"/>
                </a:lnTo>
                <a:lnTo>
                  <a:pt x="3724510" y="3814923"/>
                </a:lnTo>
                <a:lnTo>
                  <a:pt x="3704260" y="3857772"/>
                </a:lnTo>
                <a:lnTo>
                  <a:pt x="3679871" y="3898533"/>
                </a:lnTo>
                <a:lnTo>
                  <a:pt x="3651476" y="3936888"/>
                </a:lnTo>
                <a:lnTo>
                  <a:pt x="3619207" y="3972520"/>
                </a:lnTo>
                <a:lnTo>
                  <a:pt x="3583576" y="4004789"/>
                </a:lnTo>
                <a:lnTo>
                  <a:pt x="3545220" y="4033184"/>
                </a:lnTo>
                <a:lnTo>
                  <a:pt x="3504459" y="4057572"/>
                </a:lnTo>
                <a:lnTo>
                  <a:pt x="3461610" y="4077822"/>
                </a:lnTo>
                <a:lnTo>
                  <a:pt x="3416993" y="4093802"/>
                </a:lnTo>
                <a:lnTo>
                  <a:pt x="3370925" y="4105379"/>
                </a:lnTo>
                <a:lnTo>
                  <a:pt x="3323725" y="4112422"/>
                </a:lnTo>
                <a:lnTo>
                  <a:pt x="3289299" y="411412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object 2"/>
          <p:cNvSpPr/>
          <p:nvPr/>
        </p:nvSpPr>
        <p:spPr>
          <a:xfrm>
            <a:off x="834050" y="149650"/>
            <a:ext cx="16225519" cy="2307049"/>
          </a:xfrm>
          <a:custGeom>
            <a:avLst/>
            <a:gdLst/>
            <a:ahLst/>
            <a:cxnLst/>
            <a:rect l="l" t="t" r="r" b="b"/>
            <a:pathLst>
              <a:path w="16225519" h="3618229">
                <a:moveTo>
                  <a:pt x="15744825" y="3618177"/>
                </a:moveTo>
                <a:lnTo>
                  <a:pt x="485775" y="3618177"/>
                </a:lnTo>
                <a:lnTo>
                  <a:pt x="437762" y="3615800"/>
                </a:lnTo>
                <a:lnTo>
                  <a:pt x="390562" y="3608757"/>
                </a:lnTo>
                <a:lnTo>
                  <a:pt x="344494" y="3597180"/>
                </a:lnTo>
                <a:lnTo>
                  <a:pt x="299877" y="3581200"/>
                </a:lnTo>
                <a:lnTo>
                  <a:pt x="257028" y="3560950"/>
                </a:lnTo>
                <a:lnTo>
                  <a:pt x="216266" y="3536561"/>
                </a:lnTo>
                <a:lnTo>
                  <a:pt x="177911" y="3508166"/>
                </a:lnTo>
                <a:lnTo>
                  <a:pt x="142280" y="3475897"/>
                </a:lnTo>
                <a:lnTo>
                  <a:pt x="110010" y="3440266"/>
                </a:lnTo>
                <a:lnTo>
                  <a:pt x="81615" y="3401910"/>
                </a:lnTo>
                <a:lnTo>
                  <a:pt x="57227" y="3361149"/>
                </a:lnTo>
                <a:lnTo>
                  <a:pt x="36977" y="3318300"/>
                </a:lnTo>
                <a:lnTo>
                  <a:pt x="20997" y="3273683"/>
                </a:lnTo>
                <a:lnTo>
                  <a:pt x="9420" y="3227615"/>
                </a:lnTo>
                <a:lnTo>
                  <a:pt x="2377" y="3180415"/>
                </a:lnTo>
                <a:lnTo>
                  <a:pt x="0" y="3132402"/>
                </a:lnTo>
                <a:lnTo>
                  <a:pt x="0" y="485775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7"/>
                </a:lnTo>
                <a:lnTo>
                  <a:pt x="57227" y="257028"/>
                </a:lnTo>
                <a:lnTo>
                  <a:pt x="81615" y="216266"/>
                </a:lnTo>
                <a:lnTo>
                  <a:pt x="110010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7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5" y="0"/>
                </a:lnTo>
                <a:lnTo>
                  <a:pt x="15744825" y="0"/>
                </a:lnTo>
                <a:lnTo>
                  <a:pt x="15792838" y="2377"/>
                </a:lnTo>
                <a:lnTo>
                  <a:pt x="15840038" y="9420"/>
                </a:lnTo>
                <a:lnTo>
                  <a:pt x="15886106" y="20997"/>
                </a:lnTo>
                <a:lnTo>
                  <a:pt x="15930723" y="36977"/>
                </a:lnTo>
                <a:lnTo>
                  <a:pt x="15973572" y="57227"/>
                </a:lnTo>
                <a:lnTo>
                  <a:pt x="16014333" y="81615"/>
                </a:lnTo>
                <a:lnTo>
                  <a:pt x="16052688" y="110010"/>
                </a:lnTo>
                <a:lnTo>
                  <a:pt x="16088319" y="142280"/>
                </a:lnTo>
                <a:lnTo>
                  <a:pt x="16120589" y="177911"/>
                </a:lnTo>
                <a:lnTo>
                  <a:pt x="16148984" y="216266"/>
                </a:lnTo>
                <a:lnTo>
                  <a:pt x="16173373" y="257028"/>
                </a:lnTo>
                <a:lnTo>
                  <a:pt x="16193623" y="299877"/>
                </a:lnTo>
                <a:lnTo>
                  <a:pt x="16209602" y="344494"/>
                </a:lnTo>
                <a:lnTo>
                  <a:pt x="16221180" y="390562"/>
                </a:lnTo>
                <a:lnTo>
                  <a:pt x="16225266" y="417942"/>
                </a:lnTo>
                <a:lnTo>
                  <a:pt x="16225266" y="3200235"/>
                </a:lnTo>
                <a:lnTo>
                  <a:pt x="16209602" y="3273683"/>
                </a:lnTo>
                <a:lnTo>
                  <a:pt x="16193623" y="3318300"/>
                </a:lnTo>
                <a:lnTo>
                  <a:pt x="16173373" y="3361149"/>
                </a:lnTo>
                <a:lnTo>
                  <a:pt x="16148984" y="3401910"/>
                </a:lnTo>
                <a:lnTo>
                  <a:pt x="16120589" y="3440266"/>
                </a:lnTo>
                <a:lnTo>
                  <a:pt x="16088319" y="3475897"/>
                </a:lnTo>
                <a:lnTo>
                  <a:pt x="16052688" y="3508166"/>
                </a:lnTo>
                <a:lnTo>
                  <a:pt x="16014333" y="3536561"/>
                </a:lnTo>
                <a:lnTo>
                  <a:pt x="15973572" y="3560950"/>
                </a:lnTo>
                <a:lnTo>
                  <a:pt x="15930723" y="3581200"/>
                </a:lnTo>
                <a:lnTo>
                  <a:pt x="15886106" y="3597180"/>
                </a:lnTo>
                <a:lnTo>
                  <a:pt x="15840038" y="3608757"/>
                </a:lnTo>
                <a:lnTo>
                  <a:pt x="15792838" y="3615800"/>
                </a:lnTo>
                <a:lnTo>
                  <a:pt x="15744825" y="36181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52401" y="3390901"/>
            <a:ext cx="4493988" cy="5866764"/>
          </a:xfrm>
          <a:custGeom>
            <a:avLst/>
            <a:gdLst/>
            <a:ahLst/>
            <a:cxnLst/>
            <a:rect l="l" t="t" r="r" b="b"/>
            <a:pathLst>
              <a:path w="3761740" h="4114165">
                <a:moveTo>
                  <a:pt x="3289299" y="4114127"/>
                </a:moveTo>
                <a:lnTo>
                  <a:pt x="472188" y="4114127"/>
                </a:lnTo>
                <a:lnTo>
                  <a:pt x="437762" y="4112422"/>
                </a:lnTo>
                <a:lnTo>
                  <a:pt x="390562" y="4105379"/>
                </a:lnTo>
                <a:lnTo>
                  <a:pt x="344494" y="4093802"/>
                </a:lnTo>
                <a:lnTo>
                  <a:pt x="299876" y="4077822"/>
                </a:lnTo>
                <a:lnTo>
                  <a:pt x="257028" y="4057572"/>
                </a:lnTo>
                <a:lnTo>
                  <a:pt x="216266" y="4033184"/>
                </a:lnTo>
                <a:lnTo>
                  <a:pt x="177911" y="4004789"/>
                </a:lnTo>
                <a:lnTo>
                  <a:pt x="142280" y="3972520"/>
                </a:lnTo>
                <a:lnTo>
                  <a:pt x="110010" y="3936888"/>
                </a:lnTo>
                <a:lnTo>
                  <a:pt x="81615" y="3898533"/>
                </a:lnTo>
                <a:lnTo>
                  <a:pt x="57227" y="3857772"/>
                </a:lnTo>
                <a:lnTo>
                  <a:pt x="36977" y="3814923"/>
                </a:lnTo>
                <a:lnTo>
                  <a:pt x="20997" y="3770305"/>
                </a:lnTo>
                <a:lnTo>
                  <a:pt x="9420" y="3724237"/>
                </a:lnTo>
                <a:lnTo>
                  <a:pt x="2377" y="3677037"/>
                </a:lnTo>
                <a:lnTo>
                  <a:pt x="0" y="3629024"/>
                </a:lnTo>
                <a:lnTo>
                  <a:pt x="0" y="485775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7"/>
                </a:lnTo>
                <a:lnTo>
                  <a:pt x="57227" y="257028"/>
                </a:lnTo>
                <a:lnTo>
                  <a:pt x="81615" y="216266"/>
                </a:lnTo>
                <a:lnTo>
                  <a:pt x="110010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6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4" y="0"/>
                </a:lnTo>
                <a:lnTo>
                  <a:pt x="3275712" y="0"/>
                </a:lnTo>
                <a:lnTo>
                  <a:pt x="3323725" y="2377"/>
                </a:lnTo>
                <a:lnTo>
                  <a:pt x="3370925" y="9420"/>
                </a:lnTo>
                <a:lnTo>
                  <a:pt x="3416993" y="20997"/>
                </a:lnTo>
                <a:lnTo>
                  <a:pt x="3461610" y="36977"/>
                </a:lnTo>
                <a:lnTo>
                  <a:pt x="3504459" y="57227"/>
                </a:lnTo>
                <a:lnTo>
                  <a:pt x="3545220" y="81615"/>
                </a:lnTo>
                <a:lnTo>
                  <a:pt x="3583576" y="110010"/>
                </a:lnTo>
                <a:lnTo>
                  <a:pt x="3619207" y="142280"/>
                </a:lnTo>
                <a:lnTo>
                  <a:pt x="3651476" y="177911"/>
                </a:lnTo>
                <a:lnTo>
                  <a:pt x="3679871" y="216266"/>
                </a:lnTo>
                <a:lnTo>
                  <a:pt x="3704260" y="257028"/>
                </a:lnTo>
                <a:lnTo>
                  <a:pt x="3724510" y="299877"/>
                </a:lnTo>
                <a:lnTo>
                  <a:pt x="3740490" y="344494"/>
                </a:lnTo>
                <a:lnTo>
                  <a:pt x="3752067" y="390562"/>
                </a:lnTo>
                <a:lnTo>
                  <a:pt x="3759110" y="437762"/>
                </a:lnTo>
                <a:lnTo>
                  <a:pt x="3761487" y="485775"/>
                </a:lnTo>
                <a:lnTo>
                  <a:pt x="3761487" y="3629024"/>
                </a:lnTo>
                <a:lnTo>
                  <a:pt x="3759110" y="3677037"/>
                </a:lnTo>
                <a:lnTo>
                  <a:pt x="3752067" y="3724237"/>
                </a:lnTo>
                <a:lnTo>
                  <a:pt x="3740490" y="3770305"/>
                </a:lnTo>
                <a:lnTo>
                  <a:pt x="3724510" y="3814923"/>
                </a:lnTo>
                <a:lnTo>
                  <a:pt x="3704260" y="3857772"/>
                </a:lnTo>
                <a:lnTo>
                  <a:pt x="3679871" y="3898533"/>
                </a:lnTo>
                <a:lnTo>
                  <a:pt x="3651476" y="3936888"/>
                </a:lnTo>
                <a:lnTo>
                  <a:pt x="3619207" y="3972520"/>
                </a:lnTo>
                <a:lnTo>
                  <a:pt x="3583576" y="4004789"/>
                </a:lnTo>
                <a:lnTo>
                  <a:pt x="3545220" y="4033184"/>
                </a:lnTo>
                <a:lnTo>
                  <a:pt x="3504459" y="4057572"/>
                </a:lnTo>
                <a:lnTo>
                  <a:pt x="3461610" y="4077822"/>
                </a:lnTo>
                <a:lnTo>
                  <a:pt x="3416993" y="4093802"/>
                </a:lnTo>
                <a:lnTo>
                  <a:pt x="3370925" y="4105379"/>
                </a:lnTo>
                <a:lnTo>
                  <a:pt x="3323725" y="4112422"/>
                </a:lnTo>
                <a:lnTo>
                  <a:pt x="3289299" y="411412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1720987" y="3907573"/>
            <a:ext cx="1500864" cy="1475972"/>
            <a:chOff x="2300879" y="5696196"/>
            <a:chExt cx="1217295" cy="103505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00879" y="5750426"/>
              <a:ext cx="548759" cy="65471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18573" y="5696196"/>
              <a:ext cx="799388" cy="1034808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6477000" y="3984904"/>
            <a:ext cx="856615" cy="1062355"/>
            <a:chOff x="6662799" y="5668691"/>
            <a:chExt cx="856615" cy="1062355"/>
          </a:xfrm>
        </p:grpSpPr>
        <p:sp>
          <p:nvSpPr>
            <p:cNvPr id="11" name="object 11"/>
            <p:cNvSpPr/>
            <p:nvPr/>
          </p:nvSpPr>
          <p:spPr>
            <a:xfrm>
              <a:off x="6662788" y="5668695"/>
              <a:ext cx="856615" cy="1062355"/>
            </a:xfrm>
            <a:custGeom>
              <a:avLst/>
              <a:gdLst/>
              <a:ahLst/>
              <a:cxnLst/>
              <a:rect l="l" t="t" r="r" b="b"/>
              <a:pathLst>
                <a:path w="856615" h="1062354">
                  <a:moveTo>
                    <a:pt x="856107" y="487629"/>
                  </a:moveTo>
                  <a:lnTo>
                    <a:pt x="525094" y="487629"/>
                  </a:lnTo>
                  <a:lnTo>
                    <a:pt x="403809" y="608914"/>
                  </a:lnTo>
                  <a:lnTo>
                    <a:pt x="240131" y="772566"/>
                  </a:lnTo>
                  <a:lnTo>
                    <a:pt x="406234" y="937475"/>
                  </a:lnTo>
                  <a:lnTo>
                    <a:pt x="530593" y="1061821"/>
                  </a:lnTo>
                  <a:lnTo>
                    <a:pt x="856107" y="1061821"/>
                  </a:lnTo>
                  <a:lnTo>
                    <a:pt x="569595" y="774128"/>
                  </a:lnTo>
                  <a:lnTo>
                    <a:pt x="856107" y="487629"/>
                  </a:lnTo>
                  <a:close/>
                </a:path>
                <a:path w="856615" h="1062354">
                  <a:moveTo>
                    <a:pt x="856107" y="0"/>
                  </a:moveTo>
                  <a:lnTo>
                    <a:pt x="528789" y="0"/>
                  </a:lnTo>
                  <a:lnTo>
                    <a:pt x="0" y="528789"/>
                  </a:lnTo>
                  <a:lnTo>
                    <a:pt x="163664" y="692442"/>
                  </a:lnTo>
                  <a:lnTo>
                    <a:pt x="856107" y="0"/>
                  </a:lnTo>
                  <a:close/>
                </a:path>
              </a:pathLst>
            </a:custGeom>
            <a:solidFill>
              <a:srgbClr val="FFDE58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69035" y="6456616"/>
              <a:ext cx="149542" cy="149542"/>
            </a:xfrm>
            <a:prstGeom prst="rect">
              <a:avLst/>
            </a:prstGeom>
          </p:spPr>
        </p:pic>
      </p:grpSp>
      <p:sp>
        <p:nvSpPr>
          <p:cNvPr id="13" name="object 13"/>
          <p:cNvSpPr/>
          <p:nvPr/>
        </p:nvSpPr>
        <p:spPr>
          <a:xfrm>
            <a:off x="11184062" y="3907573"/>
            <a:ext cx="1209675" cy="1062990"/>
          </a:xfrm>
          <a:custGeom>
            <a:avLst/>
            <a:gdLst/>
            <a:ahLst/>
            <a:cxnLst/>
            <a:rect l="l" t="t" r="r" b="b"/>
            <a:pathLst>
              <a:path w="1209675" h="1062990">
                <a:moveTo>
                  <a:pt x="392309" y="462191"/>
                </a:moveTo>
                <a:lnTo>
                  <a:pt x="378646" y="459166"/>
                </a:lnTo>
                <a:lnTo>
                  <a:pt x="366955" y="450741"/>
                </a:lnTo>
                <a:lnTo>
                  <a:pt x="8491" y="56096"/>
                </a:lnTo>
                <a:lnTo>
                  <a:pt x="0" y="38126"/>
                </a:lnTo>
                <a:lnTo>
                  <a:pt x="2778" y="20574"/>
                </a:lnTo>
                <a:lnTo>
                  <a:pt x="2890" y="19866"/>
                </a:lnTo>
                <a:lnTo>
                  <a:pt x="15120" y="5696"/>
                </a:lnTo>
                <a:lnTo>
                  <a:pt x="34646" y="0"/>
                </a:lnTo>
                <a:lnTo>
                  <a:pt x="786129" y="0"/>
                </a:lnTo>
                <a:lnTo>
                  <a:pt x="805910" y="5895"/>
                </a:lnTo>
                <a:lnTo>
                  <a:pt x="811065" y="11998"/>
                </a:lnTo>
                <a:lnTo>
                  <a:pt x="818196" y="20574"/>
                </a:lnTo>
                <a:lnTo>
                  <a:pt x="820609" y="39240"/>
                </a:lnTo>
                <a:lnTo>
                  <a:pt x="811194" y="57226"/>
                </a:lnTo>
                <a:lnTo>
                  <a:pt x="418180" y="451880"/>
                </a:lnTo>
                <a:lnTo>
                  <a:pt x="406101" y="459776"/>
                </a:lnTo>
                <a:lnTo>
                  <a:pt x="392309" y="462191"/>
                </a:lnTo>
                <a:close/>
              </a:path>
              <a:path w="1209675" h="1062990">
                <a:moveTo>
                  <a:pt x="284123" y="1062923"/>
                </a:moveTo>
                <a:lnTo>
                  <a:pt x="35806" y="1062923"/>
                </a:lnTo>
                <a:lnTo>
                  <a:pt x="28896" y="1061309"/>
                </a:lnTo>
                <a:lnTo>
                  <a:pt x="23836" y="1057226"/>
                </a:lnTo>
                <a:lnTo>
                  <a:pt x="23572" y="1056996"/>
                </a:lnTo>
                <a:lnTo>
                  <a:pt x="20196" y="1050925"/>
                </a:lnTo>
                <a:lnTo>
                  <a:pt x="19026" y="1043844"/>
                </a:lnTo>
                <a:lnTo>
                  <a:pt x="19056" y="1039265"/>
                </a:lnTo>
                <a:lnTo>
                  <a:pt x="20582" y="1034607"/>
                </a:lnTo>
                <a:lnTo>
                  <a:pt x="456903" y="544757"/>
                </a:lnTo>
                <a:lnTo>
                  <a:pt x="457522" y="544034"/>
                </a:lnTo>
                <a:lnTo>
                  <a:pt x="461650" y="539430"/>
                </a:lnTo>
                <a:lnTo>
                  <a:pt x="965272" y="0"/>
                </a:lnTo>
                <a:lnTo>
                  <a:pt x="1192785" y="0"/>
                </a:lnTo>
                <a:lnTo>
                  <a:pt x="1199698" y="1614"/>
                </a:lnTo>
                <a:lnTo>
                  <a:pt x="1205005" y="5895"/>
                </a:lnTo>
                <a:lnTo>
                  <a:pt x="1208397" y="11998"/>
                </a:lnTo>
                <a:lnTo>
                  <a:pt x="1209565" y="19078"/>
                </a:lnTo>
                <a:lnTo>
                  <a:pt x="1209540" y="23657"/>
                </a:lnTo>
                <a:lnTo>
                  <a:pt x="1208019" y="28315"/>
                </a:lnTo>
                <a:lnTo>
                  <a:pt x="284123" y="1062923"/>
                </a:lnTo>
                <a:close/>
              </a:path>
              <a:path w="1209675" h="1062990">
                <a:moveTo>
                  <a:pt x="1175605" y="1062923"/>
                </a:moveTo>
                <a:lnTo>
                  <a:pt x="444355" y="1062923"/>
                </a:lnTo>
                <a:lnTo>
                  <a:pt x="425000" y="1056996"/>
                </a:lnTo>
                <a:lnTo>
                  <a:pt x="413147" y="1042349"/>
                </a:lnTo>
                <a:lnTo>
                  <a:pt x="410800" y="1023682"/>
                </a:lnTo>
                <a:lnTo>
                  <a:pt x="419964" y="1005697"/>
                </a:lnTo>
                <a:lnTo>
                  <a:pt x="802393" y="611042"/>
                </a:lnTo>
                <a:lnTo>
                  <a:pt x="814145" y="603147"/>
                </a:lnTo>
                <a:lnTo>
                  <a:pt x="827565" y="600732"/>
                </a:lnTo>
                <a:lnTo>
                  <a:pt x="840860" y="603757"/>
                </a:lnTo>
                <a:lnTo>
                  <a:pt x="852236" y="612182"/>
                </a:lnTo>
                <a:lnTo>
                  <a:pt x="1201056" y="1006826"/>
                </a:lnTo>
                <a:lnTo>
                  <a:pt x="1209317" y="1024797"/>
                </a:lnTo>
                <a:lnTo>
                  <a:pt x="1206612" y="1042349"/>
                </a:lnTo>
                <a:lnTo>
                  <a:pt x="1206503" y="1043057"/>
                </a:lnTo>
                <a:lnTo>
                  <a:pt x="1194602" y="1057226"/>
                </a:lnTo>
                <a:lnTo>
                  <a:pt x="1175605" y="1062923"/>
                </a:lnTo>
                <a:close/>
              </a:path>
            </a:pathLst>
          </a:custGeom>
          <a:solidFill>
            <a:srgbClr val="FFDE5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14"/>
          <p:cNvSpPr/>
          <p:nvPr/>
        </p:nvSpPr>
        <p:spPr>
          <a:xfrm>
            <a:off x="15567927" y="3818601"/>
            <a:ext cx="1122680" cy="1062990"/>
          </a:xfrm>
          <a:custGeom>
            <a:avLst/>
            <a:gdLst/>
            <a:ahLst/>
            <a:cxnLst/>
            <a:rect l="l" t="t" r="r" b="b"/>
            <a:pathLst>
              <a:path w="1122680" h="1062990">
                <a:moveTo>
                  <a:pt x="1122164" y="1062488"/>
                </a:moveTo>
                <a:lnTo>
                  <a:pt x="0" y="1062488"/>
                </a:lnTo>
                <a:lnTo>
                  <a:pt x="30162" y="1005082"/>
                </a:lnTo>
                <a:lnTo>
                  <a:pt x="109621" y="854920"/>
                </a:lnTo>
                <a:lnTo>
                  <a:pt x="370379" y="360973"/>
                </a:lnTo>
                <a:lnTo>
                  <a:pt x="448216" y="213730"/>
                </a:lnTo>
                <a:lnTo>
                  <a:pt x="561082" y="0"/>
                </a:lnTo>
                <a:lnTo>
                  <a:pt x="684649" y="234162"/>
                </a:lnTo>
                <a:lnTo>
                  <a:pt x="622055" y="352541"/>
                </a:lnTo>
                <a:lnTo>
                  <a:pt x="561082" y="237081"/>
                </a:lnTo>
                <a:lnTo>
                  <a:pt x="510487" y="332433"/>
                </a:lnTo>
                <a:lnTo>
                  <a:pt x="432649" y="479676"/>
                </a:lnTo>
                <a:lnTo>
                  <a:pt x="234486" y="854920"/>
                </a:lnTo>
                <a:lnTo>
                  <a:pt x="188757" y="941839"/>
                </a:lnTo>
                <a:lnTo>
                  <a:pt x="933082" y="941839"/>
                </a:lnTo>
                <a:lnTo>
                  <a:pt x="887352" y="854920"/>
                </a:lnTo>
                <a:lnTo>
                  <a:pt x="865298" y="812758"/>
                </a:lnTo>
                <a:lnTo>
                  <a:pt x="990488" y="812758"/>
                </a:lnTo>
                <a:lnTo>
                  <a:pt x="1012542" y="854920"/>
                </a:lnTo>
                <a:lnTo>
                  <a:pt x="1091677" y="1005082"/>
                </a:lnTo>
                <a:lnTo>
                  <a:pt x="1122164" y="1062488"/>
                </a:lnTo>
                <a:close/>
              </a:path>
            </a:pathLst>
          </a:custGeom>
          <a:solidFill>
            <a:srgbClr val="FFDE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682383" y="-652539"/>
            <a:ext cx="14135045" cy="2409998"/>
          </a:xfrm>
          <a:prstGeom prst="rect">
            <a:avLst/>
          </a:prstGeom>
        </p:spPr>
        <p:txBody>
          <a:bodyPr vert="horz" wrap="square" lIns="0" tIns="1167490" rIns="0" bIns="0" rtlCol="0">
            <a:spAutoFit/>
          </a:bodyPr>
          <a:lstStyle/>
          <a:p>
            <a:pPr marL="2978150">
              <a:lnSpc>
                <a:spcPct val="100000"/>
              </a:lnSpc>
              <a:spcBef>
                <a:spcPts val="5140"/>
              </a:spcBef>
            </a:pPr>
            <a:r>
              <a:rPr spc="459" dirty="0"/>
              <a:t>Competitive</a:t>
            </a:r>
            <a:r>
              <a:rPr spc="-330" dirty="0"/>
              <a:t> </a:t>
            </a:r>
            <a:r>
              <a:rPr spc="560" dirty="0"/>
              <a:t>Analysis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38194" y="5335620"/>
            <a:ext cx="4182069" cy="37335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4599"/>
              </a:lnSpc>
              <a:spcBef>
                <a:spcPts val="100"/>
              </a:spcBef>
            </a:pPr>
            <a:r>
              <a:rPr lang="en-IN" sz="2400" dirty="0"/>
              <a:t>Traditional Complaint Systems</a:t>
            </a:r>
          </a:p>
          <a:p>
            <a:pPr marL="12700" marR="5080" algn="ctr">
              <a:lnSpc>
                <a:spcPct val="114599"/>
              </a:lnSpc>
              <a:spcBef>
                <a:spcPts val="100"/>
              </a:spcBef>
            </a:pPr>
            <a:endParaRPr lang="en-IN" sz="2400" dirty="0"/>
          </a:p>
          <a:p>
            <a:pPr marL="12700" marR="5080" algn="l">
              <a:lnSpc>
                <a:spcPct val="114599"/>
              </a:lnSpc>
              <a:spcBef>
                <a:spcPts val="100"/>
              </a:spcBef>
            </a:pPr>
            <a:r>
              <a:rPr lang="en-US" sz="2000" spc="60" dirty="0">
                <a:solidFill>
                  <a:srgbClr val="1A1A1A"/>
                </a:solidFill>
                <a:latin typeface="Lucida Sans Unicode"/>
                <a:cs typeface="Lucida Sans Unicode"/>
              </a:rPr>
              <a:t>• No centralized platform (15+ departments scattered)</a:t>
            </a:r>
          </a:p>
          <a:p>
            <a:pPr marL="12700" marR="5080" algn="l">
              <a:lnSpc>
                <a:spcPct val="114599"/>
              </a:lnSpc>
              <a:spcBef>
                <a:spcPts val="100"/>
              </a:spcBef>
            </a:pPr>
            <a:br>
              <a:rPr lang="en-US" sz="2000" spc="60" dirty="0">
                <a:solidFill>
                  <a:srgbClr val="1A1A1A"/>
                </a:solidFill>
                <a:latin typeface="Lucida Sans Unicode"/>
                <a:cs typeface="Lucida Sans Unicode"/>
              </a:rPr>
            </a:br>
            <a:r>
              <a:rPr lang="en-US" sz="2000" spc="60" dirty="0">
                <a:solidFill>
                  <a:srgbClr val="1A1A1A"/>
                </a:solidFill>
                <a:latin typeface="Lucida Sans Unicode"/>
                <a:cs typeface="Lucida Sans Unicode"/>
              </a:rPr>
              <a:t>• 21+ days average response time</a:t>
            </a:r>
          </a:p>
          <a:p>
            <a:pPr marL="12700" marR="5080" algn="l">
              <a:lnSpc>
                <a:spcPct val="114599"/>
              </a:lnSpc>
              <a:spcBef>
                <a:spcPts val="100"/>
              </a:spcBef>
            </a:pPr>
            <a:br>
              <a:rPr lang="en-US" sz="2000" spc="60" dirty="0">
                <a:solidFill>
                  <a:srgbClr val="1A1A1A"/>
                </a:solidFill>
                <a:latin typeface="Lucida Sans Unicode"/>
                <a:cs typeface="Lucida Sans Unicode"/>
              </a:rPr>
            </a:br>
            <a:r>
              <a:rPr lang="en-US" sz="2000" spc="60" dirty="0">
                <a:solidFill>
                  <a:srgbClr val="1A1A1A"/>
                </a:solidFill>
                <a:latin typeface="Lucida Sans Unicode"/>
                <a:cs typeface="Lucida Sans Unicode"/>
              </a:rPr>
              <a:t>• No real-time tracking or transparency</a:t>
            </a:r>
            <a:endParaRPr sz="2000" spc="60" dirty="0">
              <a:solidFill>
                <a:srgbClr val="1A1A1A"/>
              </a:solidFill>
              <a:latin typeface="Lucida Sans Unicode"/>
              <a:cs typeface="Lucida Sans Unicod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195382" y="5383199"/>
            <a:ext cx="4027704" cy="33796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4599"/>
              </a:lnSpc>
              <a:spcBef>
                <a:spcPts val="100"/>
              </a:spcBef>
            </a:pPr>
            <a:r>
              <a:rPr lang="en-IN" sz="2400" dirty="0"/>
              <a:t>Helpline / Offline Reporting</a:t>
            </a:r>
          </a:p>
          <a:p>
            <a:pPr marL="12700" marR="5080" algn="ctr">
              <a:lnSpc>
                <a:spcPct val="114599"/>
              </a:lnSpc>
              <a:spcBef>
                <a:spcPts val="100"/>
              </a:spcBef>
            </a:pPr>
            <a:endParaRPr lang="en-IN" sz="2400" dirty="0">
              <a:latin typeface="Lucida Sans Unicode"/>
              <a:cs typeface="Lucida Sans Unicode"/>
            </a:endParaRPr>
          </a:p>
          <a:p>
            <a:pPr marL="12700" marR="5080" algn="l">
              <a:lnSpc>
                <a:spcPct val="114599"/>
              </a:lnSpc>
              <a:spcBef>
                <a:spcPts val="100"/>
              </a:spcBef>
            </a:pPr>
            <a:r>
              <a:rPr lang="en-US" sz="2000" spc="60" dirty="0">
                <a:solidFill>
                  <a:srgbClr val="1A1A1A"/>
                </a:solidFill>
                <a:latin typeface="Lucida Sans Unicode"/>
                <a:cs typeface="Lucida Sans Unicode"/>
              </a:rPr>
              <a:t>• Manual routing &amp; paperwork delays</a:t>
            </a:r>
          </a:p>
          <a:p>
            <a:pPr marL="12700" marR="5080" algn="l">
              <a:lnSpc>
                <a:spcPct val="114599"/>
              </a:lnSpc>
              <a:spcBef>
                <a:spcPts val="100"/>
              </a:spcBef>
            </a:pPr>
            <a:br>
              <a:rPr lang="en-US" sz="2000" spc="60" dirty="0">
                <a:solidFill>
                  <a:srgbClr val="1A1A1A"/>
                </a:solidFill>
                <a:latin typeface="Lucida Sans Unicode"/>
                <a:cs typeface="Lucida Sans Unicode"/>
              </a:rPr>
            </a:br>
            <a:r>
              <a:rPr lang="en-US" sz="2000" spc="60" dirty="0">
                <a:solidFill>
                  <a:srgbClr val="1A1A1A"/>
                </a:solidFill>
                <a:latin typeface="Lucida Sans Unicode"/>
                <a:cs typeface="Lucida Sans Unicode"/>
              </a:rPr>
              <a:t>• No data analytics or hotspot detection</a:t>
            </a:r>
          </a:p>
          <a:p>
            <a:pPr marL="12700" marR="5080" algn="l">
              <a:lnSpc>
                <a:spcPct val="114599"/>
              </a:lnSpc>
              <a:spcBef>
                <a:spcPts val="100"/>
              </a:spcBef>
            </a:pPr>
            <a:br>
              <a:rPr lang="en-US" sz="2000" spc="60" dirty="0">
                <a:solidFill>
                  <a:srgbClr val="1A1A1A"/>
                </a:solidFill>
                <a:latin typeface="Lucida Sans Unicode"/>
                <a:cs typeface="Lucida Sans Unicode"/>
              </a:rPr>
            </a:br>
            <a:r>
              <a:rPr lang="en-US" sz="2000" spc="60" dirty="0">
                <a:solidFill>
                  <a:srgbClr val="1A1A1A"/>
                </a:solidFill>
                <a:latin typeface="Lucida Sans Unicode"/>
                <a:cs typeface="Lucida Sans Unicode"/>
              </a:rPr>
              <a:t>• Limited accountability</a:t>
            </a:r>
            <a:endParaRPr sz="2000" spc="60" dirty="0">
              <a:solidFill>
                <a:srgbClr val="1A1A1A"/>
              </a:solidFill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069816" y="5383199"/>
            <a:ext cx="3840211" cy="33796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4599"/>
              </a:lnSpc>
              <a:spcBef>
                <a:spcPts val="100"/>
              </a:spcBef>
            </a:pPr>
            <a:r>
              <a:rPr lang="en-IN" sz="2400" dirty="0"/>
              <a:t>Basic Civic Apps</a:t>
            </a:r>
          </a:p>
          <a:p>
            <a:pPr marL="12700" marR="5080" algn="ctr">
              <a:lnSpc>
                <a:spcPct val="114599"/>
              </a:lnSpc>
              <a:spcBef>
                <a:spcPts val="100"/>
              </a:spcBef>
            </a:pPr>
            <a:endParaRPr lang="en-IN" sz="2400" dirty="0">
              <a:latin typeface="Lucida Sans Unicode"/>
              <a:cs typeface="Lucida Sans Unicode"/>
            </a:endParaRPr>
          </a:p>
          <a:p>
            <a:pPr marL="12700" marR="5080" algn="l">
              <a:lnSpc>
                <a:spcPct val="114599"/>
              </a:lnSpc>
              <a:spcBef>
                <a:spcPts val="100"/>
              </a:spcBef>
            </a:pPr>
            <a:r>
              <a:rPr lang="en-US" sz="2000" spc="60" dirty="0">
                <a:solidFill>
                  <a:srgbClr val="1A1A1A"/>
                </a:solidFill>
                <a:latin typeface="Lucida Sans Unicode"/>
                <a:cs typeface="Lucida Sans Unicode"/>
              </a:rPr>
              <a:t>• Complaint logging only (no AI classification)</a:t>
            </a:r>
          </a:p>
          <a:p>
            <a:pPr marL="12700" marR="5080" algn="l">
              <a:lnSpc>
                <a:spcPct val="114599"/>
              </a:lnSpc>
              <a:spcBef>
                <a:spcPts val="100"/>
              </a:spcBef>
            </a:pPr>
            <a:br>
              <a:rPr lang="en-US" sz="2000" spc="60" dirty="0">
                <a:solidFill>
                  <a:srgbClr val="1A1A1A"/>
                </a:solidFill>
                <a:latin typeface="Lucida Sans Unicode"/>
                <a:cs typeface="Lucida Sans Unicode"/>
              </a:rPr>
            </a:br>
            <a:r>
              <a:rPr lang="en-US" sz="2000" spc="60" dirty="0">
                <a:solidFill>
                  <a:srgbClr val="1A1A1A"/>
                </a:solidFill>
                <a:latin typeface="Lucida Sans Unicode"/>
                <a:cs typeface="Lucida Sans Unicode"/>
              </a:rPr>
              <a:t>• No predictive analytics</a:t>
            </a:r>
          </a:p>
          <a:p>
            <a:pPr marL="12700" marR="5080" algn="l">
              <a:lnSpc>
                <a:spcPct val="114599"/>
              </a:lnSpc>
              <a:spcBef>
                <a:spcPts val="100"/>
              </a:spcBef>
            </a:pPr>
            <a:br>
              <a:rPr lang="en-US" sz="2000" spc="60" dirty="0">
                <a:solidFill>
                  <a:srgbClr val="1A1A1A"/>
                </a:solidFill>
                <a:latin typeface="Lucida Sans Unicode"/>
                <a:cs typeface="Lucida Sans Unicode"/>
              </a:rPr>
            </a:br>
            <a:r>
              <a:rPr lang="en-US" sz="2000" spc="60" dirty="0">
                <a:solidFill>
                  <a:srgbClr val="1A1A1A"/>
                </a:solidFill>
                <a:latin typeface="Lucida Sans Unicode"/>
                <a:cs typeface="Lucida Sans Unicode"/>
              </a:rPr>
              <a:t>• Weak cross-department coordination</a:t>
            </a:r>
            <a:endParaRPr sz="2000" spc="60" dirty="0">
              <a:solidFill>
                <a:srgbClr val="1A1A1A"/>
              </a:solidFill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437937" y="5289045"/>
            <a:ext cx="3697662" cy="34515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4599"/>
              </a:lnSpc>
              <a:spcBef>
                <a:spcPts val="100"/>
              </a:spcBef>
            </a:pPr>
            <a:r>
              <a:rPr lang="en-IN" sz="2400" dirty="0"/>
              <a:t>CivicCore (Our Advantage)</a:t>
            </a:r>
          </a:p>
          <a:p>
            <a:pPr marL="12700" marR="5080" algn="ctr">
              <a:lnSpc>
                <a:spcPct val="114599"/>
              </a:lnSpc>
              <a:spcBef>
                <a:spcPts val="100"/>
              </a:spcBef>
            </a:pPr>
            <a:endParaRPr lang="en-IN" sz="2400" dirty="0">
              <a:latin typeface="Lucida Sans Unicode"/>
              <a:cs typeface="Lucida Sans Unicode"/>
            </a:endParaRPr>
          </a:p>
          <a:p>
            <a:pPr marL="12700" marR="5080" algn="l">
              <a:lnSpc>
                <a:spcPct val="114599"/>
              </a:lnSpc>
              <a:spcBef>
                <a:spcPts val="100"/>
              </a:spcBef>
            </a:pPr>
            <a:r>
              <a:rPr lang="en-US" spc="60" dirty="0">
                <a:solidFill>
                  <a:srgbClr val="1A1A1A"/>
                </a:solidFill>
                <a:latin typeface="Lucida Sans Unicode"/>
                <a:cs typeface="Lucida Sans Unicode"/>
              </a:rPr>
              <a:t>• AI-powered auto classification &amp; smart routing</a:t>
            </a:r>
          </a:p>
          <a:p>
            <a:pPr marL="12700" marR="5080" algn="l">
              <a:lnSpc>
                <a:spcPct val="114599"/>
              </a:lnSpc>
              <a:spcBef>
                <a:spcPts val="100"/>
              </a:spcBef>
            </a:pPr>
            <a:br>
              <a:rPr lang="en-US" spc="60" dirty="0">
                <a:solidFill>
                  <a:srgbClr val="1A1A1A"/>
                </a:solidFill>
                <a:latin typeface="Lucida Sans Unicode"/>
                <a:cs typeface="Lucida Sans Unicode"/>
              </a:rPr>
            </a:br>
            <a:r>
              <a:rPr lang="en-US" spc="60" dirty="0">
                <a:solidFill>
                  <a:srgbClr val="1A1A1A"/>
                </a:solidFill>
                <a:latin typeface="Lucida Sans Unicode"/>
                <a:cs typeface="Lucida Sans Unicode"/>
              </a:rPr>
              <a:t>• Real-time tracking &amp; push notifications</a:t>
            </a:r>
          </a:p>
          <a:p>
            <a:pPr marL="12700" marR="5080" algn="l">
              <a:lnSpc>
                <a:spcPct val="114599"/>
              </a:lnSpc>
              <a:spcBef>
                <a:spcPts val="100"/>
              </a:spcBef>
            </a:pPr>
            <a:br>
              <a:rPr lang="en-US" spc="60" dirty="0">
                <a:solidFill>
                  <a:srgbClr val="1A1A1A"/>
                </a:solidFill>
                <a:latin typeface="Lucida Sans Unicode"/>
                <a:cs typeface="Lucida Sans Unicode"/>
              </a:rPr>
            </a:br>
            <a:r>
              <a:rPr lang="en-US" spc="60" dirty="0">
                <a:solidFill>
                  <a:srgbClr val="1A1A1A"/>
                </a:solidFill>
                <a:latin typeface="Lucida Sans Unicode"/>
                <a:cs typeface="Lucida Sans Unicode"/>
              </a:rPr>
              <a:t>• Data-driven insights &amp; predictive governance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699" y="1028700"/>
            <a:ext cx="16225519" cy="3618229"/>
          </a:xfrm>
          <a:custGeom>
            <a:avLst/>
            <a:gdLst/>
            <a:ahLst/>
            <a:cxnLst/>
            <a:rect l="l" t="t" r="r" b="b"/>
            <a:pathLst>
              <a:path w="16225519" h="3618229">
                <a:moveTo>
                  <a:pt x="15744825" y="3618177"/>
                </a:moveTo>
                <a:lnTo>
                  <a:pt x="485775" y="3618177"/>
                </a:lnTo>
                <a:lnTo>
                  <a:pt x="437762" y="3615800"/>
                </a:lnTo>
                <a:lnTo>
                  <a:pt x="390562" y="3608757"/>
                </a:lnTo>
                <a:lnTo>
                  <a:pt x="344494" y="3597180"/>
                </a:lnTo>
                <a:lnTo>
                  <a:pt x="299877" y="3581200"/>
                </a:lnTo>
                <a:lnTo>
                  <a:pt x="257028" y="3560950"/>
                </a:lnTo>
                <a:lnTo>
                  <a:pt x="216266" y="3536561"/>
                </a:lnTo>
                <a:lnTo>
                  <a:pt x="177911" y="3508166"/>
                </a:lnTo>
                <a:lnTo>
                  <a:pt x="142280" y="3475897"/>
                </a:lnTo>
                <a:lnTo>
                  <a:pt x="110010" y="3440266"/>
                </a:lnTo>
                <a:lnTo>
                  <a:pt x="81615" y="3401910"/>
                </a:lnTo>
                <a:lnTo>
                  <a:pt x="57227" y="3361149"/>
                </a:lnTo>
                <a:lnTo>
                  <a:pt x="36977" y="3318300"/>
                </a:lnTo>
                <a:lnTo>
                  <a:pt x="20997" y="3273683"/>
                </a:lnTo>
                <a:lnTo>
                  <a:pt x="9420" y="3227615"/>
                </a:lnTo>
                <a:lnTo>
                  <a:pt x="2377" y="3180415"/>
                </a:lnTo>
                <a:lnTo>
                  <a:pt x="0" y="3132402"/>
                </a:lnTo>
                <a:lnTo>
                  <a:pt x="0" y="485775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7"/>
                </a:lnTo>
                <a:lnTo>
                  <a:pt x="57227" y="257028"/>
                </a:lnTo>
                <a:lnTo>
                  <a:pt x="81615" y="216266"/>
                </a:lnTo>
                <a:lnTo>
                  <a:pt x="110010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7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5" y="0"/>
                </a:lnTo>
                <a:lnTo>
                  <a:pt x="15744825" y="0"/>
                </a:lnTo>
                <a:lnTo>
                  <a:pt x="15792838" y="2377"/>
                </a:lnTo>
                <a:lnTo>
                  <a:pt x="15840038" y="9420"/>
                </a:lnTo>
                <a:lnTo>
                  <a:pt x="15886106" y="20997"/>
                </a:lnTo>
                <a:lnTo>
                  <a:pt x="15930723" y="36977"/>
                </a:lnTo>
                <a:lnTo>
                  <a:pt x="15973572" y="57227"/>
                </a:lnTo>
                <a:lnTo>
                  <a:pt x="16014333" y="81615"/>
                </a:lnTo>
                <a:lnTo>
                  <a:pt x="16052688" y="110010"/>
                </a:lnTo>
                <a:lnTo>
                  <a:pt x="16088319" y="142280"/>
                </a:lnTo>
                <a:lnTo>
                  <a:pt x="16120589" y="177911"/>
                </a:lnTo>
                <a:lnTo>
                  <a:pt x="16148984" y="216266"/>
                </a:lnTo>
                <a:lnTo>
                  <a:pt x="16173373" y="257028"/>
                </a:lnTo>
                <a:lnTo>
                  <a:pt x="16193623" y="299877"/>
                </a:lnTo>
                <a:lnTo>
                  <a:pt x="16209602" y="344494"/>
                </a:lnTo>
                <a:lnTo>
                  <a:pt x="16221180" y="390562"/>
                </a:lnTo>
                <a:lnTo>
                  <a:pt x="16225266" y="417942"/>
                </a:lnTo>
                <a:lnTo>
                  <a:pt x="16225266" y="3200235"/>
                </a:lnTo>
                <a:lnTo>
                  <a:pt x="16209602" y="3273683"/>
                </a:lnTo>
                <a:lnTo>
                  <a:pt x="16193623" y="3318300"/>
                </a:lnTo>
                <a:lnTo>
                  <a:pt x="16173373" y="3361149"/>
                </a:lnTo>
                <a:lnTo>
                  <a:pt x="16148984" y="3401910"/>
                </a:lnTo>
                <a:lnTo>
                  <a:pt x="16120589" y="3440266"/>
                </a:lnTo>
                <a:lnTo>
                  <a:pt x="16088319" y="3475897"/>
                </a:lnTo>
                <a:lnTo>
                  <a:pt x="16052688" y="3508166"/>
                </a:lnTo>
                <a:lnTo>
                  <a:pt x="16014333" y="3536561"/>
                </a:lnTo>
                <a:lnTo>
                  <a:pt x="15973572" y="3560950"/>
                </a:lnTo>
                <a:lnTo>
                  <a:pt x="15930723" y="3581200"/>
                </a:lnTo>
                <a:lnTo>
                  <a:pt x="15886106" y="3597180"/>
                </a:lnTo>
                <a:lnTo>
                  <a:pt x="15840038" y="3608757"/>
                </a:lnTo>
                <a:lnTo>
                  <a:pt x="15792838" y="3615800"/>
                </a:lnTo>
                <a:lnTo>
                  <a:pt x="15744825" y="36181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417220" y="5443120"/>
            <a:ext cx="3371850" cy="3060700"/>
          </a:xfrm>
          <a:custGeom>
            <a:avLst/>
            <a:gdLst/>
            <a:ahLst/>
            <a:cxnLst/>
            <a:rect l="l" t="t" r="r" b="b"/>
            <a:pathLst>
              <a:path w="3371850" h="3060700">
                <a:moveTo>
                  <a:pt x="2887192" y="3060445"/>
                </a:moveTo>
                <a:lnTo>
                  <a:pt x="485775" y="3060445"/>
                </a:lnTo>
                <a:lnTo>
                  <a:pt x="437762" y="3058068"/>
                </a:lnTo>
                <a:lnTo>
                  <a:pt x="390562" y="3051024"/>
                </a:lnTo>
                <a:lnTo>
                  <a:pt x="344494" y="3039447"/>
                </a:lnTo>
                <a:lnTo>
                  <a:pt x="299876" y="3023467"/>
                </a:lnTo>
                <a:lnTo>
                  <a:pt x="257028" y="3003217"/>
                </a:lnTo>
                <a:lnTo>
                  <a:pt x="216266" y="2978829"/>
                </a:lnTo>
                <a:lnTo>
                  <a:pt x="177911" y="2950434"/>
                </a:lnTo>
                <a:lnTo>
                  <a:pt x="142280" y="2918165"/>
                </a:lnTo>
                <a:lnTo>
                  <a:pt x="110010" y="2882534"/>
                </a:lnTo>
                <a:lnTo>
                  <a:pt x="81615" y="2844178"/>
                </a:lnTo>
                <a:lnTo>
                  <a:pt x="57227" y="2803417"/>
                </a:lnTo>
                <a:lnTo>
                  <a:pt x="36977" y="2760568"/>
                </a:lnTo>
                <a:lnTo>
                  <a:pt x="20997" y="2715950"/>
                </a:lnTo>
                <a:lnTo>
                  <a:pt x="9420" y="2669882"/>
                </a:lnTo>
                <a:lnTo>
                  <a:pt x="2377" y="2622683"/>
                </a:lnTo>
                <a:lnTo>
                  <a:pt x="0" y="2574670"/>
                </a:lnTo>
                <a:lnTo>
                  <a:pt x="0" y="485775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7"/>
                </a:lnTo>
                <a:lnTo>
                  <a:pt x="57227" y="257028"/>
                </a:lnTo>
                <a:lnTo>
                  <a:pt x="81615" y="216266"/>
                </a:lnTo>
                <a:lnTo>
                  <a:pt x="110010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6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5" y="0"/>
                </a:lnTo>
                <a:lnTo>
                  <a:pt x="2887192" y="0"/>
                </a:lnTo>
                <a:lnTo>
                  <a:pt x="2935205" y="2377"/>
                </a:lnTo>
                <a:lnTo>
                  <a:pt x="2982405" y="9420"/>
                </a:lnTo>
                <a:lnTo>
                  <a:pt x="3028473" y="20997"/>
                </a:lnTo>
                <a:lnTo>
                  <a:pt x="3073090" y="36977"/>
                </a:lnTo>
                <a:lnTo>
                  <a:pt x="3115939" y="57227"/>
                </a:lnTo>
                <a:lnTo>
                  <a:pt x="3156700" y="81615"/>
                </a:lnTo>
                <a:lnTo>
                  <a:pt x="3195056" y="110010"/>
                </a:lnTo>
                <a:lnTo>
                  <a:pt x="3230687" y="142280"/>
                </a:lnTo>
                <a:lnTo>
                  <a:pt x="3262956" y="177911"/>
                </a:lnTo>
                <a:lnTo>
                  <a:pt x="3291351" y="216266"/>
                </a:lnTo>
                <a:lnTo>
                  <a:pt x="3315740" y="257028"/>
                </a:lnTo>
                <a:lnTo>
                  <a:pt x="3335990" y="299877"/>
                </a:lnTo>
                <a:lnTo>
                  <a:pt x="3351970" y="344494"/>
                </a:lnTo>
                <a:lnTo>
                  <a:pt x="3363547" y="390562"/>
                </a:lnTo>
                <a:lnTo>
                  <a:pt x="3370590" y="437762"/>
                </a:lnTo>
                <a:lnTo>
                  <a:pt x="3371271" y="451516"/>
                </a:lnTo>
                <a:lnTo>
                  <a:pt x="3371271" y="2608928"/>
                </a:lnTo>
                <a:lnTo>
                  <a:pt x="3363547" y="2669882"/>
                </a:lnTo>
                <a:lnTo>
                  <a:pt x="3351970" y="2715950"/>
                </a:lnTo>
                <a:lnTo>
                  <a:pt x="3335990" y="2760568"/>
                </a:lnTo>
                <a:lnTo>
                  <a:pt x="3315740" y="2803417"/>
                </a:lnTo>
                <a:lnTo>
                  <a:pt x="3291351" y="2844178"/>
                </a:lnTo>
                <a:lnTo>
                  <a:pt x="3262956" y="2882534"/>
                </a:lnTo>
                <a:lnTo>
                  <a:pt x="3230687" y="2918165"/>
                </a:lnTo>
                <a:lnTo>
                  <a:pt x="3195056" y="2950434"/>
                </a:lnTo>
                <a:lnTo>
                  <a:pt x="3156700" y="2978829"/>
                </a:lnTo>
                <a:lnTo>
                  <a:pt x="3115939" y="3003217"/>
                </a:lnTo>
                <a:lnTo>
                  <a:pt x="3073090" y="3023467"/>
                </a:lnTo>
                <a:lnTo>
                  <a:pt x="3028473" y="3039447"/>
                </a:lnTo>
                <a:lnTo>
                  <a:pt x="2982405" y="3051024"/>
                </a:lnTo>
                <a:lnTo>
                  <a:pt x="2935205" y="3058068"/>
                </a:lnTo>
                <a:lnTo>
                  <a:pt x="2887192" y="306044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446880" y="5443120"/>
            <a:ext cx="3371850" cy="3060700"/>
          </a:xfrm>
          <a:custGeom>
            <a:avLst/>
            <a:gdLst/>
            <a:ahLst/>
            <a:cxnLst/>
            <a:rect l="l" t="t" r="r" b="b"/>
            <a:pathLst>
              <a:path w="3371850" h="3060700">
                <a:moveTo>
                  <a:pt x="2887192" y="3060445"/>
                </a:moveTo>
                <a:lnTo>
                  <a:pt x="485775" y="3060445"/>
                </a:lnTo>
                <a:lnTo>
                  <a:pt x="437762" y="3058068"/>
                </a:lnTo>
                <a:lnTo>
                  <a:pt x="390562" y="3051024"/>
                </a:lnTo>
                <a:lnTo>
                  <a:pt x="344494" y="3039447"/>
                </a:lnTo>
                <a:lnTo>
                  <a:pt x="299877" y="3023467"/>
                </a:lnTo>
                <a:lnTo>
                  <a:pt x="257028" y="3003217"/>
                </a:lnTo>
                <a:lnTo>
                  <a:pt x="216266" y="2978829"/>
                </a:lnTo>
                <a:lnTo>
                  <a:pt x="177911" y="2950434"/>
                </a:lnTo>
                <a:lnTo>
                  <a:pt x="142280" y="2918165"/>
                </a:lnTo>
                <a:lnTo>
                  <a:pt x="110010" y="2882534"/>
                </a:lnTo>
                <a:lnTo>
                  <a:pt x="81615" y="2844178"/>
                </a:lnTo>
                <a:lnTo>
                  <a:pt x="57227" y="2803417"/>
                </a:lnTo>
                <a:lnTo>
                  <a:pt x="36977" y="2760568"/>
                </a:lnTo>
                <a:lnTo>
                  <a:pt x="20997" y="2715950"/>
                </a:lnTo>
                <a:lnTo>
                  <a:pt x="9420" y="2669882"/>
                </a:lnTo>
                <a:lnTo>
                  <a:pt x="2377" y="2622683"/>
                </a:lnTo>
                <a:lnTo>
                  <a:pt x="0" y="2574670"/>
                </a:lnTo>
                <a:lnTo>
                  <a:pt x="0" y="485775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7"/>
                </a:lnTo>
                <a:lnTo>
                  <a:pt x="57227" y="257028"/>
                </a:lnTo>
                <a:lnTo>
                  <a:pt x="81615" y="216266"/>
                </a:lnTo>
                <a:lnTo>
                  <a:pt x="110010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7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5" y="0"/>
                </a:lnTo>
                <a:lnTo>
                  <a:pt x="2887192" y="0"/>
                </a:lnTo>
                <a:lnTo>
                  <a:pt x="2935205" y="2377"/>
                </a:lnTo>
                <a:lnTo>
                  <a:pt x="2982405" y="9420"/>
                </a:lnTo>
                <a:lnTo>
                  <a:pt x="3028473" y="20997"/>
                </a:lnTo>
                <a:lnTo>
                  <a:pt x="3073091" y="36977"/>
                </a:lnTo>
                <a:lnTo>
                  <a:pt x="3115939" y="57227"/>
                </a:lnTo>
                <a:lnTo>
                  <a:pt x="3156700" y="81615"/>
                </a:lnTo>
                <a:lnTo>
                  <a:pt x="3195056" y="110010"/>
                </a:lnTo>
                <a:lnTo>
                  <a:pt x="3230687" y="142280"/>
                </a:lnTo>
                <a:lnTo>
                  <a:pt x="3262956" y="177911"/>
                </a:lnTo>
                <a:lnTo>
                  <a:pt x="3291352" y="216266"/>
                </a:lnTo>
                <a:lnTo>
                  <a:pt x="3315740" y="257028"/>
                </a:lnTo>
                <a:lnTo>
                  <a:pt x="3335990" y="299877"/>
                </a:lnTo>
                <a:lnTo>
                  <a:pt x="3351970" y="344494"/>
                </a:lnTo>
                <a:lnTo>
                  <a:pt x="3363547" y="390562"/>
                </a:lnTo>
                <a:lnTo>
                  <a:pt x="3370590" y="437762"/>
                </a:lnTo>
                <a:lnTo>
                  <a:pt x="3371271" y="451514"/>
                </a:lnTo>
                <a:lnTo>
                  <a:pt x="3371271" y="2608930"/>
                </a:lnTo>
                <a:lnTo>
                  <a:pt x="3363547" y="2669882"/>
                </a:lnTo>
                <a:lnTo>
                  <a:pt x="3351970" y="2715950"/>
                </a:lnTo>
                <a:lnTo>
                  <a:pt x="3335990" y="2760568"/>
                </a:lnTo>
                <a:lnTo>
                  <a:pt x="3315740" y="2803417"/>
                </a:lnTo>
                <a:lnTo>
                  <a:pt x="3291352" y="2844178"/>
                </a:lnTo>
                <a:lnTo>
                  <a:pt x="3262956" y="2882534"/>
                </a:lnTo>
                <a:lnTo>
                  <a:pt x="3230687" y="2918165"/>
                </a:lnTo>
                <a:lnTo>
                  <a:pt x="3195056" y="2950434"/>
                </a:lnTo>
                <a:lnTo>
                  <a:pt x="3156700" y="2978829"/>
                </a:lnTo>
                <a:lnTo>
                  <a:pt x="3115939" y="3003217"/>
                </a:lnTo>
                <a:lnTo>
                  <a:pt x="3073091" y="3023467"/>
                </a:lnTo>
                <a:lnTo>
                  <a:pt x="3028473" y="3039447"/>
                </a:lnTo>
                <a:lnTo>
                  <a:pt x="2982405" y="3051024"/>
                </a:lnTo>
                <a:lnTo>
                  <a:pt x="2935205" y="3058068"/>
                </a:lnTo>
                <a:lnTo>
                  <a:pt x="2887192" y="306044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470948" y="5443120"/>
            <a:ext cx="3371850" cy="3060700"/>
          </a:xfrm>
          <a:custGeom>
            <a:avLst/>
            <a:gdLst/>
            <a:ahLst/>
            <a:cxnLst/>
            <a:rect l="l" t="t" r="r" b="b"/>
            <a:pathLst>
              <a:path w="3371850" h="3060700">
                <a:moveTo>
                  <a:pt x="2887192" y="3060445"/>
                </a:moveTo>
                <a:lnTo>
                  <a:pt x="485775" y="3060445"/>
                </a:lnTo>
                <a:lnTo>
                  <a:pt x="437762" y="3058068"/>
                </a:lnTo>
                <a:lnTo>
                  <a:pt x="390562" y="3051024"/>
                </a:lnTo>
                <a:lnTo>
                  <a:pt x="344494" y="3039447"/>
                </a:lnTo>
                <a:lnTo>
                  <a:pt x="299877" y="3023467"/>
                </a:lnTo>
                <a:lnTo>
                  <a:pt x="257028" y="3003217"/>
                </a:lnTo>
                <a:lnTo>
                  <a:pt x="216266" y="2978829"/>
                </a:lnTo>
                <a:lnTo>
                  <a:pt x="177911" y="2950434"/>
                </a:lnTo>
                <a:lnTo>
                  <a:pt x="142280" y="2918165"/>
                </a:lnTo>
                <a:lnTo>
                  <a:pt x="110011" y="2882534"/>
                </a:lnTo>
                <a:lnTo>
                  <a:pt x="81616" y="2844178"/>
                </a:lnTo>
                <a:lnTo>
                  <a:pt x="57227" y="2803417"/>
                </a:lnTo>
                <a:lnTo>
                  <a:pt x="36977" y="2760568"/>
                </a:lnTo>
                <a:lnTo>
                  <a:pt x="20997" y="2715950"/>
                </a:lnTo>
                <a:lnTo>
                  <a:pt x="9420" y="2669882"/>
                </a:lnTo>
                <a:lnTo>
                  <a:pt x="2377" y="2622683"/>
                </a:lnTo>
                <a:lnTo>
                  <a:pt x="0" y="2574670"/>
                </a:lnTo>
                <a:lnTo>
                  <a:pt x="0" y="485775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7"/>
                </a:lnTo>
                <a:lnTo>
                  <a:pt x="57227" y="257028"/>
                </a:lnTo>
                <a:lnTo>
                  <a:pt x="81616" y="216266"/>
                </a:lnTo>
                <a:lnTo>
                  <a:pt x="110011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7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5" y="0"/>
                </a:lnTo>
                <a:lnTo>
                  <a:pt x="2887192" y="0"/>
                </a:lnTo>
                <a:lnTo>
                  <a:pt x="2935205" y="2377"/>
                </a:lnTo>
                <a:lnTo>
                  <a:pt x="2982405" y="9420"/>
                </a:lnTo>
                <a:lnTo>
                  <a:pt x="3028473" y="20997"/>
                </a:lnTo>
                <a:lnTo>
                  <a:pt x="3073090" y="36977"/>
                </a:lnTo>
                <a:lnTo>
                  <a:pt x="3115939" y="57227"/>
                </a:lnTo>
                <a:lnTo>
                  <a:pt x="3156700" y="81615"/>
                </a:lnTo>
                <a:lnTo>
                  <a:pt x="3195056" y="110010"/>
                </a:lnTo>
                <a:lnTo>
                  <a:pt x="3230687" y="142280"/>
                </a:lnTo>
                <a:lnTo>
                  <a:pt x="3262956" y="177911"/>
                </a:lnTo>
                <a:lnTo>
                  <a:pt x="3291351" y="216266"/>
                </a:lnTo>
                <a:lnTo>
                  <a:pt x="3315740" y="257028"/>
                </a:lnTo>
                <a:lnTo>
                  <a:pt x="3335989" y="299877"/>
                </a:lnTo>
                <a:lnTo>
                  <a:pt x="3351969" y="344494"/>
                </a:lnTo>
                <a:lnTo>
                  <a:pt x="3363546" y="390562"/>
                </a:lnTo>
                <a:lnTo>
                  <a:pt x="3370590" y="437762"/>
                </a:lnTo>
                <a:lnTo>
                  <a:pt x="3371271" y="451530"/>
                </a:lnTo>
                <a:lnTo>
                  <a:pt x="3371271" y="2608914"/>
                </a:lnTo>
                <a:lnTo>
                  <a:pt x="3363546" y="2669882"/>
                </a:lnTo>
                <a:lnTo>
                  <a:pt x="3351969" y="2715950"/>
                </a:lnTo>
                <a:lnTo>
                  <a:pt x="3335989" y="2760568"/>
                </a:lnTo>
                <a:lnTo>
                  <a:pt x="3315740" y="2803417"/>
                </a:lnTo>
                <a:lnTo>
                  <a:pt x="3291351" y="2844178"/>
                </a:lnTo>
                <a:lnTo>
                  <a:pt x="3262956" y="2882534"/>
                </a:lnTo>
                <a:lnTo>
                  <a:pt x="3230687" y="2918165"/>
                </a:lnTo>
                <a:lnTo>
                  <a:pt x="3195056" y="2950434"/>
                </a:lnTo>
                <a:lnTo>
                  <a:pt x="3156700" y="2978829"/>
                </a:lnTo>
                <a:lnTo>
                  <a:pt x="3115939" y="3003217"/>
                </a:lnTo>
                <a:lnTo>
                  <a:pt x="3073090" y="3023467"/>
                </a:lnTo>
                <a:lnTo>
                  <a:pt x="3028473" y="3039447"/>
                </a:lnTo>
                <a:lnTo>
                  <a:pt x="2982405" y="3051024"/>
                </a:lnTo>
                <a:lnTo>
                  <a:pt x="2935205" y="3058068"/>
                </a:lnTo>
                <a:lnTo>
                  <a:pt x="2887192" y="306044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501141" y="5426036"/>
            <a:ext cx="3371850" cy="3060700"/>
          </a:xfrm>
          <a:custGeom>
            <a:avLst/>
            <a:gdLst/>
            <a:ahLst/>
            <a:cxnLst/>
            <a:rect l="l" t="t" r="r" b="b"/>
            <a:pathLst>
              <a:path w="3371850" h="3060700">
                <a:moveTo>
                  <a:pt x="2887192" y="3060445"/>
                </a:moveTo>
                <a:lnTo>
                  <a:pt x="485775" y="3060445"/>
                </a:lnTo>
                <a:lnTo>
                  <a:pt x="437762" y="3058067"/>
                </a:lnTo>
                <a:lnTo>
                  <a:pt x="390562" y="3051024"/>
                </a:lnTo>
                <a:lnTo>
                  <a:pt x="344494" y="3039447"/>
                </a:lnTo>
                <a:lnTo>
                  <a:pt x="299876" y="3023467"/>
                </a:lnTo>
                <a:lnTo>
                  <a:pt x="257028" y="3003217"/>
                </a:lnTo>
                <a:lnTo>
                  <a:pt x="216266" y="2978829"/>
                </a:lnTo>
                <a:lnTo>
                  <a:pt x="177911" y="2950434"/>
                </a:lnTo>
                <a:lnTo>
                  <a:pt x="142279" y="2918165"/>
                </a:lnTo>
                <a:lnTo>
                  <a:pt x="110010" y="2882534"/>
                </a:lnTo>
                <a:lnTo>
                  <a:pt x="81615" y="2844178"/>
                </a:lnTo>
                <a:lnTo>
                  <a:pt x="57227" y="2803417"/>
                </a:lnTo>
                <a:lnTo>
                  <a:pt x="36977" y="2760568"/>
                </a:lnTo>
                <a:lnTo>
                  <a:pt x="20997" y="2715950"/>
                </a:lnTo>
                <a:lnTo>
                  <a:pt x="9420" y="2669882"/>
                </a:lnTo>
                <a:lnTo>
                  <a:pt x="2377" y="2622683"/>
                </a:lnTo>
                <a:lnTo>
                  <a:pt x="0" y="2574670"/>
                </a:lnTo>
                <a:lnTo>
                  <a:pt x="0" y="485775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7"/>
                </a:lnTo>
                <a:lnTo>
                  <a:pt x="57227" y="257028"/>
                </a:lnTo>
                <a:lnTo>
                  <a:pt x="81615" y="216266"/>
                </a:lnTo>
                <a:lnTo>
                  <a:pt x="110010" y="177911"/>
                </a:lnTo>
                <a:lnTo>
                  <a:pt x="142279" y="142280"/>
                </a:lnTo>
                <a:lnTo>
                  <a:pt x="177911" y="110010"/>
                </a:lnTo>
                <a:lnTo>
                  <a:pt x="216266" y="81616"/>
                </a:lnTo>
                <a:lnTo>
                  <a:pt x="257028" y="57227"/>
                </a:lnTo>
                <a:lnTo>
                  <a:pt x="299876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5" y="0"/>
                </a:lnTo>
                <a:lnTo>
                  <a:pt x="2887192" y="0"/>
                </a:lnTo>
                <a:lnTo>
                  <a:pt x="2935205" y="2377"/>
                </a:lnTo>
                <a:lnTo>
                  <a:pt x="2982405" y="9420"/>
                </a:lnTo>
                <a:lnTo>
                  <a:pt x="3028473" y="20997"/>
                </a:lnTo>
                <a:lnTo>
                  <a:pt x="3073091" y="36977"/>
                </a:lnTo>
                <a:lnTo>
                  <a:pt x="3115940" y="57227"/>
                </a:lnTo>
                <a:lnTo>
                  <a:pt x="3156701" y="81616"/>
                </a:lnTo>
                <a:lnTo>
                  <a:pt x="3195057" y="110010"/>
                </a:lnTo>
                <a:lnTo>
                  <a:pt x="3230688" y="142280"/>
                </a:lnTo>
                <a:lnTo>
                  <a:pt x="3262957" y="177911"/>
                </a:lnTo>
                <a:lnTo>
                  <a:pt x="3291352" y="216266"/>
                </a:lnTo>
                <a:lnTo>
                  <a:pt x="3315740" y="257028"/>
                </a:lnTo>
                <a:lnTo>
                  <a:pt x="3335990" y="299877"/>
                </a:lnTo>
                <a:lnTo>
                  <a:pt x="3351970" y="344494"/>
                </a:lnTo>
                <a:lnTo>
                  <a:pt x="3363547" y="390562"/>
                </a:lnTo>
                <a:lnTo>
                  <a:pt x="3370590" y="437762"/>
                </a:lnTo>
                <a:lnTo>
                  <a:pt x="3371271" y="451512"/>
                </a:lnTo>
                <a:lnTo>
                  <a:pt x="3371271" y="2608932"/>
                </a:lnTo>
                <a:lnTo>
                  <a:pt x="3363547" y="2669882"/>
                </a:lnTo>
                <a:lnTo>
                  <a:pt x="3351970" y="2715950"/>
                </a:lnTo>
                <a:lnTo>
                  <a:pt x="3335990" y="2760568"/>
                </a:lnTo>
                <a:lnTo>
                  <a:pt x="3315740" y="2803417"/>
                </a:lnTo>
                <a:lnTo>
                  <a:pt x="3291352" y="2844178"/>
                </a:lnTo>
                <a:lnTo>
                  <a:pt x="3262957" y="2882534"/>
                </a:lnTo>
                <a:lnTo>
                  <a:pt x="3230688" y="2918165"/>
                </a:lnTo>
                <a:lnTo>
                  <a:pt x="3195057" y="2950434"/>
                </a:lnTo>
                <a:lnTo>
                  <a:pt x="3156701" y="2978829"/>
                </a:lnTo>
                <a:lnTo>
                  <a:pt x="3115940" y="3003217"/>
                </a:lnTo>
                <a:lnTo>
                  <a:pt x="3073091" y="3023467"/>
                </a:lnTo>
                <a:lnTo>
                  <a:pt x="3028473" y="3039447"/>
                </a:lnTo>
                <a:lnTo>
                  <a:pt x="2982405" y="3051024"/>
                </a:lnTo>
                <a:lnTo>
                  <a:pt x="2935205" y="3058067"/>
                </a:lnTo>
                <a:lnTo>
                  <a:pt x="2887192" y="306044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348970" y="7748832"/>
            <a:ext cx="1510030" cy="1510030"/>
          </a:xfrm>
          <a:custGeom>
            <a:avLst/>
            <a:gdLst/>
            <a:ahLst/>
            <a:cxnLst/>
            <a:rect l="l" t="t" r="r" b="b"/>
            <a:pathLst>
              <a:path w="1510029" h="1510029">
                <a:moveTo>
                  <a:pt x="1023692" y="1509467"/>
                </a:moveTo>
                <a:lnTo>
                  <a:pt x="485774" y="1509467"/>
                </a:lnTo>
                <a:lnTo>
                  <a:pt x="437762" y="1507090"/>
                </a:lnTo>
                <a:lnTo>
                  <a:pt x="390562" y="1500047"/>
                </a:lnTo>
                <a:lnTo>
                  <a:pt x="344494" y="1488469"/>
                </a:lnTo>
                <a:lnTo>
                  <a:pt x="299877" y="1472490"/>
                </a:lnTo>
                <a:lnTo>
                  <a:pt x="257028" y="1452240"/>
                </a:lnTo>
                <a:lnTo>
                  <a:pt x="216266" y="1427851"/>
                </a:lnTo>
                <a:lnTo>
                  <a:pt x="177911" y="1399457"/>
                </a:lnTo>
                <a:lnTo>
                  <a:pt x="142280" y="1367187"/>
                </a:lnTo>
                <a:lnTo>
                  <a:pt x="110010" y="1331556"/>
                </a:lnTo>
                <a:lnTo>
                  <a:pt x="81615" y="1293201"/>
                </a:lnTo>
                <a:lnTo>
                  <a:pt x="57227" y="1252439"/>
                </a:lnTo>
                <a:lnTo>
                  <a:pt x="36977" y="1209591"/>
                </a:lnTo>
                <a:lnTo>
                  <a:pt x="20997" y="1164973"/>
                </a:lnTo>
                <a:lnTo>
                  <a:pt x="9420" y="1118905"/>
                </a:lnTo>
                <a:lnTo>
                  <a:pt x="2377" y="1071705"/>
                </a:lnTo>
                <a:lnTo>
                  <a:pt x="0" y="1023692"/>
                </a:lnTo>
                <a:lnTo>
                  <a:pt x="0" y="485774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7"/>
                </a:lnTo>
                <a:lnTo>
                  <a:pt x="57227" y="257028"/>
                </a:lnTo>
                <a:lnTo>
                  <a:pt x="81615" y="216266"/>
                </a:lnTo>
                <a:lnTo>
                  <a:pt x="110010" y="177911"/>
                </a:lnTo>
                <a:lnTo>
                  <a:pt x="142280" y="142280"/>
                </a:lnTo>
                <a:lnTo>
                  <a:pt x="177911" y="110011"/>
                </a:lnTo>
                <a:lnTo>
                  <a:pt x="216266" y="81616"/>
                </a:lnTo>
                <a:lnTo>
                  <a:pt x="257028" y="57227"/>
                </a:lnTo>
                <a:lnTo>
                  <a:pt x="299877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4" y="0"/>
                </a:lnTo>
                <a:lnTo>
                  <a:pt x="1023692" y="0"/>
                </a:lnTo>
                <a:lnTo>
                  <a:pt x="1071705" y="2377"/>
                </a:lnTo>
                <a:lnTo>
                  <a:pt x="1118905" y="9420"/>
                </a:lnTo>
                <a:lnTo>
                  <a:pt x="1164973" y="20997"/>
                </a:lnTo>
                <a:lnTo>
                  <a:pt x="1209590" y="36977"/>
                </a:lnTo>
                <a:lnTo>
                  <a:pt x="1252439" y="57227"/>
                </a:lnTo>
                <a:lnTo>
                  <a:pt x="1293201" y="81616"/>
                </a:lnTo>
                <a:lnTo>
                  <a:pt x="1331556" y="110011"/>
                </a:lnTo>
                <a:lnTo>
                  <a:pt x="1367187" y="142280"/>
                </a:lnTo>
                <a:lnTo>
                  <a:pt x="1399457" y="177911"/>
                </a:lnTo>
                <a:lnTo>
                  <a:pt x="1427851" y="216266"/>
                </a:lnTo>
                <a:lnTo>
                  <a:pt x="1452240" y="257028"/>
                </a:lnTo>
                <a:lnTo>
                  <a:pt x="1472490" y="299877"/>
                </a:lnTo>
                <a:lnTo>
                  <a:pt x="1488470" y="344494"/>
                </a:lnTo>
                <a:lnTo>
                  <a:pt x="1500047" y="390562"/>
                </a:lnTo>
                <a:lnTo>
                  <a:pt x="1507090" y="437762"/>
                </a:lnTo>
                <a:lnTo>
                  <a:pt x="1509467" y="485774"/>
                </a:lnTo>
                <a:lnTo>
                  <a:pt x="1509467" y="1023692"/>
                </a:lnTo>
                <a:lnTo>
                  <a:pt x="1507090" y="1071705"/>
                </a:lnTo>
                <a:lnTo>
                  <a:pt x="1500047" y="1118905"/>
                </a:lnTo>
                <a:lnTo>
                  <a:pt x="1488470" y="1164973"/>
                </a:lnTo>
                <a:lnTo>
                  <a:pt x="1472490" y="1209591"/>
                </a:lnTo>
                <a:lnTo>
                  <a:pt x="1452240" y="1252439"/>
                </a:lnTo>
                <a:lnTo>
                  <a:pt x="1427851" y="1293201"/>
                </a:lnTo>
                <a:lnTo>
                  <a:pt x="1399457" y="1331556"/>
                </a:lnTo>
                <a:lnTo>
                  <a:pt x="1367187" y="1367187"/>
                </a:lnTo>
                <a:lnTo>
                  <a:pt x="1331556" y="1399457"/>
                </a:lnTo>
                <a:lnTo>
                  <a:pt x="1293201" y="1427851"/>
                </a:lnTo>
                <a:lnTo>
                  <a:pt x="1252439" y="1452240"/>
                </a:lnTo>
                <a:lnTo>
                  <a:pt x="1209590" y="1472490"/>
                </a:lnTo>
                <a:lnTo>
                  <a:pt x="1164973" y="1488469"/>
                </a:lnTo>
                <a:lnTo>
                  <a:pt x="1118905" y="1500047"/>
                </a:lnTo>
                <a:lnTo>
                  <a:pt x="1071705" y="1507090"/>
                </a:lnTo>
                <a:lnTo>
                  <a:pt x="1023692" y="1509467"/>
                </a:lnTo>
                <a:close/>
              </a:path>
            </a:pathLst>
          </a:custGeom>
          <a:solidFill>
            <a:srgbClr val="FFDE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378629" y="7748832"/>
            <a:ext cx="1510030" cy="1510030"/>
          </a:xfrm>
          <a:custGeom>
            <a:avLst/>
            <a:gdLst/>
            <a:ahLst/>
            <a:cxnLst/>
            <a:rect l="l" t="t" r="r" b="b"/>
            <a:pathLst>
              <a:path w="1510029" h="1510029">
                <a:moveTo>
                  <a:pt x="1023692" y="1509467"/>
                </a:moveTo>
                <a:lnTo>
                  <a:pt x="485774" y="1509467"/>
                </a:lnTo>
                <a:lnTo>
                  <a:pt x="437762" y="1507090"/>
                </a:lnTo>
                <a:lnTo>
                  <a:pt x="390562" y="1500047"/>
                </a:lnTo>
                <a:lnTo>
                  <a:pt x="344494" y="1488469"/>
                </a:lnTo>
                <a:lnTo>
                  <a:pt x="299877" y="1472490"/>
                </a:lnTo>
                <a:lnTo>
                  <a:pt x="257028" y="1452240"/>
                </a:lnTo>
                <a:lnTo>
                  <a:pt x="216266" y="1427851"/>
                </a:lnTo>
                <a:lnTo>
                  <a:pt x="177911" y="1399457"/>
                </a:lnTo>
                <a:lnTo>
                  <a:pt x="142280" y="1367187"/>
                </a:lnTo>
                <a:lnTo>
                  <a:pt x="110011" y="1331556"/>
                </a:lnTo>
                <a:lnTo>
                  <a:pt x="81616" y="1293201"/>
                </a:lnTo>
                <a:lnTo>
                  <a:pt x="57227" y="1252439"/>
                </a:lnTo>
                <a:lnTo>
                  <a:pt x="36977" y="1209591"/>
                </a:lnTo>
                <a:lnTo>
                  <a:pt x="20997" y="1164973"/>
                </a:lnTo>
                <a:lnTo>
                  <a:pt x="9420" y="1118905"/>
                </a:lnTo>
                <a:lnTo>
                  <a:pt x="2377" y="1071705"/>
                </a:lnTo>
                <a:lnTo>
                  <a:pt x="0" y="1023692"/>
                </a:lnTo>
                <a:lnTo>
                  <a:pt x="0" y="485774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7"/>
                </a:lnTo>
                <a:lnTo>
                  <a:pt x="57227" y="257028"/>
                </a:lnTo>
                <a:lnTo>
                  <a:pt x="81616" y="216266"/>
                </a:lnTo>
                <a:lnTo>
                  <a:pt x="110011" y="177911"/>
                </a:lnTo>
                <a:lnTo>
                  <a:pt x="142280" y="142280"/>
                </a:lnTo>
                <a:lnTo>
                  <a:pt x="177911" y="110011"/>
                </a:lnTo>
                <a:lnTo>
                  <a:pt x="216266" y="81616"/>
                </a:lnTo>
                <a:lnTo>
                  <a:pt x="257028" y="57227"/>
                </a:lnTo>
                <a:lnTo>
                  <a:pt x="299877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4" y="0"/>
                </a:lnTo>
                <a:lnTo>
                  <a:pt x="1023692" y="0"/>
                </a:lnTo>
                <a:lnTo>
                  <a:pt x="1071705" y="2377"/>
                </a:lnTo>
                <a:lnTo>
                  <a:pt x="1118905" y="9420"/>
                </a:lnTo>
                <a:lnTo>
                  <a:pt x="1164973" y="20997"/>
                </a:lnTo>
                <a:lnTo>
                  <a:pt x="1209591" y="36977"/>
                </a:lnTo>
                <a:lnTo>
                  <a:pt x="1252439" y="57227"/>
                </a:lnTo>
                <a:lnTo>
                  <a:pt x="1293201" y="81616"/>
                </a:lnTo>
                <a:lnTo>
                  <a:pt x="1331556" y="110011"/>
                </a:lnTo>
                <a:lnTo>
                  <a:pt x="1367187" y="142280"/>
                </a:lnTo>
                <a:lnTo>
                  <a:pt x="1399457" y="177911"/>
                </a:lnTo>
                <a:lnTo>
                  <a:pt x="1427851" y="216266"/>
                </a:lnTo>
                <a:lnTo>
                  <a:pt x="1452240" y="257028"/>
                </a:lnTo>
                <a:lnTo>
                  <a:pt x="1472490" y="299877"/>
                </a:lnTo>
                <a:lnTo>
                  <a:pt x="1488469" y="344494"/>
                </a:lnTo>
                <a:lnTo>
                  <a:pt x="1500047" y="390562"/>
                </a:lnTo>
                <a:lnTo>
                  <a:pt x="1507090" y="437762"/>
                </a:lnTo>
                <a:lnTo>
                  <a:pt x="1509467" y="485774"/>
                </a:lnTo>
                <a:lnTo>
                  <a:pt x="1509467" y="1023692"/>
                </a:lnTo>
                <a:lnTo>
                  <a:pt x="1507090" y="1071705"/>
                </a:lnTo>
                <a:lnTo>
                  <a:pt x="1500047" y="1118905"/>
                </a:lnTo>
                <a:lnTo>
                  <a:pt x="1488469" y="1164973"/>
                </a:lnTo>
                <a:lnTo>
                  <a:pt x="1472490" y="1209591"/>
                </a:lnTo>
                <a:lnTo>
                  <a:pt x="1452240" y="1252439"/>
                </a:lnTo>
                <a:lnTo>
                  <a:pt x="1427851" y="1293201"/>
                </a:lnTo>
                <a:lnTo>
                  <a:pt x="1399457" y="1331556"/>
                </a:lnTo>
                <a:lnTo>
                  <a:pt x="1367187" y="1367187"/>
                </a:lnTo>
                <a:lnTo>
                  <a:pt x="1331556" y="1399457"/>
                </a:lnTo>
                <a:lnTo>
                  <a:pt x="1293201" y="1427851"/>
                </a:lnTo>
                <a:lnTo>
                  <a:pt x="1252439" y="1452240"/>
                </a:lnTo>
                <a:lnTo>
                  <a:pt x="1209591" y="1472490"/>
                </a:lnTo>
                <a:lnTo>
                  <a:pt x="1164973" y="1488469"/>
                </a:lnTo>
                <a:lnTo>
                  <a:pt x="1118905" y="1500047"/>
                </a:lnTo>
                <a:lnTo>
                  <a:pt x="1071705" y="1507090"/>
                </a:lnTo>
                <a:lnTo>
                  <a:pt x="1023692" y="1509467"/>
                </a:lnTo>
                <a:close/>
              </a:path>
            </a:pathLst>
          </a:custGeom>
          <a:solidFill>
            <a:srgbClr val="FFDE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402697" y="7748832"/>
            <a:ext cx="1510030" cy="1510030"/>
          </a:xfrm>
          <a:custGeom>
            <a:avLst/>
            <a:gdLst/>
            <a:ahLst/>
            <a:cxnLst/>
            <a:rect l="l" t="t" r="r" b="b"/>
            <a:pathLst>
              <a:path w="1510029" h="1510029">
                <a:moveTo>
                  <a:pt x="1023692" y="1509467"/>
                </a:moveTo>
                <a:lnTo>
                  <a:pt x="485774" y="1509467"/>
                </a:lnTo>
                <a:lnTo>
                  <a:pt x="437762" y="1507090"/>
                </a:lnTo>
                <a:lnTo>
                  <a:pt x="390562" y="1500047"/>
                </a:lnTo>
                <a:lnTo>
                  <a:pt x="344494" y="1488469"/>
                </a:lnTo>
                <a:lnTo>
                  <a:pt x="299876" y="1472490"/>
                </a:lnTo>
                <a:lnTo>
                  <a:pt x="257028" y="1452240"/>
                </a:lnTo>
                <a:lnTo>
                  <a:pt x="216266" y="1427851"/>
                </a:lnTo>
                <a:lnTo>
                  <a:pt x="177911" y="1399457"/>
                </a:lnTo>
                <a:lnTo>
                  <a:pt x="142280" y="1367187"/>
                </a:lnTo>
                <a:lnTo>
                  <a:pt x="110010" y="1331556"/>
                </a:lnTo>
                <a:lnTo>
                  <a:pt x="81616" y="1293201"/>
                </a:lnTo>
                <a:lnTo>
                  <a:pt x="57227" y="1252439"/>
                </a:lnTo>
                <a:lnTo>
                  <a:pt x="36977" y="1209591"/>
                </a:lnTo>
                <a:lnTo>
                  <a:pt x="20997" y="1164973"/>
                </a:lnTo>
                <a:lnTo>
                  <a:pt x="9420" y="1118905"/>
                </a:lnTo>
                <a:lnTo>
                  <a:pt x="2377" y="1071705"/>
                </a:lnTo>
                <a:lnTo>
                  <a:pt x="0" y="1023692"/>
                </a:lnTo>
                <a:lnTo>
                  <a:pt x="0" y="485774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7"/>
                </a:lnTo>
                <a:lnTo>
                  <a:pt x="57227" y="257028"/>
                </a:lnTo>
                <a:lnTo>
                  <a:pt x="81616" y="216266"/>
                </a:lnTo>
                <a:lnTo>
                  <a:pt x="110010" y="177911"/>
                </a:lnTo>
                <a:lnTo>
                  <a:pt x="142280" y="142280"/>
                </a:lnTo>
                <a:lnTo>
                  <a:pt x="177911" y="110011"/>
                </a:lnTo>
                <a:lnTo>
                  <a:pt x="216266" y="81616"/>
                </a:lnTo>
                <a:lnTo>
                  <a:pt x="257028" y="57227"/>
                </a:lnTo>
                <a:lnTo>
                  <a:pt x="299876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4" y="0"/>
                </a:lnTo>
                <a:lnTo>
                  <a:pt x="1023692" y="0"/>
                </a:lnTo>
                <a:lnTo>
                  <a:pt x="1071705" y="2377"/>
                </a:lnTo>
                <a:lnTo>
                  <a:pt x="1118905" y="9420"/>
                </a:lnTo>
                <a:lnTo>
                  <a:pt x="1164973" y="20997"/>
                </a:lnTo>
                <a:lnTo>
                  <a:pt x="1209591" y="36977"/>
                </a:lnTo>
                <a:lnTo>
                  <a:pt x="1252439" y="57227"/>
                </a:lnTo>
                <a:lnTo>
                  <a:pt x="1293201" y="81616"/>
                </a:lnTo>
                <a:lnTo>
                  <a:pt x="1331556" y="110011"/>
                </a:lnTo>
                <a:lnTo>
                  <a:pt x="1367187" y="142280"/>
                </a:lnTo>
                <a:lnTo>
                  <a:pt x="1399457" y="177911"/>
                </a:lnTo>
                <a:lnTo>
                  <a:pt x="1427851" y="216266"/>
                </a:lnTo>
                <a:lnTo>
                  <a:pt x="1452240" y="257028"/>
                </a:lnTo>
                <a:lnTo>
                  <a:pt x="1472490" y="299877"/>
                </a:lnTo>
                <a:lnTo>
                  <a:pt x="1488469" y="344494"/>
                </a:lnTo>
                <a:lnTo>
                  <a:pt x="1500047" y="390562"/>
                </a:lnTo>
                <a:lnTo>
                  <a:pt x="1507090" y="437762"/>
                </a:lnTo>
                <a:lnTo>
                  <a:pt x="1509467" y="485774"/>
                </a:lnTo>
                <a:lnTo>
                  <a:pt x="1509467" y="1023692"/>
                </a:lnTo>
                <a:lnTo>
                  <a:pt x="1507090" y="1071705"/>
                </a:lnTo>
                <a:lnTo>
                  <a:pt x="1500047" y="1118905"/>
                </a:lnTo>
                <a:lnTo>
                  <a:pt x="1488469" y="1164973"/>
                </a:lnTo>
                <a:lnTo>
                  <a:pt x="1472490" y="1209591"/>
                </a:lnTo>
                <a:lnTo>
                  <a:pt x="1452240" y="1252439"/>
                </a:lnTo>
                <a:lnTo>
                  <a:pt x="1427851" y="1293201"/>
                </a:lnTo>
                <a:lnTo>
                  <a:pt x="1399457" y="1331556"/>
                </a:lnTo>
                <a:lnTo>
                  <a:pt x="1367187" y="1367187"/>
                </a:lnTo>
                <a:lnTo>
                  <a:pt x="1331556" y="1399457"/>
                </a:lnTo>
                <a:lnTo>
                  <a:pt x="1293201" y="1427851"/>
                </a:lnTo>
                <a:lnTo>
                  <a:pt x="1252439" y="1452240"/>
                </a:lnTo>
                <a:lnTo>
                  <a:pt x="1209591" y="1472490"/>
                </a:lnTo>
                <a:lnTo>
                  <a:pt x="1164973" y="1488469"/>
                </a:lnTo>
                <a:lnTo>
                  <a:pt x="1118905" y="1500047"/>
                </a:lnTo>
                <a:lnTo>
                  <a:pt x="1071705" y="1507090"/>
                </a:lnTo>
                <a:lnTo>
                  <a:pt x="1023692" y="1509467"/>
                </a:lnTo>
                <a:close/>
              </a:path>
            </a:pathLst>
          </a:custGeom>
          <a:solidFill>
            <a:srgbClr val="FFDE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4426764" y="7748832"/>
            <a:ext cx="1510030" cy="1510030"/>
          </a:xfrm>
          <a:custGeom>
            <a:avLst/>
            <a:gdLst/>
            <a:ahLst/>
            <a:cxnLst/>
            <a:rect l="l" t="t" r="r" b="b"/>
            <a:pathLst>
              <a:path w="1510030" h="1510029">
                <a:moveTo>
                  <a:pt x="1023693" y="1509467"/>
                </a:moveTo>
                <a:lnTo>
                  <a:pt x="485774" y="1509467"/>
                </a:lnTo>
                <a:lnTo>
                  <a:pt x="437761" y="1507090"/>
                </a:lnTo>
                <a:lnTo>
                  <a:pt x="390562" y="1500047"/>
                </a:lnTo>
                <a:lnTo>
                  <a:pt x="344494" y="1488469"/>
                </a:lnTo>
                <a:lnTo>
                  <a:pt x="299876" y="1472490"/>
                </a:lnTo>
                <a:lnTo>
                  <a:pt x="257027" y="1452240"/>
                </a:lnTo>
                <a:lnTo>
                  <a:pt x="216266" y="1427851"/>
                </a:lnTo>
                <a:lnTo>
                  <a:pt x="177910" y="1399457"/>
                </a:lnTo>
                <a:lnTo>
                  <a:pt x="142279" y="1367187"/>
                </a:lnTo>
                <a:lnTo>
                  <a:pt x="110010" y="1331556"/>
                </a:lnTo>
                <a:lnTo>
                  <a:pt x="81615" y="1293201"/>
                </a:lnTo>
                <a:lnTo>
                  <a:pt x="57227" y="1252439"/>
                </a:lnTo>
                <a:lnTo>
                  <a:pt x="36977" y="1209591"/>
                </a:lnTo>
                <a:lnTo>
                  <a:pt x="20997" y="1164973"/>
                </a:lnTo>
                <a:lnTo>
                  <a:pt x="9420" y="1118905"/>
                </a:lnTo>
                <a:lnTo>
                  <a:pt x="2377" y="1071705"/>
                </a:lnTo>
                <a:lnTo>
                  <a:pt x="0" y="1023692"/>
                </a:lnTo>
                <a:lnTo>
                  <a:pt x="0" y="485774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7"/>
                </a:lnTo>
                <a:lnTo>
                  <a:pt x="57227" y="257028"/>
                </a:lnTo>
                <a:lnTo>
                  <a:pt x="81615" y="216266"/>
                </a:lnTo>
                <a:lnTo>
                  <a:pt x="110010" y="177911"/>
                </a:lnTo>
                <a:lnTo>
                  <a:pt x="142279" y="142280"/>
                </a:lnTo>
                <a:lnTo>
                  <a:pt x="177910" y="110011"/>
                </a:lnTo>
                <a:lnTo>
                  <a:pt x="216266" y="81616"/>
                </a:lnTo>
                <a:lnTo>
                  <a:pt x="257027" y="57227"/>
                </a:lnTo>
                <a:lnTo>
                  <a:pt x="299876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1" y="2377"/>
                </a:lnTo>
                <a:lnTo>
                  <a:pt x="485774" y="0"/>
                </a:lnTo>
                <a:lnTo>
                  <a:pt x="1023693" y="0"/>
                </a:lnTo>
                <a:lnTo>
                  <a:pt x="1071705" y="2377"/>
                </a:lnTo>
                <a:lnTo>
                  <a:pt x="1118905" y="9420"/>
                </a:lnTo>
                <a:lnTo>
                  <a:pt x="1164973" y="20997"/>
                </a:lnTo>
                <a:lnTo>
                  <a:pt x="1209590" y="36977"/>
                </a:lnTo>
                <a:lnTo>
                  <a:pt x="1252439" y="57227"/>
                </a:lnTo>
                <a:lnTo>
                  <a:pt x="1293200" y="81616"/>
                </a:lnTo>
                <a:lnTo>
                  <a:pt x="1331556" y="110011"/>
                </a:lnTo>
                <a:lnTo>
                  <a:pt x="1367187" y="142280"/>
                </a:lnTo>
                <a:lnTo>
                  <a:pt x="1399456" y="177911"/>
                </a:lnTo>
                <a:lnTo>
                  <a:pt x="1427851" y="216266"/>
                </a:lnTo>
                <a:lnTo>
                  <a:pt x="1452240" y="257028"/>
                </a:lnTo>
                <a:lnTo>
                  <a:pt x="1472490" y="299877"/>
                </a:lnTo>
                <a:lnTo>
                  <a:pt x="1488470" y="344494"/>
                </a:lnTo>
                <a:lnTo>
                  <a:pt x="1500047" y="390562"/>
                </a:lnTo>
                <a:lnTo>
                  <a:pt x="1507091" y="437762"/>
                </a:lnTo>
                <a:lnTo>
                  <a:pt x="1509468" y="485774"/>
                </a:lnTo>
                <a:lnTo>
                  <a:pt x="1509468" y="1023692"/>
                </a:lnTo>
                <a:lnTo>
                  <a:pt x="1507091" y="1071705"/>
                </a:lnTo>
                <a:lnTo>
                  <a:pt x="1500047" y="1118905"/>
                </a:lnTo>
                <a:lnTo>
                  <a:pt x="1488470" y="1164973"/>
                </a:lnTo>
                <a:lnTo>
                  <a:pt x="1472490" y="1209591"/>
                </a:lnTo>
                <a:lnTo>
                  <a:pt x="1452240" y="1252439"/>
                </a:lnTo>
                <a:lnTo>
                  <a:pt x="1427851" y="1293201"/>
                </a:lnTo>
                <a:lnTo>
                  <a:pt x="1399456" y="1331556"/>
                </a:lnTo>
                <a:lnTo>
                  <a:pt x="1367187" y="1367187"/>
                </a:lnTo>
                <a:lnTo>
                  <a:pt x="1331556" y="1399457"/>
                </a:lnTo>
                <a:lnTo>
                  <a:pt x="1293200" y="1427851"/>
                </a:lnTo>
                <a:lnTo>
                  <a:pt x="1252439" y="1452240"/>
                </a:lnTo>
                <a:lnTo>
                  <a:pt x="1209590" y="1472490"/>
                </a:lnTo>
                <a:lnTo>
                  <a:pt x="1164973" y="1488469"/>
                </a:lnTo>
                <a:lnTo>
                  <a:pt x="1118905" y="1500047"/>
                </a:lnTo>
                <a:lnTo>
                  <a:pt x="1071705" y="1507090"/>
                </a:lnTo>
                <a:lnTo>
                  <a:pt x="1023693" y="1509467"/>
                </a:lnTo>
                <a:close/>
              </a:path>
            </a:pathLst>
          </a:custGeom>
          <a:solidFill>
            <a:srgbClr val="FFDE5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3858437" y="8351165"/>
            <a:ext cx="2520315" cy="304800"/>
            <a:chOff x="3858437" y="8351165"/>
            <a:chExt cx="2520315" cy="304800"/>
          </a:xfrm>
        </p:grpSpPr>
        <p:sp>
          <p:nvSpPr>
            <p:cNvPr id="12" name="object 12"/>
            <p:cNvSpPr/>
            <p:nvPr/>
          </p:nvSpPr>
          <p:spPr>
            <a:xfrm>
              <a:off x="3858437" y="8503565"/>
              <a:ext cx="2310765" cy="0"/>
            </a:xfrm>
            <a:custGeom>
              <a:avLst/>
              <a:gdLst/>
              <a:ahLst/>
              <a:cxnLst/>
              <a:rect l="l" t="t" r="r" b="b"/>
              <a:pathLst>
                <a:path w="2310765">
                  <a:moveTo>
                    <a:pt x="0" y="0"/>
                  </a:moveTo>
                  <a:lnTo>
                    <a:pt x="2310641" y="0"/>
                  </a:lnTo>
                </a:path>
              </a:pathLst>
            </a:custGeom>
            <a:ln w="76199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188129" y="8389265"/>
              <a:ext cx="152400" cy="228600"/>
            </a:xfrm>
            <a:custGeom>
              <a:avLst/>
              <a:gdLst/>
              <a:ahLst/>
              <a:cxnLst/>
              <a:rect l="l" t="t" r="r" b="b"/>
              <a:pathLst>
                <a:path w="152400" h="228600">
                  <a:moveTo>
                    <a:pt x="0" y="228599"/>
                  </a:moveTo>
                  <a:lnTo>
                    <a:pt x="0" y="0"/>
                  </a:lnTo>
                  <a:lnTo>
                    <a:pt x="152399" y="114299"/>
                  </a:lnTo>
                  <a:lnTo>
                    <a:pt x="0" y="228599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188129" y="8389265"/>
              <a:ext cx="152400" cy="228600"/>
            </a:xfrm>
            <a:custGeom>
              <a:avLst/>
              <a:gdLst/>
              <a:ahLst/>
              <a:cxnLst/>
              <a:rect l="l" t="t" r="r" b="b"/>
              <a:pathLst>
                <a:path w="152400" h="228600">
                  <a:moveTo>
                    <a:pt x="0" y="0"/>
                  </a:moveTo>
                  <a:lnTo>
                    <a:pt x="152399" y="114299"/>
                  </a:lnTo>
                  <a:lnTo>
                    <a:pt x="0" y="228599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7888097" y="8351165"/>
            <a:ext cx="2520315" cy="304800"/>
            <a:chOff x="7888097" y="8351165"/>
            <a:chExt cx="2520315" cy="304800"/>
          </a:xfrm>
        </p:grpSpPr>
        <p:sp>
          <p:nvSpPr>
            <p:cNvPr id="16" name="object 16"/>
            <p:cNvSpPr/>
            <p:nvPr/>
          </p:nvSpPr>
          <p:spPr>
            <a:xfrm>
              <a:off x="7888097" y="8503565"/>
              <a:ext cx="2310765" cy="0"/>
            </a:xfrm>
            <a:custGeom>
              <a:avLst/>
              <a:gdLst/>
              <a:ahLst/>
              <a:cxnLst/>
              <a:rect l="l" t="t" r="r" b="b"/>
              <a:pathLst>
                <a:path w="2310765">
                  <a:moveTo>
                    <a:pt x="0" y="0"/>
                  </a:moveTo>
                  <a:lnTo>
                    <a:pt x="2310641" y="0"/>
                  </a:lnTo>
                </a:path>
              </a:pathLst>
            </a:custGeom>
            <a:ln w="76199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217789" y="8389265"/>
              <a:ext cx="152400" cy="228600"/>
            </a:xfrm>
            <a:custGeom>
              <a:avLst/>
              <a:gdLst/>
              <a:ahLst/>
              <a:cxnLst/>
              <a:rect l="l" t="t" r="r" b="b"/>
              <a:pathLst>
                <a:path w="152400" h="228600">
                  <a:moveTo>
                    <a:pt x="0" y="228599"/>
                  </a:moveTo>
                  <a:lnTo>
                    <a:pt x="0" y="0"/>
                  </a:lnTo>
                  <a:lnTo>
                    <a:pt x="152399" y="114299"/>
                  </a:lnTo>
                  <a:lnTo>
                    <a:pt x="0" y="228599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217789" y="8389265"/>
              <a:ext cx="152400" cy="228600"/>
            </a:xfrm>
            <a:custGeom>
              <a:avLst/>
              <a:gdLst/>
              <a:ahLst/>
              <a:cxnLst/>
              <a:rect l="l" t="t" r="r" b="b"/>
              <a:pathLst>
                <a:path w="152400" h="228600">
                  <a:moveTo>
                    <a:pt x="0" y="0"/>
                  </a:moveTo>
                  <a:lnTo>
                    <a:pt x="152399" y="114299"/>
                  </a:lnTo>
                  <a:lnTo>
                    <a:pt x="0" y="228599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11912165" y="8351165"/>
            <a:ext cx="2520315" cy="304800"/>
            <a:chOff x="11912165" y="8351165"/>
            <a:chExt cx="2520315" cy="304800"/>
          </a:xfrm>
        </p:grpSpPr>
        <p:sp>
          <p:nvSpPr>
            <p:cNvPr id="20" name="object 20"/>
            <p:cNvSpPr/>
            <p:nvPr/>
          </p:nvSpPr>
          <p:spPr>
            <a:xfrm>
              <a:off x="11912165" y="8503565"/>
              <a:ext cx="2310765" cy="0"/>
            </a:xfrm>
            <a:custGeom>
              <a:avLst/>
              <a:gdLst/>
              <a:ahLst/>
              <a:cxnLst/>
              <a:rect l="l" t="t" r="r" b="b"/>
              <a:pathLst>
                <a:path w="2310765">
                  <a:moveTo>
                    <a:pt x="0" y="0"/>
                  </a:moveTo>
                  <a:lnTo>
                    <a:pt x="2310641" y="0"/>
                  </a:lnTo>
                </a:path>
              </a:pathLst>
            </a:custGeom>
            <a:ln w="76199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4241857" y="8389265"/>
              <a:ext cx="152400" cy="228600"/>
            </a:xfrm>
            <a:custGeom>
              <a:avLst/>
              <a:gdLst/>
              <a:ahLst/>
              <a:cxnLst/>
              <a:rect l="l" t="t" r="r" b="b"/>
              <a:pathLst>
                <a:path w="152400" h="228600">
                  <a:moveTo>
                    <a:pt x="0" y="228599"/>
                  </a:moveTo>
                  <a:lnTo>
                    <a:pt x="0" y="0"/>
                  </a:lnTo>
                  <a:lnTo>
                    <a:pt x="152399" y="114299"/>
                  </a:lnTo>
                  <a:lnTo>
                    <a:pt x="0" y="228599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4241857" y="8389265"/>
              <a:ext cx="152400" cy="228600"/>
            </a:xfrm>
            <a:custGeom>
              <a:avLst/>
              <a:gdLst/>
              <a:ahLst/>
              <a:cxnLst/>
              <a:rect l="l" t="t" r="r" b="b"/>
              <a:pathLst>
                <a:path w="152400" h="228600">
                  <a:moveTo>
                    <a:pt x="0" y="0"/>
                  </a:moveTo>
                  <a:lnTo>
                    <a:pt x="152399" y="114299"/>
                  </a:lnTo>
                  <a:lnTo>
                    <a:pt x="0" y="228599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/>
          <p:nvPr/>
        </p:nvSpPr>
        <p:spPr>
          <a:xfrm>
            <a:off x="2624710" y="8211066"/>
            <a:ext cx="958215" cy="712470"/>
          </a:xfrm>
          <a:custGeom>
            <a:avLst/>
            <a:gdLst/>
            <a:ahLst/>
            <a:cxnLst/>
            <a:rect l="l" t="t" r="r" b="b"/>
            <a:pathLst>
              <a:path w="958214" h="712470">
                <a:moveTo>
                  <a:pt x="479770" y="189053"/>
                </a:moveTo>
                <a:lnTo>
                  <a:pt x="439699" y="189053"/>
                </a:lnTo>
                <a:lnTo>
                  <a:pt x="443527" y="152083"/>
                </a:lnTo>
                <a:lnTo>
                  <a:pt x="443587" y="151510"/>
                </a:lnTo>
                <a:lnTo>
                  <a:pt x="450136" y="129952"/>
                </a:lnTo>
                <a:lnTo>
                  <a:pt x="458283" y="117302"/>
                </a:lnTo>
                <a:lnTo>
                  <a:pt x="466966" y="106484"/>
                </a:lnTo>
                <a:lnTo>
                  <a:pt x="475383" y="93104"/>
                </a:lnTo>
                <a:lnTo>
                  <a:pt x="482380" y="76171"/>
                </a:lnTo>
                <a:lnTo>
                  <a:pt x="487163" y="52635"/>
                </a:lnTo>
                <a:lnTo>
                  <a:pt x="488854" y="20945"/>
                </a:lnTo>
                <a:lnTo>
                  <a:pt x="488934" y="19444"/>
                </a:lnTo>
                <a:lnTo>
                  <a:pt x="490498" y="11759"/>
                </a:lnTo>
                <a:lnTo>
                  <a:pt x="494769" y="5591"/>
                </a:lnTo>
                <a:lnTo>
                  <a:pt x="501111" y="1489"/>
                </a:lnTo>
                <a:lnTo>
                  <a:pt x="508890" y="0"/>
                </a:lnTo>
                <a:lnTo>
                  <a:pt x="516669" y="1719"/>
                </a:lnTo>
                <a:lnTo>
                  <a:pt x="523010" y="6329"/>
                </a:lnTo>
                <a:lnTo>
                  <a:pt x="527281" y="13012"/>
                </a:lnTo>
                <a:lnTo>
                  <a:pt x="528846" y="20945"/>
                </a:lnTo>
                <a:lnTo>
                  <a:pt x="526207" y="62386"/>
                </a:lnTo>
                <a:lnTo>
                  <a:pt x="519379" y="91976"/>
                </a:lnTo>
                <a:lnTo>
                  <a:pt x="509987" y="113095"/>
                </a:lnTo>
                <a:lnTo>
                  <a:pt x="499662" y="129122"/>
                </a:lnTo>
                <a:lnTo>
                  <a:pt x="492975" y="139586"/>
                </a:lnTo>
                <a:lnTo>
                  <a:pt x="487142" y="152083"/>
                </a:lnTo>
                <a:lnTo>
                  <a:pt x="482595" y="168082"/>
                </a:lnTo>
                <a:lnTo>
                  <a:pt x="479770" y="189053"/>
                </a:lnTo>
                <a:close/>
              </a:path>
              <a:path w="958214" h="712470">
                <a:moveTo>
                  <a:pt x="119735" y="711865"/>
                </a:moveTo>
                <a:lnTo>
                  <a:pt x="74113" y="701274"/>
                </a:lnTo>
                <a:lnTo>
                  <a:pt x="35944" y="672735"/>
                </a:lnTo>
                <a:lnTo>
                  <a:pt x="9737" y="631097"/>
                </a:lnTo>
                <a:lnTo>
                  <a:pt x="0" y="581210"/>
                </a:lnTo>
                <a:lnTo>
                  <a:pt x="1140" y="563705"/>
                </a:lnTo>
                <a:lnTo>
                  <a:pt x="4349" y="519925"/>
                </a:lnTo>
                <a:lnTo>
                  <a:pt x="10693" y="436008"/>
                </a:lnTo>
                <a:lnTo>
                  <a:pt x="22456" y="282351"/>
                </a:lnTo>
                <a:lnTo>
                  <a:pt x="37851" y="231740"/>
                </a:lnTo>
                <a:lnTo>
                  <a:pt x="65145" y="191524"/>
                </a:lnTo>
                <a:lnTo>
                  <a:pt x="102511" y="161115"/>
                </a:lnTo>
                <a:lnTo>
                  <a:pt x="147974" y="141873"/>
                </a:lnTo>
                <a:lnTo>
                  <a:pt x="199558" y="135157"/>
                </a:lnTo>
                <a:lnTo>
                  <a:pt x="226242" y="134593"/>
                </a:lnTo>
                <a:lnTo>
                  <a:pt x="225992" y="134593"/>
                </a:lnTo>
                <a:lnTo>
                  <a:pt x="255332" y="138146"/>
                </a:lnTo>
                <a:lnTo>
                  <a:pt x="258197" y="139586"/>
                </a:lnTo>
                <a:lnTo>
                  <a:pt x="285494" y="153678"/>
                </a:lnTo>
                <a:lnTo>
                  <a:pt x="314057" y="189053"/>
                </a:lnTo>
                <a:lnTo>
                  <a:pt x="894292" y="189053"/>
                </a:lnTo>
                <a:lnTo>
                  <a:pt x="918781" y="222335"/>
                </a:lnTo>
                <a:lnTo>
                  <a:pt x="932031" y="260831"/>
                </a:lnTo>
                <a:lnTo>
                  <a:pt x="678499" y="260831"/>
                </a:lnTo>
                <a:lnTo>
                  <a:pt x="662981" y="263973"/>
                </a:lnTo>
                <a:lnTo>
                  <a:pt x="650293" y="272537"/>
                </a:lnTo>
                <a:lnTo>
                  <a:pt x="644725" y="280786"/>
                </a:lnTo>
                <a:lnTo>
                  <a:pt x="175611" y="280786"/>
                </a:lnTo>
                <a:lnTo>
                  <a:pt x="168456" y="282351"/>
                </a:lnTo>
                <a:lnTo>
                  <a:pt x="163486" y="286621"/>
                </a:lnTo>
                <a:lnTo>
                  <a:pt x="160587" y="292963"/>
                </a:lnTo>
                <a:lnTo>
                  <a:pt x="159646" y="300742"/>
                </a:lnTo>
                <a:lnTo>
                  <a:pt x="159646" y="348636"/>
                </a:lnTo>
                <a:lnTo>
                  <a:pt x="119735" y="348636"/>
                </a:lnTo>
                <a:lnTo>
                  <a:pt x="111956" y="349577"/>
                </a:lnTo>
                <a:lnTo>
                  <a:pt x="105614" y="352476"/>
                </a:lnTo>
                <a:lnTo>
                  <a:pt x="101343" y="357446"/>
                </a:lnTo>
                <a:lnTo>
                  <a:pt x="99779" y="364601"/>
                </a:lnTo>
                <a:lnTo>
                  <a:pt x="101343" y="371770"/>
                </a:lnTo>
                <a:lnTo>
                  <a:pt x="105614" y="376738"/>
                </a:lnTo>
                <a:lnTo>
                  <a:pt x="111956" y="379629"/>
                </a:lnTo>
                <a:lnTo>
                  <a:pt x="119735" y="380566"/>
                </a:lnTo>
                <a:lnTo>
                  <a:pt x="159646" y="380566"/>
                </a:lnTo>
                <a:lnTo>
                  <a:pt x="159646" y="420477"/>
                </a:lnTo>
                <a:lnTo>
                  <a:pt x="160587" y="428270"/>
                </a:lnTo>
                <a:lnTo>
                  <a:pt x="163486" y="434610"/>
                </a:lnTo>
                <a:lnTo>
                  <a:pt x="168456" y="438873"/>
                </a:lnTo>
                <a:lnTo>
                  <a:pt x="175611" y="440433"/>
                </a:lnTo>
                <a:lnTo>
                  <a:pt x="644716" y="440433"/>
                </a:lnTo>
                <a:lnTo>
                  <a:pt x="650293" y="448695"/>
                </a:lnTo>
                <a:lnTo>
                  <a:pt x="662981" y="457251"/>
                </a:lnTo>
                <a:lnTo>
                  <a:pt x="678499" y="460389"/>
                </a:lnTo>
                <a:lnTo>
                  <a:pt x="949214" y="460389"/>
                </a:lnTo>
                <a:lnTo>
                  <a:pt x="952642" y="508315"/>
                </a:lnTo>
                <a:lnTo>
                  <a:pt x="451672" y="508315"/>
                </a:lnTo>
                <a:lnTo>
                  <a:pt x="433630" y="532970"/>
                </a:lnTo>
                <a:lnTo>
                  <a:pt x="412460" y="551579"/>
                </a:lnTo>
                <a:lnTo>
                  <a:pt x="271974" y="551579"/>
                </a:lnTo>
                <a:lnTo>
                  <a:pt x="230370" y="648932"/>
                </a:lnTo>
                <a:lnTo>
                  <a:pt x="214075" y="676505"/>
                </a:lnTo>
                <a:lnTo>
                  <a:pt x="190264" y="696064"/>
                </a:lnTo>
                <a:lnTo>
                  <a:pt x="158777" y="707897"/>
                </a:lnTo>
                <a:lnTo>
                  <a:pt x="119735" y="711865"/>
                </a:lnTo>
                <a:close/>
              </a:path>
              <a:path w="958214" h="712470">
                <a:moveTo>
                  <a:pt x="894292" y="189053"/>
                </a:moveTo>
                <a:lnTo>
                  <a:pt x="643823" y="189053"/>
                </a:lnTo>
                <a:lnTo>
                  <a:pt x="672360" y="153678"/>
                </a:lnTo>
                <a:lnTo>
                  <a:pt x="702450" y="138146"/>
                </a:lnTo>
                <a:lnTo>
                  <a:pt x="731851" y="134593"/>
                </a:lnTo>
                <a:lnTo>
                  <a:pt x="758322" y="135157"/>
                </a:lnTo>
                <a:lnTo>
                  <a:pt x="809858" y="141073"/>
                </a:lnTo>
                <a:lnTo>
                  <a:pt x="854889" y="158200"/>
                </a:lnTo>
                <a:lnTo>
                  <a:pt x="891751" y="185599"/>
                </a:lnTo>
                <a:lnTo>
                  <a:pt x="894292" y="189053"/>
                </a:lnTo>
                <a:close/>
              </a:path>
              <a:path w="958214" h="712470">
                <a:moveTo>
                  <a:pt x="798234" y="340654"/>
                </a:moveTo>
                <a:lnTo>
                  <a:pt x="678499" y="340654"/>
                </a:lnTo>
                <a:lnTo>
                  <a:pt x="694029" y="337520"/>
                </a:lnTo>
                <a:lnTo>
                  <a:pt x="706716" y="328972"/>
                </a:lnTo>
                <a:lnTo>
                  <a:pt x="715272" y="316286"/>
                </a:lnTo>
                <a:lnTo>
                  <a:pt x="718410" y="300742"/>
                </a:lnTo>
                <a:lnTo>
                  <a:pt x="715272" y="285225"/>
                </a:lnTo>
                <a:lnTo>
                  <a:pt x="706716" y="272537"/>
                </a:lnTo>
                <a:lnTo>
                  <a:pt x="694029" y="263973"/>
                </a:lnTo>
                <a:lnTo>
                  <a:pt x="678499" y="260831"/>
                </a:lnTo>
                <a:lnTo>
                  <a:pt x="798234" y="260831"/>
                </a:lnTo>
                <a:lnTo>
                  <a:pt x="782716" y="263973"/>
                </a:lnTo>
                <a:lnTo>
                  <a:pt x="770028" y="272537"/>
                </a:lnTo>
                <a:lnTo>
                  <a:pt x="761465" y="285225"/>
                </a:lnTo>
                <a:lnTo>
                  <a:pt x="758322" y="300742"/>
                </a:lnTo>
                <a:lnTo>
                  <a:pt x="761465" y="316286"/>
                </a:lnTo>
                <a:lnTo>
                  <a:pt x="770028" y="328972"/>
                </a:lnTo>
                <a:lnTo>
                  <a:pt x="782716" y="337520"/>
                </a:lnTo>
                <a:lnTo>
                  <a:pt x="798234" y="340654"/>
                </a:lnTo>
                <a:close/>
              </a:path>
              <a:path w="958214" h="712470">
                <a:moveTo>
                  <a:pt x="940551" y="340654"/>
                </a:moveTo>
                <a:lnTo>
                  <a:pt x="798234" y="340654"/>
                </a:lnTo>
                <a:lnTo>
                  <a:pt x="813764" y="337520"/>
                </a:lnTo>
                <a:lnTo>
                  <a:pt x="826451" y="328972"/>
                </a:lnTo>
                <a:lnTo>
                  <a:pt x="835007" y="316286"/>
                </a:lnTo>
                <a:lnTo>
                  <a:pt x="838145" y="300742"/>
                </a:lnTo>
                <a:lnTo>
                  <a:pt x="835007" y="285225"/>
                </a:lnTo>
                <a:lnTo>
                  <a:pt x="826451" y="272537"/>
                </a:lnTo>
                <a:lnTo>
                  <a:pt x="813764" y="263973"/>
                </a:lnTo>
                <a:lnTo>
                  <a:pt x="798234" y="260831"/>
                </a:lnTo>
                <a:lnTo>
                  <a:pt x="932031" y="260831"/>
                </a:lnTo>
                <a:lnTo>
                  <a:pt x="934317" y="267472"/>
                </a:lnTo>
                <a:lnTo>
                  <a:pt x="935051" y="269324"/>
                </a:lnTo>
                <a:lnTo>
                  <a:pt x="935530" y="271303"/>
                </a:lnTo>
                <a:lnTo>
                  <a:pt x="936523" y="285225"/>
                </a:lnTo>
                <a:lnTo>
                  <a:pt x="940551" y="340654"/>
                </a:lnTo>
                <a:close/>
              </a:path>
              <a:path w="958214" h="712470">
                <a:moveTo>
                  <a:pt x="949214" y="460389"/>
                </a:moveTo>
                <a:lnTo>
                  <a:pt x="798234" y="460389"/>
                </a:lnTo>
                <a:lnTo>
                  <a:pt x="813771" y="457251"/>
                </a:lnTo>
                <a:lnTo>
                  <a:pt x="826459" y="448695"/>
                </a:lnTo>
                <a:lnTo>
                  <a:pt x="835010" y="436008"/>
                </a:lnTo>
                <a:lnTo>
                  <a:pt x="838145" y="420477"/>
                </a:lnTo>
                <a:lnTo>
                  <a:pt x="835007" y="404974"/>
                </a:lnTo>
                <a:lnTo>
                  <a:pt x="826451" y="392284"/>
                </a:lnTo>
                <a:lnTo>
                  <a:pt x="813764" y="383713"/>
                </a:lnTo>
                <a:lnTo>
                  <a:pt x="798234" y="380566"/>
                </a:lnTo>
                <a:lnTo>
                  <a:pt x="558764" y="380566"/>
                </a:lnTo>
                <a:lnTo>
                  <a:pt x="566542" y="379629"/>
                </a:lnTo>
                <a:lnTo>
                  <a:pt x="572884" y="376738"/>
                </a:lnTo>
                <a:lnTo>
                  <a:pt x="577155" y="371770"/>
                </a:lnTo>
                <a:lnTo>
                  <a:pt x="578719" y="364601"/>
                </a:lnTo>
                <a:lnTo>
                  <a:pt x="577155" y="357446"/>
                </a:lnTo>
                <a:lnTo>
                  <a:pt x="572884" y="352476"/>
                </a:lnTo>
                <a:lnTo>
                  <a:pt x="566542" y="349577"/>
                </a:lnTo>
                <a:lnTo>
                  <a:pt x="558763" y="348636"/>
                </a:lnTo>
                <a:lnTo>
                  <a:pt x="191576" y="348636"/>
                </a:lnTo>
                <a:lnTo>
                  <a:pt x="191576" y="300742"/>
                </a:lnTo>
                <a:lnTo>
                  <a:pt x="190629" y="292963"/>
                </a:lnTo>
                <a:lnTo>
                  <a:pt x="187722" y="286621"/>
                </a:lnTo>
                <a:lnTo>
                  <a:pt x="182746" y="282351"/>
                </a:lnTo>
                <a:lnTo>
                  <a:pt x="175611" y="280786"/>
                </a:lnTo>
                <a:lnTo>
                  <a:pt x="644725" y="280786"/>
                </a:lnTo>
                <a:lnTo>
                  <a:pt x="641729" y="285225"/>
                </a:lnTo>
                <a:lnTo>
                  <a:pt x="638587" y="300742"/>
                </a:lnTo>
                <a:lnTo>
                  <a:pt x="641729" y="316286"/>
                </a:lnTo>
                <a:lnTo>
                  <a:pt x="650293" y="328972"/>
                </a:lnTo>
                <a:lnTo>
                  <a:pt x="662981" y="337520"/>
                </a:lnTo>
                <a:lnTo>
                  <a:pt x="678499" y="340654"/>
                </a:lnTo>
                <a:lnTo>
                  <a:pt x="940551" y="340654"/>
                </a:lnTo>
                <a:lnTo>
                  <a:pt x="949214" y="460389"/>
                </a:lnTo>
                <a:close/>
              </a:path>
              <a:path w="958214" h="712470">
                <a:moveTo>
                  <a:pt x="399116" y="380566"/>
                </a:moveTo>
                <a:lnTo>
                  <a:pt x="239470" y="380566"/>
                </a:lnTo>
                <a:lnTo>
                  <a:pt x="247249" y="379629"/>
                </a:lnTo>
                <a:lnTo>
                  <a:pt x="253590" y="376738"/>
                </a:lnTo>
                <a:lnTo>
                  <a:pt x="257861" y="371770"/>
                </a:lnTo>
                <a:lnTo>
                  <a:pt x="259426" y="364601"/>
                </a:lnTo>
                <a:lnTo>
                  <a:pt x="257861" y="357446"/>
                </a:lnTo>
                <a:lnTo>
                  <a:pt x="253590" y="352476"/>
                </a:lnTo>
                <a:lnTo>
                  <a:pt x="247249" y="349577"/>
                </a:lnTo>
                <a:lnTo>
                  <a:pt x="239470" y="348636"/>
                </a:lnTo>
                <a:lnTo>
                  <a:pt x="399117" y="348636"/>
                </a:lnTo>
                <a:lnTo>
                  <a:pt x="391338" y="349577"/>
                </a:lnTo>
                <a:lnTo>
                  <a:pt x="384996" y="352476"/>
                </a:lnTo>
                <a:lnTo>
                  <a:pt x="380725" y="357446"/>
                </a:lnTo>
                <a:lnTo>
                  <a:pt x="379161" y="364601"/>
                </a:lnTo>
                <a:lnTo>
                  <a:pt x="380725" y="371770"/>
                </a:lnTo>
                <a:lnTo>
                  <a:pt x="384996" y="376738"/>
                </a:lnTo>
                <a:lnTo>
                  <a:pt x="391338" y="379629"/>
                </a:lnTo>
                <a:lnTo>
                  <a:pt x="399116" y="380566"/>
                </a:lnTo>
                <a:close/>
              </a:path>
              <a:path w="958214" h="712470">
                <a:moveTo>
                  <a:pt x="518851" y="380566"/>
                </a:moveTo>
                <a:lnTo>
                  <a:pt x="439029" y="380566"/>
                </a:lnTo>
                <a:lnTo>
                  <a:pt x="446807" y="379629"/>
                </a:lnTo>
                <a:lnTo>
                  <a:pt x="453149" y="376738"/>
                </a:lnTo>
                <a:lnTo>
                  <a:pt x="457420" y="371770"/>
                </a:lnTo>
                <a:lnTo>
                  <a:pt x="458984" y="364601"/>
                </a:lnTo>
                <a:lnTo>
                  <a:pt x="457420" y="357446"/>
                </a:lnTo>
                <a:lnTo>
                  <a:pt x="453149" y="352476"/>
                </a:lnTo>
                <a:lnTo>
                  <a:pt x="446807" y="349577"/>
                </a:lnTo>
                <a:lnTo>
                  <a:pt x="439028" y="348636"/>
                </a:lnTo>
                <a:lnTo>
                  <a:pt x="518852" y="348636"/>
                </a:lnTo>
                <a:lnTo>
                  <a:pt x="511073" y="349577"/>
                </a:lnTo>
                <a:lnTo>
                  <a:pt x="504731" y="352476"/>
                </a:lnTo>
                <a:lnTo>
                  <a:pt x="500460" y="357446"/>
                </a:lnTo>
                <a:lnTo>
                  <a:pt x="498896" y="364601"/>
                </a:lnTo>
                <a:lnTo>
                  <a:pt x="500460" y="371770"/>
                </a:lnTo>
                <a:lnTo>
                  <a:pt x="504731" y="376738"/>
                </a:lnTo>
                <a:lnTo>
                  <a:pt x="511073" y="379629"/>
                </a:lnTo>
                <a:lnTo>
                  <a:pt x="518851" y="380566"/>
                </a:lnTo>
                <a:close/>
              </a:path>
              <a:path w="958214" h="712470">
                <a:moveTo>
                  <a:pt x="644716" y="440433"/>
                </a:moveTo>
                <a:lnTo>
                  <a:pt x="175611" y="440433"/>
                </a:lnTo>
                <a:lnTo>
                  <a:pt x="182766" y="438873"/>
                </a:lnTo>
                <a:lnTo>
                  <a:pt x="187736" y="434610"/>
                </a:lnTo>
                <a:lnTo>
                  <a:pt x="190635" y="428270"/>
                </a:lnTo>
                <a:lnTo>
                  <a:pt x="191576" y="420477"/>
                </a:lnTo>
                <a:lnTo>
                  <a:pt x="191576" y="380566"/>
                </a:lnTo>
                <a:lnTo>
                  <a:pt x="678499" y="380566"/>
                </a:lnTo>
                <a:lnTo>
                  <a:pt x="662981" y="383713"/>
                </a:lnTo>
                <a:lnTo>
                  <a:pt x="650293" y="392284"/>
                </a:lnTo>
                <a:lnTo>
                  <a:pt x="641729" y="404974"/>
                </a:lnTo>
                <a:lnTo>
                  <a:pt x="638587" y="420477"/>
                </a:lnTo>
                <a:lnTo>
                  <a:pt x="641729" y="436008"/>
                </a:lnTo>
                <a:lnTo>
                  <a:pt x="644716" y="440433"/>
                </a:lnTo>
                <a:close/>
              </a:path>
              <a:path w="958214" h="712470">
                <a:moveTo>
                  <a:pt x="798234" y="460389"/>
                </a:moveTo>
                <a:lnTo>
                  <a:pt x="678499" y="460389"/>
                </a:lnTo>
                <a:lnTo>
                  <a:pt x="694036" y="457251"/>
                </a:lnTo>
                <a:lnTo>
                  <a:pt x="706724" y="448695"/>
                </a:lnTo>
                <a:lnTo>
                  <a:pt x="715275" y="436008"/>
                </a:lnTo>
                <a:lnTo>
                  <a:pt x="718410" y="420477"/>
                </a:lnTo>
                <a:lnTo>
                  <a:pt x="715272" y="404974"/>
                </a:lnTo>
                <a:lnTo>
                  <a:pt x="706716" y="392284"/>
                </a:lnTo>
                <a:lnTo>
                  <a:pt x="694029" y="383713"/>
                </a:lnTo>
                <a:lnTo>
                  <a:pt x="678499" y="380566"/>
                </a:lnTo>
                <a:lnTo>
                  <a:pt x="798234" y="380566"/>
                </a:lnTo>
                <a:lnTo>
                  <a:pt x="782716" y="383713"/>
                </a:lnTo>
                <a:lnTo>
                  <a:pt x="770028" y="392284"/>
                </a:lnTo>
                <a:lnTo>
                  <a:pt x="761465" y="404974"/>
                </a:lnTo>
                <a:lnTo>
                  <a:pt x="758322" y="420477"/>
                </a:lnTo>
                <a:lnTo>
                  <a:pt x="761465" y="436008"/>
                </a:lnTo>
                <a:lnTo>
                  <a:pt x="770028" y="448695"/>
                </a:lnTo>
                <a:lnTo>
                  <a:pt x="782716" y="457251"/>
                </a:lnTo>
                <a:lnTo>
                  <a:pt x="798234" y="460389"/>
                </a:lnTo>
                <a:close/>
              </a:path>
              <a:path w="958214" h="712470">
                <a:moveTo>
                  <a:pt x="618727" y="574185"/>
                </a:moveTo>
                <a:lnTo>
                  <a:pt x="582327" y="568383"/>
                </a:lnTo>
                <a:lnTo>
                  <a:pt x="550115" y="553224"/>
                </a:lnTo>
                <a:lnTo>
                  <a:pt x="524135" y="532077"/>
                </a:lnTo>
                <a:lnTo>
                  <a:pt x="506431" y="508315"/>
                </a:lnTo>
                <a:lnTo>
                  <a:pt x="952642" y="508315"/>
                </a:lnTo>
                <a:lnTo>
                  <a:pt x="956015" y="556081"/>
                </a:lnTo>
                <a:lnTo>
                  <a:pt x="956044" y="556496"/>
                </a:lnTo>
                <a:lnTo>
                  <a:pt x="685587" y="556496"/>
                </a:lnTo>
                <a:lnTo>
                  <a:pt x="671400" y="563705"/>
                </a:lnTo>
                <a:lnTo>
                  <a:pt x="655569" y="569292"/>
                </a:lnTo>
                <a:lnTo>
                  <a:pt x="638033" y="572903"/>
                </a:lnTo>
                <a:lnTo>
                  <a:pt x="618727" y="574185"/>
                </a:lnTo>
                <a:close/>
              </a:path>
              <a:path w="958214" h="712470">
                <a:moveTo>
                  <a:pt x="339249" y="579901"/>
                </a:moveTo>
                <a:lnTo>
                  <a:pt x="319411" y="577262"/>
                </a:lnTo>
                <a:lnTo>
                  <a:pt x="301505" y="570505"/>
                </a:lnTo>
                <a:lnTo>
                  <a:pt x="285651" y="561366"/>
                </a:lnTo>
                <a:lnTo>
                  <a:pt x="271974" y="551579"/>
                </a:lnTo>
                <a:lnTo>
                  <a:pt x="412460" y="551579"/>
                </a:lnTo>
                <a:lnTo>
                  <a:pt x="407338" y="556081"/>
                </a:lnTo>
                <a:lnTo>
                  <a:pt x="375108" y="573205"/>
                </a:lnTo>
                <a:lnTo>
                  <a:pt x="339249" y="579901"/>
                </a:lnTo>
                <a:close/>
              </a:path>
              <a:path w="958214" h="712470">
                <a:moveTo>
                  <a:pt x="838273" y="711545"/>
                </a:moveTo>
                <a:lnTo>
                  <a:pt x="799249" y="707673"/>
                </a:lnTo>
                <a:lnTo>
                  <a:pt x="743964" y="676725"/>
                </a:lnTo>
                <a:lnTo>
                  <a:pt x="727734" y="649251"/>
                </a:lnTo>
                <a:lnTo>
                  <a:pt x="727441" y="649251"/>
                </a:lnTo>
                <a:lnTo>
                  <a:pt x="685587" y="556496"/>
                </a:lnTo>
                <a:lnTo>
                  <a:pt x="956044" y="556496"/>
                </a:lnTo>
                <a:lnTo>
                  <a:pt x="956774" y="566885"/>
                </a:lnTo>
                <a:lnTo>
                  <a:pt x="958008" y="585967"/>
                </a:lnTo>
                <a:lnTo>
                  <a:pt x="948419" y="634267"/>
                </a:lnTo>
                <a:lnTo>
                  <a:pt x="938690" y="649251"/>
                </a:lnTo>
                <a:lnTo>
                  <a:pt x="727734" y="649251"/>
                </a:lnTo>
                <a:lnTo>
                  <a:pt x="727542" y="649475"/>
                </a:lnTo>
                <a:lnTo>
                  <a:pt x="938544" y="649475"/>
                </a:lnTo>
                <a:lnTo>
                  <a:pt x="922459" y="674248"/>
                </a:lnTo>
                <a:lnTo>
                  <a:pt x="884340" y="701483"/>
                </a:lnTo>
                <a:lnTo>
                  <a:pt x="838273" y="711545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609535" y="8244399"/>
            <a:ext cx="1049655" cy="590550"/>
          </a:xfrm>
          <a:custGeom>
            <a:avLst/>
            <a:gdLst/>
            <a:ahLst/>
            <a:cxnLst/>
            <a:rect l="l" t="t" r="r" b="b"/>
            <a:pathLst>
              <a:path w="1049654" h="590550">
                <a:moveTo>
                  <a:pt x="109392" y="0"/>
                </a:moveTo>
                <a:lnTo>
                  <a:pt x="59046" y="24466"/>
                </a:lnTo>
                <a:lnTo>
                  <a:pt x="342526" y="202941"/>
                </a:lnTo>
                <a:lnTo>
                  <a:pt x="402988" y="264776"/>
                </a:lnTo>
                <a:lnTo>
                  <a:pt x="273476" y="289258"/>
                </a:lnTo>
                <a:lnTo>
                  <a:pt x="198611" y="208651"/>
                </a:lnTo>
                <a:lnTo>
                  <a:pt x="192235" y="203345"/>
                </a:lnTo>
                <a:lnTo>
                  <a:pt x="183148" y="197349"/>
                </a:lnTo>
                <a:lnTo>
                  <a:pt x="173516" y="192697"/>
                </a:lnTo>
                <a:lnTo>
                  <a:pt x="165507" y="191422"/>
                </a:lnTo>
                <a:lnTo>
                  <a:pt x="141031" y="195693"/>
                </a:lnTo>
                <a:lnTo>
                  <a:pt x="148238" y="279162"/>
                </a:lnTo>
                <a:lnTo>
                  <a:pt x="41730" y="228796"/>
                </a:lnTo>
                <a:lnTo>
                  <a:pt x="24497" y="224525"/>
                </a:lnTo>
                <a:lnTo>
                  <a:pt x="9548" y="226849"/>
                </a:lnTo>
                <a:lnTo>
                  <a:pt x="258" y="232669"/>
                </a:lnTo>
                <a:lnTo>
                  <a:pt x="0" y="238884"/>
                </a:lnTo>
                <a:lnTo>
                  <a:pt x="109377" y="341094"/>
                </a:lnTo>
                <a:lnTo>
                  <a:pt x="103622" y="343963"/>
                </a:lnTo>
                <a:lnTo>
                  <a:pt x="99308" y="348293"/>
                </a:lnTo>
                <a:lnTo>
                  <a:pt x="99308" y="359771"/>
                </a:lnTo>
                <a:lnTo>
                  <a:pt x="103514" y="365226"/>
                </a:lnTo>
                <a:lnTo>
                  <a:pt x="113521" y="368776"/>
                </a:lnTo>
                <a:lnTo>
                  <a:pt x="125414" y="370701"/>
                </a:lnTo>
                <a:lnTo>
                  <a:pt x="135276" y="371280"/>
                </a:lnTo>
                <a:lnTo>
                  <a:pt x="187103" y="440372"/>
                </a:lnTo>
                <a:lnTo>
                  <a:pt x="193435" y="442895"/>
                </a:lnTo>
                <a:lnTo>
                  <a:pt x="203282" y="442180"/>
                </a:lnTo>
                <a:lnTo>
                  <a:pt x="212597" y="438762"/>
                </a:lnTo>
                <a:lnTo>
                  <a:pt x="217334" y="433173"/>
                </a:lnTo>
                <a:lnTo>
                  <a:pt x="228824" y="384246"/>
                </a:lnTo>
                <a:lnTo>
                  <a:pt x="238832" y="384916"/>
                </a:lnTo>
                <a:lnTo>
                  <a:pt x="261390" y="386391"/>
                </a:lnTo>
                <a:lnTo>
                  <a:pt x="301489" y="387865"/>
                </a:lnTo>
                <a:lnTo>
                  <a:pt x="364118" y="388536"/>
                </a:lnTo>
                <a:lnTo>
                  <a:pt x="420656" y="387416"/>
                </a:lnTo>
                <a:lnTo>
                  <a:pt x="461424" y="384953"/>
                </a:lnTo>
                <a:lnTo>
                  <a:pt x="487358" y="382490"/>
                </a:lnTo>
                <a:lnTo>
                  <a:pt x="499398" y="381370"/>
                </a:lnTo>
                <a:lnTo>
                  <a:pt x="564142" y="438960"/>
                </a:lnTo>
                <a:lnTo>
                  <a:pt x="564142" y="590550"/>
                </a:lnTo>
                <a:lnTo>
                  <a:pt x="601691" y="590550"/>
                </a:lnTo>
                <a:lnTo>
                  <a:pt x="728244" y="345384"/>
                </a:lnTo>
                <a:lnTo>
                  <a:pt x="745343" y="343321"/>
                </a:lnTo>
                <a:lnTo>
                  <a:pt x="783250" y="337244"/>
                </a:lnTo>
                <a:lnTo>
                  <a:pt x="834850" y="327322"/>
                </a:lnTo>
                <a:lnTo>
                  <a:pt x="893026" y="313723"/>
                </a:lnTo>
                <a:lnTo>
                  <a:pt x="950662" y="296618"/>
                </a:lnTo>
                <a:lnTo>
                  <a:pt x="1000642" y="276174"/>
                </a:lnTo>
                <a:lnTo>
                  <a:pt x="1035848" y="252560"/>
                </a:lnTo>
                <a:lnTo>
                  <a:pt x="1049165" y="225946"/>
                </a:lnTo>
                <a:lnTo>
                  <a:pt x="1042646" y="207445"/>
                </a:lnTo>
                <a:lnTo>
                  <a:pt x="1026146" y="196778"/>
                </a:lnTo>
                <a:lnTo>
                  <a:pt x="1004248" y="189895"/>
                </a:lnTo>
                <a:lnTo>
                  <a:pt x="981560" y="182745"/>
                </a:lnTo>
                <a:lnTo>
                  <a:pt x="968475" y="176641"/>
                </a:lnTo>
                <a:lnTo>
                  <a:pt x="957814" y="171616"/>
                </a:lnTo>
                <a:lnTo>
                  <a:pt x="943909" y="168208"/>
                </a:lnTo>
                <a:lnTo>
                  <a:pt x="921089" y="166953"/>
                </a:lnTo>
                <a:lnTo>
                  <a:pt x="895458" y="169672"/>
                </a:lnTo>
                <a:lnTo>
                  <a:pt x="873599" y="175763"/>
                </a:lnTo>
                <a:lnTo>
                  <a:pt x="857136" y="182128"/>
                </a:lnTo>
                <a:lnTo>
                  <a:pt x="847694" y="185671"/>
                </a:lnTo>
                <a:lnTo>
                  <a:pt x="672106" y="218775"/>
                </a:lnTo>
                <a:lnTo>
                  <a:pt x="109392" y="0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5" name="object 25"/>
          <p:cNvGrpSpPr/>
          <p:nvPr/>
        </p:nvGrpSpPr>
        <p:grpSpPr>
          <a:xfrm>
            <a:off x="10624350" y="8155640"/>
            <a:ext cx="1074420" cy="666115"/>
            <a:chOff x="10624350" y="8155640"/>
            <a:chExt cx="1074420" cy="666115"/>
          </a:xfrm>
        </p:grpSpPr>
        <p:sp>
          <p:nvSpPr>
            <p:cNvPr id="26" name="object 26"/>
            <p:cNvSpPr/>
            <p:nvPr/>
          </p:nvSpPr>
          <p:spPr>
            <a:xfrm>
              <a:off x="10624350" y="8155640"/>
              <a:ext cx="1074420" cy="666115"/>
            </a:xfrm>
            <a:custGeom>
              <a:avLst/>
              <a:gdLst/>
              <a:ahLst/>
              <a:cxnLst/>
              <a:rect l="l" t="t" r="r" b="b"/>
              <a:pathLst>
                <a:path w="1074420" h="666115">
                  <a:moveTo>
                    <a:pt x="537133" y="665947"/>
                  </a:moveTo>
                  <a:lnTo>
                    <a:pt x="487141" y="663878"/>
                  </a:lnTo>
                  <a:lnTo>
                    <a:pt x="437893" y="657757"/>
                  </a:lnTo>
                  <a:lnTo>
                    <a:pt x="389606" y="647710"/>
                  </a:lnTo>
                  <a:lnTo>
                    <a:pt x="342494" y="633861"/>
                  </a:lnTo>
                  <a:lnTo>
                    <a:pt x="296775" y="616339"/>
                  </a:lnTo>
                  <a:lnTo>
                    <a:pt x="252663" y="595268"/>
                  </a:lnTo>
                  <a:lnTo>
                    <a:pt x="210374" y="570775"/>
                  </a:lnTo>
                  <a:lnTo>
                    <a:pt x="170124" y="542986"/>
                  </a:lnTo>
                  <a:lnTo>
                    <a:pt x="132130" y="512027"/>
                  </a:lnTo>
                  <a:lnTo>
                    <a:pt x="96606" y="478024"/>
                  </a:lnTo>
                  <a:lnTo>
                    <a:pt x="63769" y="441104"/>
                  </a:lnTo>
                  <a:lnTo>
                    <a:pt x="33833" y="401392"/>
                  </a:lnTo>
                  <a:lnTo>
                    <a:pt x="7016" y="359014"/>
                  </a:lnTo>
                  <a:lnTo>
                    <a:pt x="0" y="332972"/>
                  </a:lnTo>
                  <a:lnTo>
                    <a:pt x="1754" y="319561"/>
                  </a:lnTo>
                  <a:lnTo>
                    <a:pt x="33833" y="264555"/>
                  </a:lnTo>
                  <a:lnTo>
                    <a:pt x="63768" y="224843"/>
                  </a:lnTo>
                  <a:lnTo>
                    <a:pt x="96606" y="187923"/>
                  </a:lnTo>
                  <a:lnTo>
                    <a:pt x="132130" y="153920"/>
                  </a:lnTo>
                  <a:lnTo>
                    <a:pt x="170124" y="122961"/>
                  </a:lnTo>
                  <a:lnTo>
                    <a:pt x="210374" y="95172"/>
                  </a:lnTo>
                  <a:lnTo>
                    <a:pt x="252663" y="70679"/>
                  </a:lnTo>
                  <a:lnTo>
                    <a:pt x="296775" y="49608"/>
                  </a:lnTo>
                  <a:lnTo>
                    <a:pt x="342494" y="32085"/>
                  </a:lnTo>
                  <a:lnTo>
                    <a:pt x="389606" y="18237"/>
                  </a:lnTo>
                  <a:lnTo>
                    <a:pt x="437893" y="8189"/>
                  </a:lnTo>
                  <a:lnTo>
                    <a:pt x="487141" y="2068"/>
                  </a:lnTo>
                  <a:lnTo>
                    <a:pt x="537133" y="0"/>
                  </a:lnTo>
                  <a:lnTo>
                    <a:pt x="587126" y="2068"/>
                  </a:lnTo>
                  <a:lnTo>
                    <a:pt x="636374" y="8189"/>
                  </a:lnTo>
                  <a:lnTo>
                    <a:pt x="684661" y="18237"/>
                  </a:lnTo>
                  <a:lnTo>
                    <a:pt x="731773" y="32085"/>
                  </a:lnTo>
                  <a:lnTo>
                    <a:pt x="777492" y="49608"/>
                  </a:lnTo>
                  <a:lnTo>
                    <a:pt x="821604" y="70679"/>
                  </a:lnTo>
                  <a:lnTo>
                    <a:pt x="863893" y="95172"/>
                  </a:lnTo>
                  <a:lnTo>
                    <a:pt x="904142" y="122961"/>
                  </a:lnTo>
                  <a:lnTo>
                    <a:pt x="908343" y="126383"/>
                  </a:lnTo>
                  <a:lnTo>
                    <a:pt x="537133" y="126383"/>
                  </a:lnTo>
                  <a:lnTo>
                    <a:pt x="489930" y="131851"/>
                  </a:lnTo>
                  <a:lnTo>
                    <a:pt x="446563" y="147418"/>
                  </a:lnTo>
                  <a:lnTo>
                    <a:pt x="408282" y="171835"/>
                  </a:lnTo>
                  <a:lnTo>
                    <a:pt x="376334" y="203850"/>
                  </a:lnTo>
                  <a:lnTo>
                    <a:pt x="351968" y="242213"/>
                  </a:lnTo>
                  <a:lnTo>
                    <a:pt x="336433" y="285670"/>
                  </a:lnTo>
                  <a:lnTo>
                    <a:pt x="330977" y="332972"/>
                  </a:lnTo>
                  <a:lnTo>
                    <a:pt x="336433" y="380276"/>
                  </a:lnTo>
                  <a:lnTo>
                    <a:pt x="351968" y="423734"/>
                  </a:lnTo>
                  <a:lnTo>
                    <a:pt x="376334" y="462096"/>
                  </a:lnTo>
                  <a:lnTo>
                    <a:pt x="408282" y="494112"/>
                  </a:lnTo>
                  <a:lnTo>
                    <a:pt x="446563" y="518529"/>
                  </a:lnTo>
                  <a:lnTo>
                    <a:pt x="489930" y="534097"/>
                  </a:lnTo>
                  <a:lnTo>
                    <a:pt x="537133" y="539565"/>
                  </a:lnTo>
                  <a:lnTo>
                    <a:pt x="908341" y="539565"/>
                  </a:lnTo>
                  <a:lnTo>
                    <a:pt x="904142" y="542986"/>
                  </a:lnTo>
                  <a:lnTo>
                    <a:pt x="863893" y="570775"/>
                  </a:lnTo>
                  <a:lnTo>
                    <a:pt x="821604" y="595268"/>
                  </a:lnTo>
                  <a:lnTo>
                    <a:pt x="777492" y="616339"/>
                  </a:lnTo>
                  <a:lnTo>
                    <a:pt x="731773" y="633861"/>
                  </a:lnTo>
                  <a:lnTo>
                    <a:pt x="684661" y="647710"/>
                  </a:lnTo>
                  <a:lnTo>
                    <a:pt x="636374" y="657757"/>
                  </a:lnTo>
                  <a:lnTo>
                    <a:pt x="587126" y="663878"/>
                  </a:lnTo>
                  <a:lnTo>
                    <a:pt x="537133" y="665947"/>
                  </a:lnTo>
                  <a:close/>
                </a:path>
                <a:path w="1074420" h="666115">
                  <a:moveTo>
                    <a:pt x="908341" y="539565"/>
                  </a:moveTo>
                  <a:lnTo>
                    <a:pt x="537133" y="539565"/>
                  </a:lnTo>
                  <a:lnTo>
                    <a:pt x="584337" y="534097"/>
                  </a:lnTo>
                  <a:lnTo>
                    <a:pt x="627704" y="518529"/>
                  </a:lnTo>
                  <a:lnTo>
                    <a:pt x="665985" y="494112"/>
                  </a:lnTo>
                  <a:lnTo>
                    <a:pt x="697933" y="462096"/>
                  </a:lnTo>
                  <a:lnTo>
                    <a:pt x="722299" y="423734"/>
                  </a:lnTo>
                  <a:lnTo>
                    <a:pt x="737834" y="380276"/>
                  </a:lnTo>
                  <a:lnTo>
                    <a:pt x="743290" y="332972"/>
                  </a:lnTo>
                  <a:lnTo>
                    <a:pt x="737834" y="285670"/>
                  </a:lnTo>
                  <a:lnTo>
                    <a:pt x="722299" y="242213"/>
                  </a:lnTo>
                  <a:lnTo>
                    <a:pt x="697933" y="203850"/>
                  </a:lnTo>
                  <a:lnTo>
                    <a:pt x="665985" y="171835"/>
                  </a:lnTo>
                  <a:lnTo>
                    <a:pt x="627704" y="147418"/>
                  </a:lnTo>
                  <a:lnTo>
                    <a:pt x="584337" y="131851"/>
                  </a:lnTo>
                  <a:lnTo>
                    <a:pt x="537133" y="126383"/>
                  </a:lnTo>
                  <a:lnTo>
                    <a:pt x="908343" y="126383"/>
                  </a:lnTo>
                  <a:lnTo>
                    <a:pt x="942137" y="153920"/>
                  </a:lnTo>
                  <a:lnTo>
                    <a:pt x="977661" y="187923"/>
                  </a:lnTo>
                  <a:lnTo>
                    <a:pt x="1010498" y="224843"/>
                  </a:lnTo>
                  <a:lnTo>
                    <a:pt x="1040434" y="264555"/>
                  </a:lnTo>
                  <a:lnTo>
                    <a:pt x="1067251" y="306932"/>
                  </a:lnTo>
                  <a:lnTo>
                    <a:pt x="1074267" y="332972"/>
                  </a:lnTo>
                  <a:lnTo>
                    <a:pt x="1072513" y="346383"/>
                  </a:lnTo>
                  <a:lnTo>
                    <a:pt x="1040434" y="401392"/>
                  </a:lnTo>
                  <a:lnTo>
                    <a:pt x="1010498" y="441104"/>
                  </a:lnTo>
                  <a:lnTo>
                    <a:pt x="977661" y="478024"/>
                  </a:lnTo>
                  <a:lnTo>
                    <a:pt x="942137" y="512027"/>
                  </a:lnTo>
                  <a:lnTo>
                    <a:pt x="908341" y="5395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59256" y="8386170"/>
              <a:ext cx="204457" cy="204886"/>
            </a:xfrm>
            <a:prstGeom prst="rect">
              <a:avLst/>
            </a:prstGeom>
          </p:spPr>
        </p:pic>
      </p:grpSp>
      <p:sp>
        <p:nvSpPr>
          <p:cNvPr id="28" name="object 28"/>
          <p:cNvSpPr/>
          <p:nvPr/>
        </p:nvSpPr>
        <p:spPr>
          <a:xfrm>
            <a:off x="14840204" y="7979294"/>
            <a:ext cx="695960" cy="1014094"/>
          </a:xfrm>
          <a:custGeom>
            <a:avLst/>
            <a:gdLst/>
            <a:ahLst/>
            <a:cxnLst/>
            <a:rect l="l" t="t" r="r" b="b"/>
            <a:pathLst>
              <a:path w="695959" h="1014095">
                <a:moveTo>
                  <a:pt x="347816" y="1013704"/>
                </a:moveTo>
                <a:lnTo>
                  <a:pt x="291401" y="1010519"/>
                </a:lnTo>
                <a:lnTo>
                  <a:pt x="237882" y="1001299"/>
                </a:lnTo>
                <a:lnTo>
                  <a:pt x="187978" y="986544"/>
                </a:lnTo>
                <a:lnTo>
                  <a:pt x="142404" y="966757"/>
                </a:lnTo>
                <a:lnTo>
                  <a:pt x="101876" y="942438"/>
                </a:lnTo>
                <a:lnTo>
                  <a:pt x="67110" y="914089"/>
                </a:lnTo>
                <a:lnTo>
                  <a:pt x="38824" y="882211"/>
                </a:lnTo>
                <a:lnTo>
                  <a:pt x="17732" y="847305"/>
                </a:lnTo>
                <a:lnTo>
                  <a:pt x="4552" y="809872"/>
                </a:lnTo>
                <a:lnTo>
                  <a:pt x="0" y="770414"/>
                </a:lnTo>
                <a:lnTo>
                  <a:pt x="0" y="468619"/>
                </a:lnTo>
                <a:lnTo>
                  <a:pt x="6276" y="428903"/>
                </a:lnTo>
                <a:lnTo>
                  <a:pt x="23792" y="394225"/>
                </a:lnTo>
                <a:lnTo>
                  <a:pt x="50579" y="366553"/>
                </a:lnTo>
                <a:lnTo>
                  <a:pt x="84664" y="347852"/>
                </a:lnTo>
                <a:lnTo>
                  <a:pt x="84602" y="343097"/>
                </a:lnTo>
                <a:lnTo>
                  <a:pt x="88046" y="287447"/>
                </a:lnTo>
                <a:lnTo>
                  <a:pt x="98018" y="234655"/>
                </a:lnTo>
                <a:lnTo>
                  <a:pt x="113976" y="185428"/>
                </a:lnTo>
                <a:lnTo>
                  <a:pt x="135380" y="140472"/>
                </a:lnTo>
                <a:lnTo>
                  <a:pt x="161686" y="100494"/>
                </a:lnTo>
                <a:lnTo>
                  <a:pt x="192354" y="66200"/>
                </a:lnTo>
                <a:lnTo>
                  <a:pt x="226843" y="38297"/>
                </a:lnTo>
                <a:lnTo>
                  <a:pt x="264610" y="17492"/>
                </a:lnTo>
                <a:lnTo>
                  <a:pt x="305115" y="4490"/>
                </a:lnTo>
                <a:lnTo>
                  <a:pt x="347816" y="0"/>
                </a:lnTo>
                <a:lnTo>
                  <a:pt x="390518" y="4490"/>
                </a:lnTo>
                <a:lnTo>
                  <a:pt x="431022" y="17492"/>
                </a:lnTo>
                <a:lnTo>
                  <a:pt x="468790" y="38297"/>
                </a:lnTo>
                <a:lnTo>
                  <a:pt x="503278" y="66200"/>
                </a:lnTo>
                <a:lnTo>
                  <a:pt x="533946" y="100494"/>
                </a:lnTo>
                <a:lnTo>
                  <a:pt x="547454" y="121021"/>
                </a:lnTo>
                <a:lnTo>
                  <a:pt x="347815" y="121021"/>
                </a:lnTo>
                <a:lnTo>
                  <a:pt x="304048" y="128822"/>
                </a:lnTo>
                <a:lnTo>
                  <a:pt x="266525" y="150849"/>
                </a:lnTo>
                <a:lnTo>
                  <a:pt x="235961" y="185041"/>
                </a:lnTo>
                <a:lnTo>
                  <a:pt x="213069" y="229334"/>
                </a:lnTo>
                <a:lnTo>
                  <a:pt x="198561" y="281665"/>
                </a:lnTo>
                <a:lnTo>
                  <a:pt x="193148" y="339972"/>
                </a:lnTo>
                <a:lnTo>
                  <a:pt x="610837" y="339972"/>
                </a:lnTo>
                <a:lnTo>
                  <a:pt x="611031" y="343097"/>
                </a:lnTo>
                <a:lnTo>
                  <a:pt x="610968" y="347852"/>
                </a:lnTo>
                <a:lnTo>
                  <a:pt x="645056" y="366553"/>
                </a:lnTo>
                <a:lnTo>
                  <a:pt x="671842" y="394225"/>
                </a:lnTo>
                <a:lnTo>
                  <a:pt x="689357" y="428903"/>
                </a:lnTo>
                <a:lnTo>
                  <a:pt x="695633" y="468619"/>
                </a:lnTo>
                <a:lnTo>
                  <a:pt x="695633" y="527126"/>
                </a:lnTo>
                <a:lnTo>
                  <a:pt x="347815" y="527126"/>
                </a:lnTo>
                <a:lnTo>
                  <a:pt x="309394" y="534848"/>
                </a:lnTo>
                <a:lnTo>
                  <a:pt x="278021" y="555904"/>
                </a:lnTo>
                <a:lnTo>
                  <a:pt x="256869" y="587132"/>
                </a:lnTo>
                <a:lnTo>
                  <a:pt x="249113" y="625372"/>
                </a:lnTo>
                <a:lnTo>
                  <a:pt x="252370" y="650492"/>
                </a:lnTo>
                <a:lnTo>
                  <a:pt x="261584" y="673208"/>
                </a:lnTo>
                <a:lnTo>
                  <a:pt x="275922" y="692685"/>
                </a:lnTo>
                <a:lnTo>
                  <a:pt x="294548" y="708093"/>
                </a:lnTo>
                <a:lnTo>
                  <a:pt x="294548" y="798510"/>
                </a:lnTo>
                <a:lnTo>
                  <a:pt x="692391" y="798510"/>
                </a:lnTo>
                <a:lnTo>
                  <a:pt x="691080" y="809872"/>
                </a:lnTo>
                <a:lnTo>
                  <a:pt x="677899" y="847305"/>
                </a:lnTo>
                <a:lnTo>
                  <a:pt x="656807" y="882211"/>
                </a:lnTo>
                <a:lnTo>
                  <a:pt x="628520" y="914089"/>
                </a:lnTo>
                <a:lnTo>
                  <a:pt x="593754" y="942438"/>
                </a:lnTo>
                <a:lnTo>
                  <a:pt x="553225" y="966757"/>
                </a:lnTo>
                <a:lnTo>
                  <a:pt x="507651" y="986544"/>
                </a:lnTo>
                <a:lnTo>
                  <a:pt x="457747" y="1001299"/>
                </a:lnTo>
                <a:lnTo>
                  <a:pt x="404230" y="1010519"/>
                </a:lnTo>
                <a:lnTo>
                  <a:pt x="347816" y="1013704"/>
                </a:lnTo>
                <a:close/>
              </a:path>
              <a:path w="695959" h="1014095">
                <a:moveTo>
                  <a:pt x="610837" y="339972"/>
                </a:moveTo>
                <a:lnTo>
                  <a:pt x="502483" y="339972"/>
                </a:lnTo>
                <a:lnTo>
                  <a:pt x="497070" y="281665"/>
                </a:lnTo>
                <a:lnTo>
                  <a:pt x="482562" y="229334"/>
                </a:lnTo>
                <a:lnTo>
                  <a:pt x="459671" y="185041"/>
                </a:lnTo>
                <a:lnTo>
                  <a:pt x="429108" y="150849"/>
                </a:lnTo>
                <a:lnTo>
                  <a:pt x="391586" y="128822"/>
                </a:lnTo>
                <a:lnTo>
                  <a:pt x="347815" y="121021"/>
                </a:lnTo>
                <a:lnTo>
                  <a:pt x="547454" y="121021"/>
                </a:lnTo>
                <a:lnTo>
                  <a:pt x="560253" y="140472"/>
                </a:lnTo>
                <a:lnTo>
                  <a:pt x="581656" y="185428"/>
                </a:lnTo>
                <a:lnTo>
                  <a:pt x="597614" y="234655"/>
                </a:lnTo>
                <a:lnTo>
                  <a:pt x="607586" y="287447"/>
                </a:lnTo>
                <a:lnTo>
                  <a:pt x="610837" y="339972"/>
                </a:lnTo>
                <a:close/>
              </a:path>
              <a:path w="695959" h="1014095">
                <a:moveTo>
                  <a:pt x="692391" y="798510"/>
                </a:moveTo>
                <a:lnTo>
                  <a:pt x="401083" y="798510"/>
                </a:lnTo>
                <a:lnTo>
                  <a:pt x="401083" y="708093"/>
                </a:lnTo>
                <a:lnTo>
                  <a:pt x="419710" y="692685"/>
                </a:lnTo>
                <a:lnTo>
                  <a:pt x="434047" y="673208"/>
                </a:lnTo>
                <a:lnTo>
                  <a:pt x="443261" y="650492"/>
                </a:lnTo>
                <a:lnTo>
                  <a:pt x="446518" y="625372"/>
                </a:lnTo>
                <a:lnTo>
                  <a:pt x="438763" y="587132"/>
                </a:lnTo>
                <a:lnTo>
                  <a:pt x="417612" y="555904"/>
                </a:lnTo>
                <a:lnTo>
                  <a:pt x="386239" y="534848"/>
                </a:lnTo>
                <a:lnTo>
                  <a:pt x="347815" y="527126"/>
                </a:lnTo>
                <a:lnTo>
                  <a:pt x="695633" y="527126"/>
                </a:lnTo>
                <a:lnTo>
                  <a:pt x="695633" y="770414"/>
                </a:lnTo>
                <a:lnTo>
                  <a:pt x="692391" y="7985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1713219" y="5999012"/>
            <a:ext cx="2781300" cy="1326515"/>
          </a:xfrm>
          <a:prstGeom prst="rect">
            <a:avLst/>
          </a:prstGeom>
        </p:spPr>
        <p:txBody>
          <a:bodyPr vert="horz" wrap="square" lIns="0" tIns="2000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575"/>
              </a:spcBef>
            </a:pPr>
            <a:r>
              <a:rPr sz="4200" b="1" spc="235" dirty="0">
                <a:solidFill>
                  <a:srgbClr val="1A1A1A"/>
                </a:solidFill>
                <a:latin typeface="Trebuchet MS"/>
                <a:cs typeface="Trebuchet MS"/>
              </a:rPr>
              <a:t>Prototype</a:t>
            </a:r>
            <a:endParaRPr sz="4200" dirty="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844"/>
              </a:spcBef>
            </a:pPr>
            <a:r>
              <a:rPr lang="en-US" sz="2400" spc="-370" dirty="0">
                <a:solidFill>
                  <a:srgbClr val="1A1A1A"/>
                </a:solidFill>
                <a:latin typeface="Lucida Sans Unicode"/>
                <a:cs typeface="Lucida Sans Unicode"/>
              </a:rPr>
              <a:t>Feb</a:t>
            </a:r>
            <a:r>
              <a:rPr sz="2400" spc="-120" dirty="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sz="2400" spc="-20" dirty="0">
                <a:solidFill>
                  <a:srgbClr val="1A1A1A"/>
                </a:solidFill>
                <a:latin typeface="Lucida Sans Unicode"/>
                <a:cs typeface="Lucida Sans Unicode"/>
              </a:rPr>
              <a:t>2026</a:t>
            </a:r>
            <a:endParaRPr sz="2400" dirty="0">
              <a:latin typeface="Lucida Sans Unicode"/>
              <a:cs typeface="Lucida Sans Unicode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107275" y="3022730"/>
            <a:ext cx="10192903" cy="805349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algn="ctr">
              <a:spcBef>
                <a:spcPts val="520"/>
              </a:spcBef>
            </a:pPr>
            <a:r>
              <a:rPr lang="en-US" sz="2400" spc="145" dirty="0">
                <a:solidFill>
                  <a:srgbClr val="1A1A1A"/>
                </a:solidFill>
                <a:latin typeface="Lucida Sans Unicode"/>
                <a:cs typeface="Lucida Sans Unicode"/>
              </a:rPr>
              <a:t>Transforming civic reporting into a predictive, AI-powered smart city ecosystem</a:t>
            </a:r>
            <a:endParaRPr sz="2400" spc="145" dirty="0">
              <a:solidFill>
                <a:srgbClr val="1A1A1A"/>
              </a:solidFill>
              <a:latin typeface="Lucida Sans Unicode"/>
              <a:cs typeface="Lucida Sans Unicode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title"/>
          </p:nvPr>
        </p:nvSpPr>
        <p:spPr>
          <a:xfrm>
            <a:off x="4797314" y="1648936"/>
            <a:ext cx="869315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05" dirty="0">
                <a:solidFill>
                  <a:srgbClr val="000000"/>
                </a:solidFill>
              </a:rPr>
              <a:t>Future</a:t>
            </a:r>
            <a:r>
              <a:rPr spc="-330" dirty="0">
                <a:solidFill>
                  <a:srgbClr val="000000"/>
                </a:solidFill>
              </a:rPr>
              <a:t> </a:t>
            </a:r>
            <a:r>
              <a:rPr spc="635" dirty="0">
                <a:solidFill>
                  <a:srgbClr val="000000"/>
                </a:solidFill>
              </a:rPr>
              <a:t>Roadmap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6115725" y="5999012"/>
            <a:ext cx="2029460" cy="1326515"/>
          </a:xfrm>
          <a:prstGeom prst="rect">
            <a:avLst/>
          </a:prstGeom>
        </p:spPr>
        <p:txBody>
          <a:bodyPr vert="horz" wrap="square" lIns="0" tIns="2000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575"/>
              </a:spcBef>
            </a:pPr>
            <a:r>
              <a:rPr sz="4200" b="1" spc="250" dirty="0">
                <a:solidFill>
                  <a:srgbClr val="1A1A1A"/>
                </a:solidFill>
                <a:latin typeface="Trebuchet MS"/>
                <a:cs typeface="Trebuchet MS"/>
              </a:rPr>
              <a:t>Launch</a:t>
            </a:r>
            <a:endParaRPr sz="4200" dirty="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844"/>
              </a:spcBef>
            </a:pPr>
            <a:r>
              <a:rPr lang="en-US" sz="2400" spc="-50" dirty="0">
                <a:solidFill>
                  <a:srgbClr val="1A1A1A"/>
                </a:solidFill>
                <a:latin typeface="Lucida Sans Unicode"/>
                <a:cs typeface="Lucida Sans Unicode"/>
              </a:rPr>
              <a:t>Dec</a:t>
            </a:r>
            <a:r>
              <a:rPr sz="2400" spc="-140" dirty="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sz="2400" spc="-20" dirty="0">
                <a:solidFill>
                  <a:srgbClr val="1A1A1A"/>
                </a:solidFill>
                <a:latin typeface="Lucida Sans Unicode"/>
                <a:cs typeface="Lucida Sans Unicode"/>
              </a:rPr>
              <a:t>2026</a:t>
            </a:r>
            <a:endParaRPr sz="2400" dirty="0">
              <a:latin typeface="Lucida Sans Unicode"/>
              <a:cs typeface="Lucida Sans Unicode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0005072" y="5999012"/>
            <a:ext cx="2305050" cy="1326515"/>
          </a:xfrm>
          <a:prstGeom prst="rect">
            <a:avLst/>
          </a:prstGeom>
        </p:spPr>
        <p:txBody>
          <a:bodyPr vert="horz" wrap="square" lIns="0" tIns="2000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575"/>
              </a:spcBef>
            </a:pPr>
            <a:r>
              <a:rPr sz="4200" b="1" spc="215" dirty="0">
                <a:solidFill>
                  <a:srgbClr val="1A1A1A"/>
                </a:solidFill>
                <a:latin typeface="Trebuchet MS"/>
                <a:cs typeface="Trebuchet MS"/>
              </a:rPr>
              <a:t>Validate</a:t>
            </a:r>
            <a:endParaRPr sz="4200" dirty="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844"/>
              </a:spcBef>
            </a:pPr>
            <a:r>
              <a:rPr lang="en-US" sz="2400" spc="-20" dirty="0">
                <a:solidFill>
                  <a:srgbClr val="1A1A1A"/>
                </a:solidFill>
                <a:latin typeface="Lucida Sans Unicode"/>
                <a:cs typeface="Lucida Sans Unicode"/>
              </a:rPr>
              <a:t>May</a:t>
            </a:r>
            <a:r>
              <a:rPr sz="2400" spc="-170" dirty="0">
                <a:solidFill>
                  <a:srgbClr val="1A1A1A"/>
                </a:solidFill>
                <a:latin typeface="Lucida Sans Unicode"/>
                <a:cs typeface="Lucida Sans Unicode"/>
              </a:rPr>
              <a:t> </a:t>
            </a:r>
            <a:r>
              <a:rPr sz="2400" spc="-20" dirty="0">
                <a:solidFill>
                  <a:srgbClr val="1A1A1A"/>
                </a:solidFill>
                <a:latin typeface="Lucida Sans Unicode"/>
                <a:cs typeface="Lucida Sans Unicode"/>
              </a:rPr>
              <a:t>202</a:t>
            </a:r>
            <a:r>
              <a:rPr lang="en-US" sz="2400" spc="-20" dirty="0">
                <a:solidFill>
                  <a:srgbClr val="1A1A1A"/>
                </a:solidFill>
                <a:latin typeface="Lucida Sans Unicode"/>
                <a:cs typeface="Lucida Sans Unicode"/>
              </a:rPr>
              <a:t>7</a:t>
            </a:r>
            <a:endParaRPr sz="2400" dirty="0">
              <a:latin typeface="Lucida Sans Unicode"/>
              <a:cs typeface="Lucida Sans Unicode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3981483" y="5999012"/>
            <a:ext cx="2406015" cy="1326515"/>
          </a:xfrm>
          <a:prstGeom prst="rect">
            <a:avLst/>
          </a:prstGeom>
        </p:spPr>
        <p:txBody>
          <a:bodyPr vert="horz" wrap="square" lIns="0" tIns="2000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575"/>
              </a:spcBef>
            </a:pPr>
            <a:r>
              <a:rPr sz="4200" b="1" spc="365" dirty="0">
                <a:solidFill>
                  <a:srgbClr val="1A1A1A"/>
                </a:solidFill>
                <a:latin typeface="Trebuchet MS"/>
                <a:cs typeface="Trebuchet MS"/>
              </a:rPr>
              <a:t>Improve</a:t>
            </a:r>
            <a:endParaRPr sz="4200" dirty="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844"/>
              </a:spcBef>
            </a:pPr>
            <a:r>
              <a:rPr lang="en-US" sz="2400" spc="-20" dirty="0">
                <a:solidFill>
                  <a:srgbClr val="1A1A1A"/>
                </a:solidFill>
                <a:latin typeface="Lucida Sans Unicode"/>
                <a:cs typeface="Lucida Sans Unicode"/>
              </a:rPr>
              <a:t>Dec </a:t>
            </a:r>
            <a:r>
              <a:rPr sz="2400" spc="-20" dirty="0">
                <a:solidFill>
                  <a:srgbClr val="1A1A1A"/>
                </a:solidFill>
                <a:latin typeface="Lucida Sans Unicode"/>
                <a:cs typeface="Lucida Sans Unicode"/>
              </a:rPr>
              <a:t>202</a:t>
            </a:r>
            <a:r>
              <a:rPr lang="en-US" sz="2400" spc="-20" dirty="0">
                <a:solidFill>
                  <a:srgbClr val="1A1A1A"/>
                </a:solidFill>
                <a:latin typeface="Lucida Sans Unicode"/>
                <a:cs typeface="Lucida Sans Unicode"/>
              </a:rPr>
              <a:t>7</a:t>
            </a:r>
            <a:endParaRPr sz="24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33849" y="2461146"/>
            <a:ext cx="13978890" cy="1239520"/>
          </a:xfrm>
          <a:custGeom>
            <a:avLst/>
            <a:gdLst/>
            <a:ahLst/>
            <a:cxnLst/>
            <a:rect l="l" t="t" r="r" b="b"/>
            <a:pathLst>
              <a:path w="13978890" h="1239520">
                <a:moveTo>
                  <a:pt x="13846722" y="1239525"/>
                </a:moveTo>
                <a:lnTo>
                  <a:pt x="133404" y="1239525"/>
                </a:lnTo>
                <a:lnTo>
                  <a:pt x="91303" y="1232707"/>
                </a:lnTo>
                <a:lnTo>
                  <a:pt x="54690" y="1213737"/>
                </a:lnTo>
                <a:lnTo>
                  <a:pt x="25787" y="1184834"/>
                </a:lnTo>
                <a:lnTo>
                  <a:pt x="6817" y="1148221"/>
                </a:lnTo>
                <a:lnTo>
                  <a:pt x="0" y="1106120"/>
                </a:lnTo>
                <a:lnTo>
                  <a:pt x="0" y="133404"/>
                </a:lnTo>
                <a:lnTo>
                  <a:pt x="6817" y="91303"/>
                </a:lnTo>
                <a:lnTo>
                  <a:pt x="25787" y="54690"/>
                </a:lnTo>
                <a:lnTo>
                  <a:pt x="54690" y="25788"/>
                </a:lnTo>
                <a:lnTo>
                  <a:pt x="91303" y="6817"/>
                </a:lnTo>
                <a:lnTo>
                  <a:pt x="133404" y="0"/>
                </a:lnTo>
                <a:lnTo>
                  <a:pt x="13846722" y="0"/>
                </a:lnTo>
                <a:lnTo>
                  <a:pt x="13888824" y="6817"/>
                </a:lnTo>
                <a:lnTo>
                  <a:pt x="13925437" y="25788"/>
                </a:lnTo>
                <a:lnTo>
                  <a:pt x="13954339" y="54690"/>
                </a:lnTo>
                <a:lnTo>
                  <a:pt x="13973310" y="91303"/>
                </a:lnTo>
                <a:lnTo>
                  <a:pt x="13978550" y="123663"/>
                </a:lnTo>
                <a:lnTo>
                  <a:pt x="13978550" y="1115861"/>
                </a:lnTo>
                <a:lnTo>
                  <a:pt x="13954339" y="1184834"/>
                </a:lnTo>
                <a:lnTo>
                  <a:pt x="13925437" y="1213737"/>
                </a:lnTo>
                <a:lnTo>
                  <a:pt x="13888824" y="1232707"/>
                </a:lnTo>
                <a:lnTo>
                  <a:pt x="13846722" y="1239525"/>
                </a:lnTo>
                <a:close/>
              </a:path>
            </a:pathLst>
          </a:custGeom>
          <a:solidFill>
            <a:srgbClr val="5462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74021" y="2461146"/>
            <a:ext cx="3201035" cy="1239520"/>
          </a:xfrm>
          <a:custGeom>
            <a:avLst/>
            <a:gdLst/>
            <a:ahLst/>
            <a:cxnLst/>
            <a:rect l="l" t="t" r="r" b="b"/>
            <a:pathLst>
              <a:path w="3201035" h="1239520">
                <a:moveTo>
                  <a:pt x="3068938" y="1239525"/>
                </a:moveTo>
                <a:lnTo>
                  <a:pt x="133404" y="1239525"/>
                </a:lnTo>
                <a:lnTo>
                  <a:pt x="91303" y="1232707"/>
                </a:lnTo>
                <a:lnTo>
                  <a:pt x="54690" y="1213737"/>
                </a:lnTo>
                <a:lnTo>
                  <a:pt x="25787" y="1184834"/>
                </a:lnTo>
                <a:lnTo>
                  <a:pt x="6817" y="1148221"/>
                </a:lnTo>
                <a:lnTo>
                  <a:pt x="0" y="1106120"/>
                </a:lnTo>
                <a:lnTo>
                  <a:pt x="0" y="133404"/>
                </a:lnTo>
                <a:lnTo>
                  <a:pt x="6817" y="91303"/>
                </a:lnTo>
                <a:lnTo>
                  <a:pt x="25787" y="54690"/>
                </a:lnTo>
                <a:lnTo>
                  <a:pt x="54690" y="25788"/>
                </a:lnTo>
                <a:lnTo>
                  <a:pt x="91303" y="6817"/>
                </a:lnTo>
                <a:lnTo>
                  <a:pt x="133404" y="0"/>
                </a:lnTo>
                <a:lnTo>
                  <a:pt x="3068938" y="0"/>
                </a:lnTo>
                <a:lnTo>
                  <a:pt x="3111039" y="6817"/>
                </a:lnTo>
                <a:lnTo>
                  <a:pt x="3147652" y="25788"/>
                </a:lnTo>
                <a:lnTo>
                  <a:pt x="3176555" y="54690"/>
                </a:lnTo>
                <a:lnTo>
                  <a:pt x="3195525" y="91303"/>
                </a:lnTo>
                <a:lnTo>
                  <a:pt x="3200492" y="121974"/>
                </a:lnTo>
                <a:lnTo>
                  <a:pt x="3200492" y="1117550"/>
                </a:lnTo>
                <a:lnTo>
                  <a:pt x="3176555" y="1184834"/>
                </a:lnTo>
                <a:lnTo>
                  <a:pt x="3147652" y="1213737"/>
                </a:lnTo>
                <a:lnTo>
                  <a:pt x="3111039" y="1232707"/>
                </a:lnTo>
                <a:lnTo>
                  <a:pt x="3068938" y="1239525"/>
                </a:lnTo>
                <a:close/>
              </a:path>
            </a:pathLst>
          </a:custGeom>
          <a:solidFill>
            <a:srgbClr val="FFDE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61321" y="493686"/>
            <a:ext cx="5903595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25" dirty="0"/>
              <a:t>Thank</a:t>
            </a:r>
            <a:r>
              <a:rPr spc="-335" dirty="0"/>
              <a:t> </a:t>
            </a:r>
            <a:r>
              <a:rPr spc="300" dirty="0"/>
              <a:t>You!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368504" y="2674698"/>
            <a:ext cx="2074410" cy="5796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4" dirty="0">
                <a:solidFill>
                  <a:srgbClr val="FFFFFF"/>
                </a:solidFill>
                <a:latin typeface="Tahoma"/>
                <a:cs typeface="Tahoma"/>
              </a:rPr>
              <a:t>#01</a:t>
            </a:r>
            <a:r>
              <a:rPr sz="1800" b="1" spc="-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b="1" spc="-45" dirty="0">
                <a:solidFill>
                  <a:srgbClr val="FFFFFF"/>
                </a:solidFill>
                <a:latin typeface="Tahoma"/>
                <a:cs typeface="Tahoma"/>
              </a:rPr>
              <a:t>Leader</a:t>
            </a:r>
            <a:endParaRPr lang="en-US" sz="1800" b="1" spc="-45" dirty="0">
              <a:solidFill>
                <a:srgbClr val="FFFFFF"/>
              </a:solidFill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b="1" spc="-45" dirty="0">
                <a:solidFill>
                  <a:srgbClr val="FFFFFF"/>
                </a:solidFill>
                <a:latin typeface="Tahoma"/>
                <a:cs typeface="Tahoma"/>
              </a:rPr>
              <a:t>Shubham Shukla</a:t>
            </a:r>
            <a:endParaRPr sz="180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83137" y="2787108"/>
            <a:ext cx="1885506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95" dirty="0">
                <a:solidFill>
                  <a:srgbClr val="FFFFFF"/>
                </a:solidFill>
                <a:latin typeface="Tahoma"/>
                <a:cs typeface="Tahoma"/>
              </a:rPr>
              <a:t>#02</a:t>
            </a:r>
            <a:r>
              <a:rPr sz="1800" b="1" spc="-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b="1" spc="-105" dirty="0">
                <a:solidFill>
                  <a:srgbClr val="FFFFFF"/>
                </a:solidFill>
                <a:latin typeface="Tahoma"/>
                <a:cs typeface="Tahoma"/>
              </a:rPr>
              <a:t>Aakash rana</a:t>
            </a:r>
            <a:endParaRPr lang="en-US" sz="1800" b="1" spc="-45" dirty="0">
              <a:solidFill>
                <a:srgbClr val="FFFFFF"/>
              </a:solidFill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801837" y="2787108"/>
            <a:ext cx="2074409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90" dirty="0">
                <a:solidFill>
                  <a:srgbClr val="FFFFFF"/>
                </a:solidFill>
                <a:latin typeface="Tahoma"/>
                <a:cs typeface="Tahoma"/>
              </a:rPr>
              <a:t>#03</a:t>
            </a:r>
            <a:r>
              <a:rPr lang="en-US" sz="1800" b="1" spc="-90" dirty="0">
                <a:solidFill>
                  <a:srgbClr val="FFFFFF"/>
                </a:solidFill>
                <a:latin typeface="Tahoma"/>
                <a:cs typeface="Tahoma"/>
              </a:rPr>
              <a:t> Farman Khan</a:t>
            </a:r>
            <a:endParaRPr sz="1800" dirty="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876506" y="2671438"/>
            <a:ext cx="207440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800" b="1" spc="-95" dirty="0">
                <a:solidFill>
                  <a:srgbClr val="FFFFFF"/>
                </a:solidFill>
                <a:latin typeface="Tahoma"/>
                <a:cs typeface="Tahoma"/>
              </a:rPr>
              <a:t>#04</a:t>
            </a:r>
            <a:r>
              <a:rPr lang="en-US" sz="1800" b="1" spc="-95" dirty="0">
                <a:solidFill>
                  <a:srgbClr val="FFFFFF"/>
                </a:solidFill>
                <a:latin typeface="Tahoma"/>
                <a:cs typeface="Tahoma"/>
              </a:rPr>
              <a:t> TaraShankar Hazra</a:t>
            </a:r>
            <a:endParaRPr sz="1800" dirty="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548531" y="2731437"/>
            <a:ext cx="2020357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85" dirty="0">
                <a:solidFill>
                  <a:srgbClr val="FFFFFF"/>
                </a:solidFill>
                <a:latin typeface="Tahoma"/>
                <a:cs typeface="Tahoma"/>
              </a:rPr>
              <a:t>#05</a:t>
            </a:r>
            <a:r>
              <a:rPr sz="1800" b="1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1800" b="1" spc="-45" dirty="0">
                <a:solidFill>
                  <a:srgbClr val="FFFFFF"/>
                </a:solidFill>
                <a:latin typeface="Tahoma"/>
                <a:cs typeface="Tahoma"/>
              </a:rPr>
              <a:t>Vansh verma</a:t>
            </a:r>
            <a:endParaRPr sz="1800" dirty="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01542" y="6919420"/>
            <a:ext cx="896619" cy="50165"/>
          </a:xfrm>
          <a:custGeom>
            <a:avLst/>
            <a:gdLst/>
            <a:ahLst/>
            <a:cxnLst/>
            <a:rect l="l" t="t" r="r" b="b"/>
            <a:pathLst>
              <a:path w="896619" h="50165">
                <a:moveTo>
                  <a:pt x="885734" y="49208"/>
                </a:moveTo>
                <a:lnTo>
                  <a:pt x="873930" y="47570"/>
                </a:lnTo>
                <a:lnTo>
                  <a:pt x="867342" y="47708"/>
                </a:lnTo>
                <a:lnTo>
                  <a:pt x="861234" y="48306"/>
                </a:lnTo>
                <a:lnTo>
                  <a:pt x="834401" y="48394"/>
                </a:lnTo>
                <a:lnTo>
                  <a:pt x="792048" y="49276"/>
                </a:lnTo>
                <a:lnTo>
                  <a:pt x="784509" y="48962"/>
                </a:lnTo>
                <a:lnTo>
                  <a:pt x="748582" y="49689"/>
                </a:lnTo>
                <a:lnTo>
                  <a:pt x="736740" y="49781"/>
                </a:lnTo>
                <a:lnTo>
                  <a:pt x="724893" y="49608"/>
                </a:lnTo>
                <a:lnTo>
                  <a:pt x="706162" y="48785"/>
                </a:lnTo>
                <a:lnTo>
                  <a:pt x="699296" y="48972"/>
                </a:lnTo>
                <a:lnTo>
                  <a:pt x="685656" y="49609"/>
                </a:lnTo>
                <a:lnTo>
                  <a:pt x="649381" y="48482"/>
                </a:lnTo>
                <a:lnTo>
                  <a:pt x="640355" y="48464"/>
                </a:lnTo>
                <a:lnTo>
                  <a:pt x="622839" y="48770"/>
                </a:lnTo>
                <a:lnTo>
                  <a:pt x="614077" y="48746"/>
                </a:lnTo>
                <a:lnTo>
                  <a:pt x="578283" y="48079"/>
                </a:lnTo>
                <a:lnTo>
                  <a:pt x="571491" y="47610"/>
                </a:lnTo>
                <a:lnTo>
                  <a:pt x="564615" y="47364"/>
                </a:lnTo>
                <a:lnTo>
                  <a:pt x="557745" y="47382"/>
                </a:lnTo>
                <a:lnTo>
                  <a:pt x="550970" y="47707"/>
                </a:lnTo>
                <a:lnTo>
                  <a:pt x="536381" y="48011"/>
                </a:lnTo>
                <a:lnTo>
                  <a:pt x="528832" y="47226"/>
                </a:lnTo>
                <a:lnTo>
                  <a:pt x="492568" y="46569"/>
                </a:lnTo>
                <a:lnTo>
                  <a:pt x="485777" y="46166"/>
                </a:lnTo>
                <a:lnTo>
                  <a:pt x="478904" y="46030"/>
                </a:lnTo>
                <a:lnTo>
                  <a:pt x="460078" y="46305"/>
                </a:lnTo>
                <a:lnTo>
                  <a:pt x="455362" y="45932"/>
                </a:lnTo>
                <a:lnTo>
                  <a:pt x="450636" y="45089"/>
                </a:lnTo>
                <a:lnTo>
                  <a:pt x="449695" y="45108"/>
                </a:lnTo>
                <a:lnTo>
                  <a:pt x="448734" y="44187"/>
                </a:lnTo>
                <a:lnTo>
                  <a:pt x="448274" y="44667"/>
                </a:lnTo>
                <a:lnTo>
                  <a:pt x="442215" y="47618"/>
                </a:lnTo>
                <a:lnTo>
                  <a:pt x="435568" y="44932"/>
                </a:lnTo>
                <a:lnTo>
                  <a:pt x="429450" y="45059"/>
                </a:lnTo>
                <a:lnTo>
                  <a:pt x="421609" y="45076"/>
                </a:lnTo>
                <a:lnTo>
                  <a:pt x="405742" y="44759"/>
                </a:lnTo>
                <a:lnTo>
                  <a:pt x="397901" y="44775"/>
                </a:lnTo>
                <a:lnTo>
                  <a:pt x="375313" y="45246"/>
                </a:lnTo>
                <a:lnTo>
                  <a:pt x="346127" y="45383"/>
                </a:lnTo>
                <a:lnTo>
                  <a:pt x="337656" y="45559"/>
                </a:lnTo>
                <a:lnTo>
                  <a:pt x="321166" y="44961"/>
                </a:lnTo>
                <a:lnTo>
                  <a:pt x="318813" y="45010"/>
                </a:lnTo>
                <a:lnTo>
                  <a:pt x="316921" y="44579"/>
                </a:lnTo>
                <a:lnTo>
                  <a:pt x="314568" y="44628"/>
                </a:lnTo>
                <a:lnTo>
                  <a:pt x="307440" y="41481"/>
                </a:lnTo>
                <a:lnTo>
                  <a:pt x="292362" y="40853"/>
                </a:lnTo>
                <a:lnTo>
                  <a:pt x="257038" y="40177"/>
                </a:lnTo>
                <a:lnTo>
                  <a:pt x="248568" y="40353"/>
                </a:lnTo>
                <a:lnTo>
                  <a:pt x="240578" y="40990"/>
                </a:lnTo>
                <a:lnTo>
                  <a:pt x="228342" y="41245"/>
                </a:lnTo>
                <a:lnTo>
                  <a:pt x="224087" y="40392"/>
                </a:lnTo>
                <a:lnTo>
                  <a:pt x="196793" y="40961"/>
                </a:lnTo>
                <a:lnTo>
                  <a:pt x="193480" y="40088"/>
                </a:lnTo>
                <a:lnTo>
                  <a:pt x="167597" y="40627"/>
                </a:lnTo>
                <a:lnTo>
                  <a:pt x="160519" y="39833"/>
                </a:lnTo>
                <a:lnTo>
                  <a:pt x="128048" y="40510"/>
                </a:lnTo>
                <a:lnTo>
                  <a:pt x="120499" y="39725"/>
                </a:lnTo>
                <a:lnTo>
                  <a:pt x="113431" y="39402"/>
                </a:lnTo>
                <a:lnTo>
                  <a:pt x="106852" y="40010"/>
                </a:lnTo>
                <a:lnTo>
                  <a:pt x="99793" y="40157"/>
                </a:lnTo>
                <a:lnTo>
                  <a:pt x="92452" y="40162"/>
                </a:lnTo>
                <a:lnTo>
                  <a:pt x="77939" y="39817"/>
                </a:lnTo>
                <a:lnTo>
                  <a:pt x="70597" y="39823"/>
                </a:lnTo>
                <a:lnTo>
                  <a:pt x="48480" y="40284"/>
                </a:lnTo>
                <a:lnTo>
                  <a:pt x="45686" y="41754"/>
                </a:lnTo>
                <a:lnTo>
                  <a:pt x="43274" y="38980"/>
                </a:lnTo>
                <a:lnTo>
                  <a:pt x="42313" y="38058"/>
                </a:lnTo>
                <a:lnTo>
                  <a:pt x="40901" y="38088"/>
                </a:lnTo>
                <a:lnTo>
                  <a:pt x="34382" y="41519"/>
                </a:lnTo>
                <a:lnTo>
                  <a:pt x="27274" y="39313"/>
                </a:lnTo>
                <a:lnTo>
                  <a:pt x="0" y="18225"/>
                </a:lnTo>
                <a:lnTo>
                  <a:pt x="421" y="15862"/>
                </a:lnTo>
                <a:lnTo>
                  <a:pt x="1313" y="13490"/>
                </a:lnTo>
                <a:lnTo>
                  <a:pt x="2676" y="11107"/>
                </a:lnTo>
                <a:lnTo>
                  <a:pt x="4931" y="6352"/>
                </a:lnTo>
                <a:lnTo>
                  <a:pt x="10558" y="5294"/>
                </a:lnTo>
                <a:lnTo>
                  <a:pt x="14245" y="1450"/>
                </a:lnTo>
                <a:lnTo>
                  <a:pt x="16098" y="0"/>
                </a:lnTo>
                <a:lnTo>
                  <a:pt x="19401" y="401"/>
                </a:lnTo>
                <a:lnTo>
                  <a:pt x="27872" y="225"/>
                </a:lnTo>
                <a:lnTo>
                  <a:pt x="33999" y="568"/>
                </a:lnTo>
                <a:lnTo>
                  <a:pt x="39647" y="451"/>
                </a:lnTo>
                <a:lnTo>
                  <a:pt x="87205" y="872"/>
                </a:lnTo>
                <a:lnTo>
                  <a:pt x="92382" y="764"/>
                </a:lnTo>
                <a:lnTo>
                  <a:pt x="98019" y="176"/>
                </a:lnTo>
                <a:lnTo>
                  <a:pt x="103676" y="529"/>
                </a:lnTo>
                <a:lnTo>
                  <a:pt x="107911" y="441"/>
                </a:lnTo>
                <a:lnTo>
                  <a:pt x="115931" y="1215"/>
                </a:lnTo>
                <a:lnTo>
                  <a:pt x="124061" y="1671"/>
                </a:lnTo>
                <a:lnTo>
                  <a:pt x="140315" y="2230"/>
                </a:lnTo>
                <a:lnTo>
                  <a:pt x="148441" y="2421"/>
                </a:lnTo>
                <a:lnTo>
                  <a:pt x="151735" y="2353"/>
                </a:lnTo>
                <a:lnTo>
                  <a:pt x="155490" y="1804"/>
                </a:lnTo>
                <a:lnTo>
                  <a:pt x="169727" y="1588"/>
                </a:lnTo>
                <a:lnTo>
                  <a:pt x="191620" y="1647"/>
                </a:lnTo>
                <a:lnTo>
                  <a:pt x="202568" y="1765"/>
                </a:lnTo>
                <a:lnTo>
                  <a:pt x="206803" y="1676"/>
                </a:lnTo>
                <a:lnTo>
                  <a:pt x="210597" y="3010"/>
                </a:lnTo>
                <a:lnTo>
                  <a:pt x="217656" y="2863"/>
                </a:lnTo>
                <a:lnTo>
                  <a:pt x="220470" y="2333"/>
                </a:lnTo>
                <a:lnTo>
                  <a:pt x="228470" y="2167"/>
                </a:lnTo>
                <a:lnTo>
                  <a:pt x="232735" y="3490"/>
                </a:lnTo>
                <a:lnTo>
                  <a:pt x="236970" y="3402"/>
                </a:lnTo>
                <a:lnTo>
                  <a:pt x="241176" y="1902"/>
                </a:lnTo>
                <a:lnTo>
                  <a:pt x="242588" y="1873"/>
                </a:lnTo>
                <a:lnTo>
                  <a:pt x="250656" y="5000"/>
                </a:lnTo>
                <a:lnTo>
                  <a:pt x="258617" y="2951"/>
                </a:lnTo>
                <a:lnTo>
                  <a:pt x="274636" y="3559"/>
                </a:lnTo>
                <a:lnTo>
                  <a:pt x="281695" y="3412"/>
                </a:lnTo>
                <a:lnTo>
                  <a:pt x="296793" y="4981"/>
                </a:lnTo>
                <a:lnTo>
                  <a:pt x="304774" y="3873"/>
                </a:lnTo>
                <a:lnTo>
                  <a:pt x="315597" y="3647"/>
                </a:lnTo>
                <a:lnTo>
                  <a:pt x="318901" y="4049"/>
                </a:lnTo>
                <a:lnTo>
                  <a:pt x="333960" y="3736"/>
                </a:lnTo>
                <a:lnTo>
                  <a:pt x="336793" y="4147"/>
                </a:lnTo>
                <a:lnTo>
                  <a:pt x="345735" y="3961"/>
                </a:lnTo>
                <a:lnTo>
                  <a:pt x="351440" y="6667"/>
                </a:lnTo>
                <a:lnTo>
                  <a:pt x="357519" y="4657"/>
                </a:lnTo>
                <a:lnTo>
                  <a:pt x="362205" y="3618"/>
                </a:lnTo>
                <a:lnTo>
                  <a:pt x="366911" y="3520"/>
                </a:lnTo>
                <a:lnTo>
                  <a:pt x="371636" y="4363"/>
                </a:lnTo>
                <a:lnTo>
                  <a:pt x="377774" y="5177"/>
                </a:lnTo>
                <a:lnTo>
                  <a:pt x="383411" y="4589"/>
                </a:lnTo>
                <a:lnTo>
                  <a:pt x="389548" y="5402"/>
                </a:lnTo>
                <a:lnTo>
                  <a:pt x="396346" y="6144"/>
                </a:lnTo>
                <a:lnTo>
                  <a:pt x="403225" y="6530"/>
                </a:lnTo>
                <a:lnTo>
                  <a:pt x="410096" y="6563"/>
                </a:lnTo>
                <a:lnTo>
                  <a:pt x="416872" y="6246"/>
                </a:lnTo>
                <a:lnTo>
                  <a:pt x="436579" y="5894"/>
                </a:lnTo>
                <a:lnTo>
                  <a:pt x="446324" y="5831"/>
                </a:lnTo>
                <a:lnTo>
                  <a:pt x="455940" y="5903"/>
                </a:lnTo>
                <a:lnTo>
                  <a:pt x="464496" y="6261"/>
                </a:lnTo>
                <a:lnTo>
                  <a:pt x="473133" y="6310"/>
                </a:lnTo>
                <a:lnTo>
                  <a:pt x="481764" y="6093"/>
                </a:lnTo>
                <a:lnTo>
                  <a:pt x="490774" y="5648"/>
                </a:lnTo>
                <a:lnTo>
                  <a:pt x="502170" y="6779"/>
                </a:lnTo>
                <a:lnTo>
                  <a:pt x="513634" y="6937"/>
                </a:lnTo>
                <a:lnTo>
                  <a:pt x="525094" y="6919"/>
                </a:lnTo>
                <a:lnTo>
                  <a:pt x="536479" y="7521"/>
                </a:lnTo>
                <a:lnTo>
                  <a:pt x="550609" y="7815"/>
                </a:lnTo>
                <a:lnTo>
                  <a:pt x="557670" y="7741"/>
                </a:lnTo>
                <a:lnTo>
                  <a:pt x="564724" y="7403"/>
                </a:lnTo>
                <a:lnTo>
                  <a:pt x="595448" y="7624"/>
                </a:lnTo>
                <a:lnTo>
                  <a:pt x="605695" y="7962"/>
                </a:lnTo>
                <a:lnTo>
                  <a:pt x="619835" y="8727"/>
                </a:lnTo>
                <a:lnTo>
                  <a:pt x="626902" y="8977"/>
                </a:lnTo>
                <a:lnTo>
                  <a:pt x="643841" y="8528"/>
                </a:lnTo>
                <a:lnTo>
                  <a:pt x="663622" y="8896"/>
                </a:lnTo>
                <a:lnTo>
                  <a:pt x="673509" y="8903"/>
                </a:lnTo>
                <a:lnTo>
                  <a:pt x="678215" y="8805"/>
                </a:lnTo>
                <a:lnTo>
                  <a:pt x="682930" y="9178"/>
                </a:lnTo>
                <a:lnTo>
                  <a:pt x="690930" y="9011"/>
                </a:lnTo>
                <a:lnTo>
                  <a:pt x="694234" y="9413"/>
                </a:lnTo>
                <a:lnTo>
                  <a:pt x="697077" y="10295"/>
                </a:lnTo>
                <a:lnTo>
                  <a:pt x="701793" y="10668"/>
                </a:lnTo>
                <a:lnTo>
                  <a:pt x="706028" y="10580"/>
                </a:lnTo>
                <a:lnTo>
                  <a:pt x="710724" y="10011"/>
                </a:lnTo>
                <a:lnTo>
                  <a:pt x="723431" y="9805"/>
                </a:lnTo>
                <a:lnTo>
                  <a:pt x="729787" y="9813"/>
                </a:lnTo>
                <a:lnTo>
                  <a:pt x="736146" y="9952"/>
                </a:lnTo>
                <a:lnTo>
                  <a:pt x="741803" y="10305"/>
                </a:lnTo>
                <a:lnTo>
                  <a:pt x="753567" y="10060"/>
                </a:lnTo>
                <a:lnTo>
                  <a:pt x="754969" y="9560"/>
                </a:lnTo>
                <a:lnTo>
                  <a:pt x="758263" y="9492"/>
                </a:lnTo>
                <a:lnTo>
                  <a:pt x="769925" y="9926"/>
                </a:lnTo>
                <a:lnTo>
                  <a:pt x="781575" y="9830"/>
                </a:lnTo>
                <a:lnTo>
                  <a:pt x="793221" y="9558"/>
                </a:lnTo>
                <a:lnTo>
                  <a:pt x="804871" y="9462"/>
                </a:lnTo>
                <a:lnTo>
                  <a:pt x="812871" y="9296"/>
                </a:lnTo>
                <a:lnTo>
                  <a:pt x="820881" y="9600"/>
                </a:lnTo>
                <a:lnTo>
                  <a:pt x="834058" y="9325"/>
                </a:lnTo>
                <a:lnTo>
                  <a:pt x="843920" y="8178"/>
                </a:lnTo>
                <a:lnTo>
                  <a:pt x="851440" y="7551"/>
                </a:lnTo>
                <a:lnTo>
                  <a:pt x="858557" y="10227"/>
                </a:lnTo>
                <a:lnTo>
                  <a:pt x="865597" y="9139"/>
                </a:lnTo>
                <a:lnTo>
                  <a:pt x="869812" y="8110"/>
                </a:lnTo>
                <a:lnTo>
                  <a:pt x="877812" y="7943"/>
                </a:lnTo>
                <a:lnTo>
                  <a:pt x="884453" y="8224"/>
                </a:lnTo>
                <a:lnTo>
                  <a:pt x="895336" y="8239"/>
                </a:lnTo>
                <a:lnTo>
                  <a:pt x="896168" y="48192"/>
                </a:lnTo>
                <a:lnTo>
                  <a:pt x="888548" y="48678"/>
                </a:lnTo>
                <a:lnTo>
                  <a:pt x="885734" y="49208"/>
                </a:lnTo>
                <a:close/>
              </a:path>
            </a:pathLst>
          </a:custGeom>
          <a:solidFill>
            <a:srgbClr val="5462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88456" y="6598119"/>
            <a:ext cx="1589405" cy="660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00"/>
              </a:spcBef>
            </a:pPr>
            <a:r>
              <a:rPr sz="1600" spc="-40" dirty="0">
                <a:solidFill>
                  <a:srgbClr val="383838"/>
                </a:solidFill>
                <a:latin typeface="Arial Black"/>
                <a:cs typeface="Arial Black"/>
              </a:rPr>
              <a:t>E-</a:t>
            </a:r>
            <a:r>
              <a:rPr sz="1600" spc="-80" dirty="0">
                <a:solidFill>
                  <a:srgbClr val="383838"/>
                </a:solidFill>
                <a:latin typeface="Arial Black"/>
                <a:cs typeface="Arial Black"/>
              </a:rPr>
              <a:t>Mail</a:t>
            </a:r>
            <a:r>
              <a:rPr sz="1600" spc="-185" dirty="0">
                <a:solidFill>
                  <a:srgbClr val="383838"/>
                </a:solidFill>
                <a:latin typeface="Arial Black"/>
                <a:cs typeface="Arial Black"/>
              </a:rPr>
              <a:t> </a:t>
            </a:r>
            <a:r>
              <a:rPr sz="1600" spc="-10" dirty="0">
                <a:solidFill>
                  <a:srgbClr val="383838"/>
                </a:solidFill>
                <a:latin typeface="Arial Black"/>
                <a:cs typeface="Arial Black"/>
              </a:rPr>
              <a:t>Address</a:t>
            </a:r>
            <a:endParaRPr sz="16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640"/>
              </a:spcBef>
            </a:pPr>
            <a:r>
              <a:rPr sz="1200" dirty="0">
                <a:solidFill>
                  <a:srgbClr val="383838"/>
                </a:solidFill>
                <a:latin typeface="Lucida Sans Unicode"/>
                <a:cs typeface="Lucida Sans Unicode"/>
              </a:rPr>
              <a:t>Your</a:t>
            </a:r>
            <a:r>
              <a:rPr sz="1200" spc="25" dirty="0">
                <a:solidFill>
                  <a:srgbClr val="383838"/>
                </a:solidFill>
                <a:latin typeface="Lucida Sans Unicode"/>
                <a:cs typeface="Lucida Sans Unicode"/>
              </a:rPr>
              <a:t> </a:t>
            </a:r>
            <a:r>
              <a:rPr sz="1200" spc="-50" dirty="0">
                <a:solidFill>
                  <a:srgbClr val="383838"/>
                </a:solidFill>
                <a:latin typeface="Lucida Sans Unicode"/>
                <a:cs typeface="Lucida Sans Unicode"/>
              </a:rPr>
              <a:t>E-</a:t>
            </a:r>
            <a:r>
              <a:rPr sz="1200" dirty="0">
                <a:solidFill>
                  <a:srgbClr val="383838"/>
                </a:solidFill>
                <a:latin typeface="Lucida Sans Unicode"/>
                <a:cs typeface="Lucida Sans Unicode"/>
              </a:rPr>
              <a:t>Mail</a:t>
            </a:r>
            <a:r>
              <a:rPr sz="1200" spc="25" dirty="0">
                <a:solidFill>
                  <a:srgbClr val="383838"/>
                </a:solidFill>
                <a:latin typeface="Lucida Sans Unicode"/>
                <a:cs typeface="Lucida Sans Unicode"/>
              </a:rPr>
              <a:t> </a:t>
            </a:r>
            <a:r>
              <a:rPr sz="1200" spc="40" dirty="0">
                <a:solidFill>
                  <a:srgbClr val="383838"/>
                </a:solidFill>
                <a:latin typeface="Lucida Sans Unicode"/>
                <a:cs typeface="Lucida Sans Unicode"/>
              </a:rPr>
              <a:t>Address</a:t>
            </a:r>
            <a:endParaRPr sz="1200">
              <a:latin typeface="Lucida Sans Unicode"/>
              <a:cs typeface="Lucida Sans Unicode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1704" y="5140576"/>
            <a:ext cx="2120880" cy="65246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793705" y="4833210"/>
            <a:ext cx="1597660" cy="659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60" dirty="0">
                <a:solidFill>
                  <a:srgbClr val="383838"/>
                </a:solidFill>
                <a:latin typeface="Arial Black"/>
                <a:cs typeface="Arial Black"/>
              </a:rPr>
              <a:t>Phone</a:t>
            </a:r>
            <a:r>
              <a:rPr sz="1600" spc="-190" dirty="0">
                <a:solidFill>
                  <a:srgbClr val="383838"/>
                </a:solidFill>
                <a:latin typeface="Arial Black"/>
                <a:cs typeface="Arial Black"/>
              </a:rPr>
              <a:t> </a:t>
            </a:r>
            <a:r>
              <a:rPr sz="1600" spc="-10" dirty="0">
                <a:solidFill>
                  <a:srgbClr val="383838"/>
                </a:solidFill>
                <a:latin typeface="Arial Black"/>
                <a:cs typeface="Arial Black"/>
              </a:rPr>
              <a:t>Number</a:t>
            </a:r>
            <a:endParaRPr sz="16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625"/>
              </a:spcBef>
            </a:pPr>
            <a:r>
              <a:rPr sz="1200" dirty="0">
                <a:solidFill>
                  <a:srgbClr val="383838"/>
                </a:solidFill>
                <a:latin typeface="Lucida Sans Unicode"/>
                <a:cs typeface="Lucida Sans Unicode"/>
              </a:rPr>
              <a:t>Your</a:t>
            </a:r>
            <a:r>
              <a:rPr sz="1200" spc="-15" dirty="0">
                <a:solidFill>
                  <a:srgbClr val="383838"/>
                </a:solidFill>
                <a:latin typeface="Lucida Sans Unicode"/>
                <a:cs typeface="Lucida Sans Unicode"/>
              </a:rPr>
              <a:t> </a:t>
            </a:r>
            <a:r>
              <a:rPr sz="1200" spc="60" dirty="0">
                <a:solidFill>
                  <a:srgbClr val="383838"/>
                </a:solidFill>
                <a:latin typeface="Lucida Sans Unicode"/>
                <a:cs typeface="Lucida Sans Unicode"/>
              </a:rPr>
              <a:t>Phone</a:t>
            </a:r>
            <a:r>
              <a:rPr sz="1200" spc="-10" dirty="0">
                <a:solidFill>
                  <a:srgbClr val="383838"/>
                </a:solidFill>
                <a:latin typeface="Lucida Sans Unicode"/>
                <a:cs typeface="Lucida Sans Unicode"/>
              </a:rPr>
              <a:t> </a:t>
            </a:r>
            <a:r>
              <a:rPr sz="1200" spc="45" dirty="0">
                <a:solidFill>
                  <a:srgbClr val="383838"/>
                </a:solidFill>
                <a:latin typeface="Lucida Sans Unicode"/>
                <a:cs typeface="Lucida Sans Unicode"/>
              </a:rPr>
              <a:t>Number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06791" y="8667910"/>
            <a:ext cx="1010919" cy="50165"/>
          </a:xfrm>
          <a:custGeom>
            <a:avLst/>
            <a:gdLst/>
            <a:ahLst/>
            <a:cxnLst/>
            <a:rect l="l" t="t" r="r" b="b"/>
            <a:pathLst>
              <a:path w="1010919" h="50165">
                <a:moveTo>
                  <a:pt x="1010470" y="47097"/>
                </a:moveTo>
                <a:lnTo>
                  <a:pt x="987137" y="46691"/>
                </a:lnTo>
                <a:lnTo>
                  <a:pt x="965962" y="47205"/>
                </a:lnTo>
                <a:lnTo>
                  <a:pt x="946552" y="47323"/>
                </a:lnTo>
                <a:lnTo>
                  <a:pt x="929083" y="47039"/>
                </a:lnTo>
                <a:lnTo>
                  <a:pt x="920528" y="47071"/>
                </a:lnTo>
                <a:lnTo>
                  <a:pt x="912486" y="47319"/>
                </a:lnTo>
                <a:lnTo>
                  <a:pt x="896585" y="48165"/>
                </a:lnTo>
                <a:lnTo>
                  <a:pt x="888548" y="48678"/>
                </a:lnTo>
                <a:lnTo>
                  <a:pt x="885734" y="49208"/>
                </a:lnTo>
                <a:lnTo>
                  <a:pt x="873930" y="47570"/>
                </a:lnTo>
                <a:lnTo>
                  <a:pt x="867342" y="47708"/>
                </a:lnTo>
                <a:lnTo>
                  <a:pt x="861234" y="48306"/>
                </a:lnTo>
                <a:lnTo>
                  <a:pt x="834401" y="48394"/>
                </a:lnTo>
                <a:lnTo>
                  <a:pt x="792048" y="49276"/>
                </a:lnTo>
                <a:lnTo>
                  <a:pt x="784509" y="48962"/>
                </a:lnTo>
                <a:lnTo>
                  <a:pt x="748582" y="49689"/>
                </a:lnTo>
                <a:lnTo>
                  <a:pt x="736740" y="49781"/>
                </a:lnTo>
                <a:lnTo>
                  <a:pt x="724893" y="49608"/>
                </a:lnTo>
                <a:lnTo>
                  <a:pt x="706162" y="48785"/>
                </a:lnTo>
                <a:lnTo>
                  <a:pt x="699296" y="48972"/>
                </a:lnTo>
                <a:lnTo>
                  <a:pt x="685656" y="49609"/>
                </a:lnTo>
                <a:lnTo>
                  <a:pt x="649381" y="48482"/>
                </a:lnTo>
                <a:lnTo>
                  <a:pt x="640355" y="48464"/>
                </a:lnTo>
                <a:lnTo>
                  <a:pt x="622839" y="48770"/>
                </a:lnTo>
                <a:lnTo>
                  <a:pt x="614077" y="48746"/>
                </a:lnTo>
                <a:lnTo>
                  <a:pt x="578283" y="48079"/>
                </a:lnTo>
                <a:lnTo>
                  <a:pt x="571491" y="47610"/>
                </a:lnTo>
                <a:lnTo>
                  <a:pt x="564615" y="47364"/>
                </a:lnTo>
                <a:lnTo>
                  <a:pt x="557745" y="47382"/>
                </a:lnTo>
                <a:lnTo>
                  <a:pt x="550970" y="47707"/>
                </a:lnTo>
                <a:lnTo>
                  <a:pt x="536381" y="48011"/>
                </a:lnTo>
                <a:lnTo>
                  <a:pt x="528832" y="47226"/>
                </a:lnTo>
                <a:lnTo>
                  <a:pt x="492568" y="46569"/>
                </a:lnTo>
                <a:lnTo>
                  <a:pt x="485777" y="46166"/>
                </a:lnTo>
                <a:lnTo>
                  <a:pt x="478904" y="46030"/>
                </a:lnTo>
                <a:lnTo>
                  <a:pt x="460078" y="46305"/>
                </a:lnTo>
                <a:lnTo>
                  <a:pt x="455362" y="45932"/>
                </a:lnTo>
                <a:lnTo>
                  <a:pt x="450636" y="45089"/>
                </a:lnTo>
                <a:lnTo>
                  <a:pt x="449695" y="45108"/>
                </a:lnTo>
                <a:lnTo>
                  <a:pt x="448734" y="44187"/>
                </a:lnTo>
                <a:lnTo>
                  <a:pt x="448274" y="44667"/>
                </a:lnTo>
                <a:lnTo>
                  <a:pt x="442215" y="47618"/>
                </a:lnTo>
                <a:lnTo>
                  <a:pt x="435568" y="44932"/>
                </a:lnTo>
                <a:lnTo>
                  <a:pt x="429450" y="45059"/>
                </a:lnTo>
                <a:lnTo>
                  <a:pt x="421609" y="45076"/>
                </a:lnTo>
                <a:lnTo>
                  <a:pt x="405742" y="44759"/>
                </a:lnTo>
                <a:lnTo>
                  <a:pt x="397901" y="44775"/>
                </a:lnTo>
                <a:lnTo>
                  <a:pt x="375313" y="45246"/>
                </a:lnTo>
                <a:lnTo>
                  <a:pt x="346127" y="45383"/>
                </a:lnTo>
                <a:lnTo>
                  <a:pt x="337656" y="45559"/>
                </a:lnTo>
                <a:lnTo>
                  <a:pt x="321166" y="44961"/>
                </a:lnTo>
                <a:lnTo>
                  <a:pt x="318813" y="45010"/>
                </a:lnTo>
                <a:lnTo>
                  <a:pt x="316921" y="44579"/>
                </a:lnTo>
                <a:lnTo>
                  <a:pt x="314568" y="44628"/>
                </a:lnTo>
                <a:lnTo>
                  <a:pt x="307440" y="41481"/>
                </a:lnTo>
                <a:lnTo>
                  <a:pt x="292362" y="40853"/>
                </a:lnTo>
                <a:lnTo>
                  <a:pt x="257038" y="40177"/>
                </a:lnTo>
                <a:lnTo>
                  <a:pt x="248568" y="40353"/>
                </a:lnTo>
                <a:lnTo>
                  <a:pt x="240578" y="40990"/>
                </a:lnTo>
                <a:lnTo>
                  <a:pt x="228342" y="41245"/>
                </a:lnTo>
                <a:lnTo>
                  <a:pt x="224087" y="40392"/>
                </a:lnTo>
                <a:lnTo>
                  <a:pt x="196793" y="40961"/>
                </a:lnTo>
                <a:lnTo>
                  <a:pt x="193480" y="40088"/>
                </a:lnTo>
                <a:lnTo>
                  <a:pt x="167597" y="40627"/>
                </a:lnTo>
                <a:lnTo>
                  <a:pt x="160519" y="39833"/>
                </a:lnTo>
                <a:lnTo>
                  <a:pt x="128048" y="40510"/>
                </a:lnTo>
                <a:lnTo>
                  <a:pt x="120499" y="39725"/>
                </a:lnTo>
                <a:lnTo>
                  <a:pt x="113431" y="39402"/>
                </a:lnTo>
                <a:lnTo>
                  <a:pt x="106852" y="40010"/>
                </a:lnTo>
                <a:lnTo>
                  <a:pt x="99793" y="40157"/>
                </a:lnTo>
                <a:lnTo>
                  <a:pt x="92452" y="40162"/>
                </a:lnTo>
                <a:lnTo>
                  <a:pt x="77939" y="39817"/>
                </a:lnTo>
                <a:lnTo>
                  <a:pt x="70597" y="39823"/>
                </a:lnTo>
                <a:lnTo>
                  <a:pt x="48480" y="40284"/>
                </a:lnTo>
                <a:lnTo>
                  <a:pt x="45686" y="41754"/>
                </a:lnTo>
                <a:lnTo>
                  <a:pt x="43274" y="38980"/>
                </a:lnTo>
                <a:lnTo>
                  <a:pt x="42313" y="38058"/>
                </a:lnTo>
                <a:lnTo>
                  <a:pt x="40901" y="38088"/>
                </a:lnTo>
                <a:lnTo>
                  <a:pt x="34382" y="41519"/>
                </a:lnTo>
                <a:lnTo>
                  <a:pt x="27274" y="39313"/>
                </a:lnTo>
                <a:lnTo>
                  <a:pt x="0" y="18225"/>
                </a:lnTo>
                <a:lnTo>
                  <a:pt x="421" y="15862"/>
                </a:lnTo>
                <a:lnTo>
                  <a:pt x="1313" y="13490"/>
                </a:lnTo>
                <a:lnTo>
                  <a:pt x="2676" y="11107"/>
                </a:lnTo>
                <a:lnTo>
                  <a:pt x="4931" y="6352"/>
                </a:lnTo>
                <a:lnTo>
                  <a:pt x="10558" y="5294"/>
                </a:lnTo>
                <a:lnTo>
                  <a:pt x="14245" y="1450"/>
                </a:lnTo>
                <a:lnTo>
                  <a:pt x="16098" y="0"/>
                </a:lnTo>
                <a:lnTo>
                  <a:pt x="19401" y="401"/>
                </a:lnTo>
                <a:lnTo>
                  <a:pt x="27872" y="225"/>
                </a:lnTo>
                <a:lnTo>
                  <a:pt x="33999" y="568"/>
                </a:lnTo>
                <a:lnTo>
                  <a:pt x="39647" y="451"/>
                </a:lnTo>
                <a:lnTo>
                  <a:pt x="87205" y="872"/>
                </a:lnTo>
                <a:lnTo>
                  <a:pt x="92382" y="764"/>
                </a:lnTo>
                <a:lnTo>
                  <a:pt x="98019" y="176"/>
                </a:lnTo>
                <a:lnTo>
                  <a:pt x="103676" y="529"/>
                </a:lnTo>
                <a:lnTo>
                  <a:pt x="107911" y="441"/>
                </a:lnTo>
                <a:lnTo>
                  <a:pt x="115931" y="1215"/>
                </a:lnTo>
                <a:lnTo>
                  <a:pt x="124061" y="1671"/>
                </a:lnTo>
                <a:lnTo>
                  <a:pt x="140315" y="2230"/>
                </a:lnTo>
                <a:lnTo>
                  <a:pt x="148441" y="2421"/>
                </a:lnTo>
                <a:lnTo>
                  <a:pt x="151735" y="2353"/>
                </a:lnTo>
                <a:lnTo>
                  <a:pt x="155490" y="1804"/>
                </a:lnTo>
                <a:lnTo>
                  <a:pt x="169727" y="1588"/>
                </a:lnTo>
                <a:lnTo>
                  <a:pt x="191620" y="1647"/>
                </a:lnTo>
                <a:lnTo>
                  <a:pt x="202568" y="1765"/>
                </a:lnTo>
                <a:lnTo>
                  <a:pt x="206803" y="1676"/>
                </a:lnTo>
                <a:lnTo>
                  <a:pt x="210597" y="3010"/>
                </a:lnTo>
                <a:lnTo>
                  <a:pt x="217656" y="2863"/>
                </a:lnTo>
                <a:lnTo>
                  <a:pt x="220470" y="2333"/>
                </a:lnTo>
                <a:lnTo>
                  <a:pt x="228470" y="2167"/>
                </a:lnTo>
                <a:lnTo>
                  <a:pt x="232735" y="3490"/>
                </a:lnTo>
                <a:lnTo>
                  <a:pt x="236970" y="3402"/>
                </a:lnTo>
                <a:lnTo>
                  <a:pt x="241176" y="1902"/>
                </a:lnTo>
                <a:lnTo>
                  <a:pt x="242588" y="1873"/>
                </a:lnTo>
                <a:lnTo>
                  <a:pt x="250656" y="5000"/>
                </a:lnTo>
                <a:lnTo>
                  <a:pt x="258617" y="2951"/>
                </a:lnTo>
                <a:lnTo>
                  <a:pt x="274636" y="3559"/>
                </a:lnTo>
                <a:lnTo>
                  <a:pt x="281695" y="3412"/>
                </a:lnTo>
                <a:lnTo>
                  <a:pt x="296793" y="4981"/>
                </a:lnTo>
                <a:lnTo>
                  <a:pt x="304774" y="3873"/>
                </a:lnTo>
                <a:lnTo>
                  <a:pt x="315597" y="3647"/>
                </a:lnTo>
                <a:lnTo>
                  <a:pt x="318901" y="4049"/>
                </a:lnTo>
                <a:lnTo>
                  <a:pt x="333960" y="3736"/>
                </a:lnTo>
                <a:lnTo>
                  <a:pt x="336793" y="4147"/>
                </a:lnTo>
                <a:lnTo>
                  <a:pt x="345735" y="3961"/>
                </a:lnTo>
                <a:lnTo>
                  <a:pt x="351440" y="6667"/>
                </a:lnTo>
                <a:lnTo>
                  <a:pt x="357519" y="4657"/>
                </a:lnTo>
                <a:lnTo>
                  <a:pt x="362205" y="3618"/>
                </a:lnTo>
                <a:lnTo>
                  <a:pt x="366911" y="3520"/>
                </a:lnTo>
                <a:lnTo>
                  <a:pt x="371636" y="4363"/>
                </a:lnTo>
                <a:lnTo>
                  <a:pt x="377774" y="5177"/>
                </a:lnTo>
                <a:lnTo>
                  <a:pt x="383411" y="4589"/>
                </a:lnTo>
                <a:lnTo>
                  <a:pt x="389548" y="5402"/>
                </a:lnTo>
                <a:lnTo>
                  <a:pt x="396346" y="6144"/>
                </a:lnTo>
                <a:lnTo>
                  <a:pt x="403225" y="6530"/>
                </a:lnTo>
                <a:lnTo>
                  <a:pt x="410096" y="6563"/>
                </a:lnTo>
                <a:lnTo>
                  <a:pt x="416872" y="6246"/>
                </a:lnTo>
                <a:lnTo>
                  <a:pt x="436579" y="5894"/>
                </a:lnTo>
                <a:lnTo>
                  <a:pt x="446324" y="5831"/>
                </a:lnTo>
                <a:lnTo>
                  <a:pt x="455940" y="5903"/>
                </a:lnTo>
                <a:lnTo>
                  <a:pt x="464496" y="6261"/>
                </a:lnTo>
                <a:lnTo>
                  <a:pt x="473133" y="6310"/>
                </a:lnTo>
                <a:lnTo>
                  <a:pt x="481764" y="6093"/>
                </a:lnTo>
                <a:lnTo>
                  <a:pt x="490774" y="5648"/>
                </a:lnTo>
                <a:lnTo>
                  <a:pt x="502170" y="6779"/>
                </a:lnTo>
                <a:lnTo>
                  <a:pt x="513634" y="6937"/>
                </a:lnTo>
                <a:lnTo>
                  <a:pt x="525094" y="6919"/>
                </a:lnTo>
                <a:lnTo>
                  <a:pt x="536479" y="7521"/>
                </a:lnTo>
                <a:lnTo>
                  <a:pt x="550609" y="7815"/>
                </a:lnTo>
                <a:lnTo>
                  <a:pt x="557670" y="7741"/>
                </a:lnTo>
                <a:lnTo>
                  <a:pt x="564724" y="7403"/>
                </a:lnTo>
                <a:lnTo>
                  <a:pt x="595448" y="7624"/>
                </a:lnTo>
                <a:lnTo>
                  <a:pt x="605695" y="7962"/>
                </a:lnTo>
                <a:lnTo>
                  <a:pt x="619835" y="8727"/>
                </a:lnTo>
                <a:lnTo>
                  <a:pt x="626902" y="8977"/>
                </a:lnTo>
                <a:lnTo>
                  <a:pt x="643841" y="8528"/>
                </a:lnTo>
                <a:lnTo>
                  <a:pt x="663622" y="8896"/>
                </a:lnTo>
                <a:lnTo>
                  <a:pt x="673509" y="8903"/>
                </a:lnTo>
                <a:lnTo>
                  <a:pt x="678215" y="8805"/>
                </a:lnTo>
                <a:lnTo>
                  <a:pt x="682930" y="9178"/>
                </a:lnTo>
                <a:lnTo>
                  <a:pt x="690930" y="9011"/>
                </a:lnTo>
                <a:lnTo>
                  <a:pt x="694234" y="9413"/>
                </a:lnTo>
                <a:lnTo>
                  <a:pt x="697077" y="10295"/>
                </a:lnTo>
                <a:lnTo>
                  <a:pt x="701793" y="10668"/>
                </a:lnTo>
                <a:lnTo>
                  <a:pt x="706028" y="10580"/>
                </a:lnTo>
                <a:lnTo>
                  <a:pt x="710724" y="10011"/>
                </a:lnTo>
                <a:lnTo>
                  <a:pt x="723431" y="9805"/>
                </a:lnTo>
                <a:lnTo>
                  <a:pt x="729787" y="9813"/>
                </a:lnTo>
                <a:lnTo>
                  <a:pt x="736146" y="9952"/>
                </a:lnTo>
                <a:lnTo>
                  <a:pt x="741803" y="10305"/>
                </a:lnTo>
                <a:lnTo>
                  <a:pt x="753567" y="10060"/>
                </a:lnTo>
                <a:lnTo>
                  <a:pt x="754969" y="9560"/>
                </a:lnTo>
                <a:lnTo>
                  <a:pt x="758263" y="9492"/>
                </a:lnTo>
                <a:lnTo>
                  <a:pt x="769925" y="9926"/>
                </a:lnTo>
                <a:lnTo>
                  <a:pt x="781575" y="9830"/>
                </a:lnTo>
                <a:lnTo>
                  <a:pt x="793221" y="9558"/>
                </a:lnTo>
                <a:lnTo>
                  <a:pt x="804871" y="9462"/>
                </a:lnTo>
                <a:lnTo>
                  <a:pt x="812871" y="9296"/>
                </a:lnTo>
                <a:lnTo>
                  <a:pt x="820881" y="9600"/>
                </a:lnTo>
                <a:lnTo>
                  <a:pt x="834058" y="9325"/>
                </a:lnTo>
                <a:lnTo>
                  <a:pt x="843920" y="8178"/>
                </a:lnTo>
                <a:lnTo>
                  <a:pt x="851440" y="7551"/>
                </a:lnTo>
                <a:lnTo>
                  <a:pt x="858557" y="10227"/>
                </a:lnTo>
                <a:lnTo>
                  <a:pt x="865597" y="9139"/>
                </a:lnTo>
                <a:lnTo>
                  <a:pt x="869812" y="8110"/>
                </a:lnTo>
                <a:lnTo>
                  <a:pt x="877812" y="7943"/>
                </a:lnTo>
                <a:lnTo>
                  <a:pt x="884453" y="8224"/>
                </a:lnTo>
                <a:lnTo>
                  <a:pt x="897548" y="8260"/>
                </a:lnTo>
                <a:lnTo>
                  <a:pt x="904195" y="8806"/>
                </a:lnTo>
                <a:lnTo>
                  <a:pt x="910793" y="9139"/>
                </a:lnTo>
                <a:lnTo>
                  <a:pt x="917381" y="9002"/>
                </a:lnTo>
                <a:lnTo>
                  <a:pt x="924430" y="8384"/>
                </a:lnTo>
                <a:lnTo>
                  <a:pt x="953676" y="7577"/>
                </a:lnTo>
                <a:lnTo>
                  <a:pt x="963489" y="7571"/>
                </a:lnTo>
                <a:lnTo>
                  <a:pt x="971008" y="6943"/>
                </a:lnTo>
                <a:lnTo>
                  <a:pt x="978548" y="7257"/>
                </a:lnTo>
                <a:lnTo>
                  <a:pt x="986106" y="8512"/>
                </a:lnTo>
                <a:lnTo>
                  <a:pt x="988930" y="8453"/>
                </a:lnTo>
                <a:lnTo>
                  <a:pt x="998718" y="7256"/>
                </a:lnTo>
                <a:lnTo>
                  <a:pt x="1008441" y="7164"/>
                </a:lnTo>
                <a:lnTo>
                  <a:pt x="1009639" y="7207"/>
                </a:lnTo>
                <a:lnTo>
                  <a:pt x="1010470" y="47097"/>
                </a:lnTo>
                <a:close/>
              </a:path>
            </a:pathLst>
          </a:custGeom>
          <a:solidFill>
            <a:srgbClr val="5462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93705" y="8372184"/>
            <a:ext cx="2552065" cy="631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383838"/>
                </a:solidFill>
                <a:latin typeface="Arial Black"/>
                <a:cs typeface="Arial Black"/>
              </a:rPr>
              <a:t>University</a:t>
            </a:r>
            <a:endParaRPr sz="16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sz="1200" spc="55" dirty="0">
                <a:solidFill>
                  <a:srgbClr val="383838"/>
                </a:solidFill>
                <a:latin typeface="Lucida Sans Unicode"/>
                <a:cs typeface="Lucida Sans Unicode"/>
              </a:rPr>
              <a:t>College</a:t>
            </a:r>
            <a:r>
              <a:rPr sz="1200" spc="20" dirty="0">
                <a:solidFill>
                  <a:srgbClr val="383838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383838"/>
                </a:solidFill>
                <a:latin typeface="Lucida Sans Unicode"/>
                <a:cs typeface="Lucida Sans Unicode"/>
              </a:rPr>
              <a:t>Name,</a:t>
            </a:r>
            <a:r>
              <a:rPr sz="1200" spc="25" dirty="0">
                <a:solidFill>
                  <a:srgbClr val="383838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383838"/>
                </a:solidFill>
                <a:latin typeface="Lucida Sans Unicode"/>
                <a:cs typeface="Lucida Sans Unicode"/>
              </a:rPr>
              <a:t>Year,</a:t>
            </a:r>
            <a:r>
              <a:rPr sz="1200" spc="25" dirty="0">
                <a:solidFill>
                  <a:srgbClr val="383838"/>
                </a:solidFill>
                <a:latin typeface="Lucida Sans Unicode"/>
                <a:cs typeface="Lucida Sans Unicode"/>
              </a:rPr>
              <a:t> </a:t>
            </a:r>
            <a:r>
              <a:rPr sz="1200" spc="60" dirty="0">
                <a:solidFill>
                  <a:srgbClr val="383838"/>
                </a:solidFill>
                <a:latin typeface="Lucida Sans Unicode"/>
                <a:cs typeface="Lucida Sans Unicode"/>
              </a:rPr>
              <a:t>and</a:t>
            </a:r>
            <a:r>
              <a:rPr sz="1200" spc="25" dirty="0">
                <a:solidFill>
                  <a:srgbClr val="383838"/>
                </a:solidFill>
                <a:latin typeface="Lucida Sans Unicode"/>
                <a:cs typeface="Lucida Sans Unicode"/>
              </a:rPr>
              <a:t> </a:t>
            </a:r>
            <a:r>
              <a:rPr sz="1200" spc="55" dirty="0">
                <a:solidFill>
                  <a:srgbClr val="383838"/>
                </a:solidFill>
                <a:latin typeface="Lucida Sans Unicode"/>
                <a:cs typeface="Lucida Sans Unicode"/>
              </a:rPr>
              <a:t>Course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833849" y="4416147"/>
            <a:ext cx="2298065" cy="1544955"/>
          </a:xfrm>
          <a:custGeom>
            <a:avLst/>
            <a:gdLst/>
            <a:ahLst/>
            <a:cxnLst/>
            <a:rect l="l" t="t" r="r" b="b"/>
            <a:pathLst>
              <a:path w="2298065" h="1544954">
                <a:moveTo>
                  <a:pt x="2164487" y="1544448"/>
                </a:moveTo>
                <a:lnTo>
                  <a:pt x="133404" y="1544448"/>
                </a:lnTo>
                <a:lnTo>
                  <a:pt x="91303" y="1537631"/>
                </a:lnTo>
                <a:lnTo>
                  <a:pt x="54690" y="1518660"/>
                </a:lnTo>
                <a:lnTo>
                  <a:pt x="25787" y="1489758"/>
                </a:lnTo>
                <a:lnTo>
                  <a:pt x="6817" y="1453145"/>
                </a:lnTo>
                <a:lnTo>
                  <a:pt x="0" y="1411043"/>
                </a:lnTo>
                <a:lnTo>
                  <a:pt x="0" y="133404"/>
                </a:lnTo>
                <a:lnTo>
                  <a:pt x="6817" y="91303"/>
                </a:lnTo>
                <a:lnTo>
                  <a:pt x="25787" y="54690"/>
                </a:lnTo>
                <a:lnTo>
                  <a:pt x="54690" y="25787"/>
                </a:lnTo>
                <a:lnTo>
                  <a:pt x="91303" y="6817"/>
                </a:lnTo>
                <a:lnTo>
                  <a:pt x="133404" y="0"/>
                </a:lnTo>
                <a:lnTo>
                  <a:pt x="2164487" y="0"/>
                </a:lnTo>
                <a:lnTo>
                  <a:pt x="2206588" y="6817"/>
                </a:lnTo>
                <a:lnTo>
                  <a:pt x="2243201" y="25787"/>
                </a:lnTo>
                <a:lnTo>
                  <a:pt x="2272104" y="54690"/>
                </a:lnTo>
                <a:lnTo>
                  <a:pt x="2291074" y="91303"/>
                </a:lnTo>
                <a:lnTo>
                  <a:pt x="2297892" y="133404"/>
                </a:lnTo>
                <a:lnTo>
                  <a:pt x="2297892" y="1411043"/>
                </a:lnTo>
                <a:lnTo>
                  <a:pt x="2291074" y="1453145"/>
                </a:lnTo>
                <a:lnTo>
                  <a:pt x="2272104" y="1489758"/>
                </a:lnTo>
                <a:lnTo>
                  <a:pt x="2243201" y="1518660"/>
                </a:lnTo>
                <a:lnTo>
                  <a:pt x="2206588" y="1537631"/>
                </a:lnTo>
                <a:lnTo>
                  <a:pt x="2164487" y="1544448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833849" y="6175718"/>
            <a:ext cx="2298065" cy="1544955"/>
          </a:xfrm>
          <a:custGeom>
            <a:avLst/>
            <a:gdLst/>
            <a:ahLst/>
            <a:cxnLst/>
            <a:rect l="l" t="t" r="r" b="b"/>
            <a:pathLst>
              <a:path w="2298065" h="1544954">
                <a:moveTo>
                  <a:pt x="2164487" y="1544448"/>
                </a:moveTo>
                <a:lnTo>
                  <a:pt x="133404" y="1544448"/>
                </a:lnTo>
                <a:lnTo>
                  <a:pt x="91303" y="1537631"/>
                </a:lnTo>
                <a:lnTo>
                  <a:pt x="54690" y="1518660"/>
                </a:lnTo>
                <a:lnTo>
                  <a:pt x="25787" y="1489758"/>
                </a:lnTo>
                <a:lnTo>
                  <a:pt x="6817" y="1453145"/>
                </a:lnTo>
                <a:lnTo>
                  <a:pt x="0" y="1411044"/>
                </a:lnTo>
                <a:lnTo>
                  <a:pt x="0" y="133405"/>
                </a:lnTo>
                <a:lnTo>
                  <a:pt x="6817" y="91303"/>
                </a:lnTo>
                <a:lnTo>
                  <a:pt x="25787" y="54690"/>
                </a:lnTo>
                <a:lnTo>
                  <a:pt x="54690" y="25787"/>
                </a:lnTo>
                <a:lnTo>
                  <a:pt x="91303" y="6817"/>
                </a:lnTo>
                <a:lnTo>
                  <a:pt x="133404" y="0"/>
                </a:lnTo>
                <a:lnTo>
                  <a:pt x="2164487" y="0"/>
                </a:lnTo>
                <a:lnTo>
                  <a:pt x="2206588" y="6817"/>
                </a:lnTo>
                <a:lnTo>
                  <a:pt x="2243201" y="25787"/>
                </a:lnTo>
                <a:lnTo>
                  <a:pt x="2272104" y="54690"/>
                </a:lnTo>
                <a:lnTo>
                  <a:pt x="2291074" y="91303"/>
                </a:lnTo>
                <a:lnTo>
                  <a:pt x="2297892" y="133405"/>
                </a:lnTo>
                <a:lnTo>
                  <a:pt x="2297892" y="1411044"/>
                </a:lnTo>
                <a:lnTo>
                  <a:pt x="2291074" y="1453145"/>
                </a:lnTo>
                <a:lnTo>
                  <a:pt x="2272104" y="1489758"/>
                </a:lnTo>
                <a:lnTo>
                  <a:pt x="2243201" y="1518660"/>
                </a:lnTo>
                <a:lnTo>
                  <a:pt x="2206588" y="1537631"/>
                </a:lnTo>
                <a:lnTo>
                  <a:pt x="2164487" y="1544448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8"/>
          <p:cNvSpPr/>
          <p:nvPr/>
        </p:nvSpPr>
        <p:spPr>
          <a:xfrm>
            <a:off x="3833849" y="7935290"/>
            <a:ext cx="2298065" cy="1544955"/>
          </a:xfrm>
          <a:custGeom>
            <a:avLst/>
            <a:gdLst/>
            <a:ahLst/>
            <a:cxnLst/>
            <a:rect l="l" t="t" r="r" b="b"/>
            <a:pathLst>
              <a:path w="2298065" h="1544954">
                <a:moveTo>
                  <a:pt x="2164487" y="1544449"/>
                </a:moveTo>
                <a:lnTo>
                  <a:pt x="133404" y="1544449"/>
                </a:lnTo>
                <a:lnTo>
                  <a:pt x="91303" y="1537631"/>
                </a:lnTo>
                <a:lnTo>
                  <a:pt x="54690" y="1518660"/>
                </a:lnTo>
                <a:lnTo>
                  <a:pt x="25787" y="1489758"/>
                </a:lnTo>
                <a:lnTo>
                  <a:pt x="6817" y="1453145"/>
                </a:lnTo>
                <a:lnTo>
                  <a:pt x="0" y="1411043"/>
                </a:lnTo>
                <a:lnTo>
                  <a:pt x="0" y="133405"/>
                </a:lnTo>
                <a:lnTo>
                  <a:pt x="6817" y="91303"/>
                </a:lnTo>
                <a:lnTo>
                  <a:pt x="25787" y="54690"/>
                </a:lnTo>
                <a:lnTo>
                  <a:pt x="54690" y="25787"/>
                </a:lnTo>
                <a:lnTo>
                  <a:pt x="91303" y="6817"/>
                </a:lnTo>
                <a:lnTo>
                  <a:pt x="133404" y="0"/>
                </a:lnTo>
                <a:lnTo>
                  <a:pt x="2164487" y="0"/>
                </a:lnTo>
                <a:lnTo>
                  <a:pt x="2206588" y="6817"/>
                </a:lnTo>
                <a:lnTo>
                  <a:pt x="2243201" y="25787"/>
                </a:lnTo>
                <a:lnTo>
                  <a:pt x="2272104" y="54690"/>
                </a:lnTo>
                <a:lnTo>
                  <a:pt x="2291074" y="91303"/>
                </a:lnTo>
                <a:lnTo>
                  <a:pt x="2297892" y="133405"/>
                </a:lnTo>
                <a:lnTo>
                  <a:pt x="2297892" y="1411043"/>
                </a:lnTo>
                <a:lnTo>
                  <a:pt x="2291074" y="1453145"/>
                </a:lnTo>
                <a:lnTo>
                  <a:pt x="2272104" y="1489758"/>
                </a:lnTo>
                <a:lnTo>
                  <a:pt x="2243201" y="1518660"/>
                </a:lnTo>
                <a:lnTo>
                  <a:pt x="2206588" y="1537631"/>
                </a:lnTo>
                <a:lnTo>
                  <a:pt x="2164487" y="1544449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365068" y="5056335"/>
            <a:ext cx="1225750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300" dirty="0">
                <a:latin typeface="Tahoma"/>
                <a:cs typeface="Tahoma"/>
              </a:rPr>
              <a:t>8076635012</a:t>
            </a:r>
            <a:endParaRPr sz="1300" dirty="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937971" y="6827325"/>
            <a:ext cx="2395660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300" dirty="0">
                <a:solidFill>
                  <a:srgbClr val="383838"/>
                </a:solidFill>
                <a:latin typeface="Tahoma"/>
                <a:cs typeface="Tahoma"/>
              </a:rPr>
              <a:t>shubhushukla586@gmail.com</a:t>
            </a:r>
            <a:endParaRPr sz="1300" dirty="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311842" y="8391454"/>
            <a:ext cx="1452358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300" dirty="0">
                <a:solidFill>
                  <a:srgbClr val="383838"/>
                </a:solidFill>
                <a:latin typeface="Tahoma"/>
                <a:cs typeface="Tahoma"/>
              </a:rPr>
              <a:t>DITM , 2</a:t>
            </a:r>
            <a:r>
              <a:rPr lang="en-IN" sz="1300" baseline="30000" dirty="0">
                <a:solidFill>
                  <a:srgbClr val="383838"/>
                </a:solidFill>
                <a:latin typeface="Tahoma"/>
                <a:cs typeface="Tahoma"/>
              </a:rPr>
              <a:t>nd</a:t>
            </a:r>
            <a:r>
              <a:rPr lang="en-IN" sz="1300" dirty="0">
                <a:solidFill>
                  <a:srgbClr val="383838"/>
                </a:solidFill>
                <a:latin typeface="Tahoma"/>
                <a:cs typeface="Tahoma"/>
              </a:rPr>
              <a:t> year, Btech Cse</a:t>
            </a:r>
            <a:endParaRPr sz="1300" dirty="0">
              <a:latin typeface="Tahoma"/>
              <a:cs typeface="Tahom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676772" y="5050548"/>
            <a:ext cx="313690" cy="275590"/>
          </a:xfrm>
          <a:custGeom>
            <a:avLst/>
            <a:gdLst/>
            <a:ahLst/>
            <a:cxnLst/>
            <a:rect l="l" t="t" r="r" b="b"/>
            <a:pathLst>
              <a:path w="313689" h="275589">
                <a:moveTo>
                  <a:pt x="145443" y="87629"/>
                </a:moveTo>
                <a:lnTo>
                  <a:pt x="136860" y="87629"/>
                </a:lnTo>
                <a:lnTo>
                  <a:pt x="137166" y="86359"/>
                </a:lnTo>
                <a:lnTo>
                  <a:pt x="138966" y="58419"/>
                </a:lnTo>
                <a:lnTo>
                  <a:pt x="139048" y="57149"/>
                </a:lnTo>
                <a:lnTo>
                  <a:pt x="139130" y="55879"/>
                </a:lnTo>
                <a:lnTo>
                  <a:pt x="139212" y="54609"/>
                </a:lnTo>
                <a:lnTo>
                  <a:pt x="139294" y="53339"/>
                </a:lnTo>
                <a:lnTo>
                  <a:pt x="139376" y="52069"/>
                </a:lnTo>
                <a:lnTo>
                  <a:pt x="139453" y="50799"/>
                </a:lnTo>
                <a:lnTo>
                  <a:pt x="139531" y="49529"/>
                </a:lnTo>
                <a:lnTo>
                  <a:pt x="139608" y="48259"/>
                </a:lnTo>
                <a:lnTo>
                  <a:pt x="139686" y="46989"/>
                </a:lnTo>
                <a:lnTo>
                  <a:pt x="139759" y="45796"/>
                </a:lnTo>
                <a:lnTo>
                  <a:pt x="139841" y="44449"/>
                </a:lnTo>
                <a:lnTo>
                  <a:pt x="139919" y="43179"/>
                </a:lnTo>
                <a:lnTo>
                  <a:pt x="139996" y="41909"/>
                </a:lnTo>
                <a:lnTo>
                  <a:pt x="140074" y="40639"/>
                </a:lnTo>
                <a:lnTo>
                  <a:pt x="140151" y="39369"/>
                </a:lnTo>
                <a:lnTo>
                  <a:pt x="140229" y="38099"/>
                </a:lnTo>
                <a:lnTo>
                  <a:pt x="140306" y="36829"/>
                </a:lnTo>
                <a:lnTo>
                  <a:pt x="140384" y="35559"/>
                </a:lnTo>
                <a:lnTo>
                  <a:pt x="145979" y="2539"/>
                </a:lnTo>
                <a:lnTo>
                  <a:pt x="147358" y="0"/>
                </a:lnTo>
                <a:lnTo>
                  <a:pt x="149274" y="0"/>
                </a:lnTo>
                <a:lnTo>
                  <a:pt x="151343" y="1269"/>
                </a:lnTo>
                <a:lnTo>
                  <a:pt x="153412" y="5079"/>
                </a:lnTo>
                <a:lnTo>
                  <a:pt x="176452" y="5079"/>
                </a:lnTo>
                <a:lnTo>
                  <a:pt x="176937" y="6349"/>
                </a:lnTo>
                <a:lnTo>
                  <a:pt x="177550" y="7619"/>
                </a:lnTo>
                <a:lnTo>
                  <a:pt x="178010" y="8889"/>
                </a:lnTo>
                <a:lnTo>
                  <a:pt x="178776" y="10159"/>
                </a:lnTo>
                <a:lnTo>
                  <a:pt x="179389" y="12699"/>
                </a:lnTo>
                <a:lnTo>
                  <a:pt x="181458" y="12699"/>
                </a:lnTo>
                <a:lnTo>
                  <a:pt x="182761" y="16509"/>
                </a:lnTo>
                <a:lnTo>
                  <a:pt x="184031" y="29209"/>
                </a:lnTo>
                <a:lnTo>
                  <a:pt x="184234" y="31749"/>
                </a:lnTo>
                <a:lnTo>
                  <a:pt x="184336" y="33019"/>
                </a:lnTo>
                <a:lnTo>
                  <a:pt x="184437" y="34289"/>
                </a:lnTo>
                <a:lnTo>
                  <a:pt x="184539" y="35559"/>
                </a:lnTo>
                <a:lnTo>
                  <a:pt x="184640" y="36829"/>
                </a:lnTo>
                <a:lnTo>
                  <a:pt x="184741" y="38099"/>
                </a:lnTo>
                <a:lnTo>
                  <a:pt x="184843" y="39369"/>
                </a:lnTo>
                <a:lnTo>
                  <a:pt x="184944" y="40639"/>
                </a:lnTo>
                <a:lnTo>
                  <a:pt x="185046" y="41909"/>
                </a:lnTo>
                <a:lnTo>
                  <a:pt x="185147" y="43179"/>
                </a:lnTo>
                <a:lnTo>
                  <a:pt x="185249" y="44449"/>
                </a:lnTo>
                <a:lnTo>
                  <a:pt x="185743" y="50799"/>
                </a:lnTo>
                <a:lnTo>
                  <a:pt x="185841" y="52069"/>
                </a:lnTo>
                <a:lnTo>
                  <a:pt x="185938" y="53339"/>
                </a:lnTo>
                <a:lnTo>
                  <a:pt x="186035" y="54609"/>
                </a:lnTo>
                <a:lnTo>
                  <a:pt x="186133" y="55879"/>
                </a:lnTo>
                <a:lnTo>
                  <a:pt x="186516" y="57149"/>
                </a:lnTo>
                <a:lnTo>
                  <a:pt x="231361" y="57149"/>
                </a:lnTo>
                <a:lnTo>
                  <a:pt x="216403" y="77469"/>
                </a:lnTo>
                <a:lnTo>
                  <a:pt x="145443" y="77469"/>
                </a:lnTo>
                <a:lnTo>
                  <a:pt x="145443" y="87629"/>
                </a:lnTo>
                <a:close/>
              </a:path>
              <a:path w="313689" h="275589">
                <a:moveTo>
                  <a:pt x="176452" y="5079"/>
                </a:moveTo>
                <a:lnTo>
                  <a:pt x="153412" y="5079"/>
                </a:lnTo>
                <a:lnTo>
                  <a:pt x="154638" y="3809"/>
                </a:lnTo>
                <a:lnTo>
                  <a:pt x="154561" y="2539"/>
                </a:lnTo>
                <a:lnTo>
                  <a:pt x="154485" y="1269"/>
                </a:lnTo>
                <a:lnTo>
                  <a:pt x="157167" y="0"/>
                </a:lnTo>
                <a:lnTo>
                  <a:pt x="160309" y="0"/>
                </a:lnTo>
                <a:lnTo>
                  <a:pt x="162837" y="1269"/>
                </a:lnTo>
                <a:lnTo>
                  <a:pt x="168125" y="1269"/>
                </a:lnTo>
                <a:lnTo>
                  <a:pt x="170884" y="2539"/>
                </a:lnTo>
                <a:lnTo>
                  <a:pt x="173182" y="3809"/>
                </a:lnTo>
                <a:lnTo>
                  <a:pt x="175481" y="3809"/>
                </a:lnTo>
                <a:lnTo>
                  <a:pt x="176452" y="5079"/>
                </a:lnTo>
                <a:close/>
              </a:path>
              <a:path w="313689" h="275589">
                <a:moveTo>
                  <a:pt x="168125" y="1269"/>
                </a:moveTo>
                <a:lnTo>
                  <a:pt x="162837" y="1269"/>
                </a:lnTo>
                <a:lnTo>
                  <a:pt x="165673" y="0"/>
                </a:lnTo>
                <a:lnTo>
                  <a:pt x="168125" y="1269"/>
                </a:lnTo>
                <a:close/>
              </a:path>
              <a:path w="313689" h="275589">
                <a:moveTo>
                  <a:pt x="181458" y="12699"/>
                </a:moveTo>
                <a:lnTo>
                  <a:pt x="179389" y="12699"/>
                </a:lnTo>
                <a:lnTo>
                  <a:pt x="179926" y="11429"/>
                </a:lnTo>
                <a:lnTo>
                  <a:pt x="178930" y="7619"/>
                </a:lnTo>
                <a:lnTo>
                  <a:pt x="180309" y="7619"/>
                </a:lnTo>
                <a:lnTo>
                  <a:pt x="180462" y="8889"/>
                </a:lnTo>
                <a:lnTo>
                  <a:pt x="181458" y="12699"/>
                </a:lnTo>
                <a:close/>
              </a:path>
              <a:path w="313689" h="275589">
                <a:moveTo>
                  <a:pt x="231361" y="57149"/>
                </a:moveTo>
                <a:lnTo>
                  <a:pt x="186516" y="57149"/>
                </a:lnTo>
                <a:lnTo>
                  <a:pt x="189734" y="53339"/>
                </a:lnTo>
                <a:lnTo>
                  <a:pt x="192800" y="49529"/>
                </a:lnTo>
                <a:lnTo>
                  <a:pt x="195788" y="46989"/>
                </a:lnTo>
                <a:lnTo>
                  <a:pt x="198087" y="43179"/>
                </a:lnTo>
                <a:lnTo>
                  <a:pt x="200079" y="40639"/>
                </a:lnTo>
                <a:lnTo>
                  <a:pt x="202838" y="39369"/>
                </a:lnTo>
                <a:lnTo>
                  <a:pt x="207819" y="35559"/>
                </a:lnTo>
                <a:lnTo>
                  <a:pt x="211344" y="31749"/>
                </a:lnTo>
                <a:lnTo>
                  <a:pt x="215712" y="26669"/>
                </a:lnTo>
                <a:lnTo>
                  <a:pt x="217704" y="25399"/>
                </a:lnTo>
                <a:lnTo>
                  <a:pt x="219467" y="22859"/>
                </a:lnTo>
                <a:lnTo>
                  <a:pt x="220923" y="20319"/>
                </a:lnTo>
                <a:lnTo>
                  <a:pt x="223911" y="16509"/>
                </a:lnTo>
                <a:lnTo>
                  <a:pt x="227436" y="12699"/>
                </a:lnTo>
                <a:lnTo>
                  <a:pt x="231881" y="10159"/>
                </a:lnTo>
                <a:lnTo>
                  <a:pt x="233413" y="8889"/>
                </a:lnTo>
                <a:lnTo>
                  <a:pt x="234256" y="8889"/>
                </a:lnTo>
                <a:lnTo>
                  <a:pt x="235942" y="7619"/>
                </a:lnTo>
                <a:lnTo>
                  <a:pt x="237168" y="8889"/>
                </a:lnTo>
                <a:lnTo>
                  <a:pt x="237475" y="10159"/>
                </a:lnTo>
                <a:lnTo>
                  <a:pt x="252749" y="10159"/>
                </a:lnTo>
                <a:lnTo>
                  <a:pt x="253260" y="11429"/>
                </a:lnTo>
                <a:lnTo>
                  <a:pt x="255406" y="11429"/>
                </a:lnTo>
                <a:lnTo>
                  <a:pt x="255789" y="12699"/>
                </a:lnTo>
                <a:lnTo>
                  <a:pt x="256019" y="13969"/>
                </a:lnTo>
                <a:lnTo>
                  <a:pt x="255942" y="15239"/>
                </a:lnTo>
                <a:lnTo>
                  <a:pt x="255636" y="16509"/>
                </a:lnTo>
                <a:lnTo>
                  <a:pt x="255253" y="19049"/>
                </a:lnTo>
                <a:lnTo>
                  <a:pt x="254716" y="20319"/>
                </a:lnTo>
                <a:lnTo>
                  <a:pt x="257694" y="20319"/>
                </a:lnTo>
                <a:lnTo>
                  <a:pt x="257168" y="22859"/>
                </a:lnTo>
                <a:lnTo>
                  <a:pt x="254333" y="26669"/>
                </a:lnTo>
                <a:lnTo>
                  <a:pt x="250961" y="31749"/>
                </a:lnTo>
                <a:lnTo>
                  <a:pt x="231361" y="57149"/>
                </a:lnTo>
                <a:close/>
              </a:path>
              <a:path w="313689" h="275589">
                <a:moveTo>
                  <a:pt x="244908" y="8889"/>
                </a:moveTo>
                <a:lnTo>
                  <a:pt x="240157" y="8889"/>
                </a:lnTo>
                <a:lnTo>
                  <a:pt x="241689" y="7619"/>
                </a:lnTo>
                <a:lnTo>
                  <a:pt x="243682" y="7619"/>
                </a:lnTo>
                <a:lnTo>
                  <a:pt x="244908" y="8889"/>
                </a:lnTo>
                <a:close/>
              </a:path>
              <a:path w="313689" h="275589">
                <a:moveTo>
                  <a:pt x="252749" y="10159"/>
                </a:moveTo>
                <a:lnTo>
                  <a:pt x="237475" y="10159"/>
                </a:lnTo>
                <a:lnTo>
                  <a:pt x="239314" y="8889"/>
                </a:lnTo>
                <a:lnTo>
                  <a:pt x="252494" y="8889"/>
                </a:lnTo>
                <a:lnTo>
                  <a:pt x="252749" y="10159"/>
                </a:lnTo>
                <a:close/>
              </a:path>
              <a:path w="313689" h="275589">
                <a:moveTo>
                  <a:pt x="257694" y="20319"/>
                </a:moveTo>
                <a:lnTo>
                  <a:pt x="255253" y="20319"/>
                </a:lnTo>
                <a:lnTo>
                  <a:pt x="258011" y="15239"/>
                </a:lnTo>
                <a:lnTo>
                  <a:pt x="258548" y="15239"/>
                </a:lnTo>
                <a:lnTo>
                  <a:pt x="258548" y="16509"/>
                </a:lnTo>
                <a:lnTo>
                  <a:pt x="258395" y="16509"/>
                </a:lnTo>
                <a:lnTo>
                  <a:pt x="257694" y="20319"/>
                </a:lnTo>
                <a:close/>
              </a:path>
              <a:path w="313689" h="275589">
                <a:moveTo>
                  <a:pt x="81916" y="38099"/>
                </a:moveTo>
                <a:lnTo>
                  <a:pt x="76629" y="38099"/>
                </a:lnTo>
                <a:lnTo>
                  <a:pt x="75480" y="35559"/>
                </a:lnTo>
                <a:lnTo>
                  <a:pt x="74254" y="34289"/>
                </a:lnTo>
                <a:lnTo>
                  <a:pt x="73104" y="31749"/>
                </a:lnTo>
                <a:lnTo>
                  <a:pt x="74790" y="31749"/>
                </a:lnTo>
                <a:lnTo>
                  <a:pt x="76936" y="34289"/>
                </a:lnTo>
                <a:lnTo>
                  <a:pt x="81916" y="38099"/>
                </a:lnTo>
                <a:close/>
              </a:path>
              <a:path w="313689" h="275589">
                <a:moveTo>
                  <a:pt x="88552" y="44449"/>
                </a:moveTo>
                <a:lnTo>
                  <a:pt x="62223" y="44449"/>
                </a:lnTo>
                <a:lnTo>
                  <a:pt x="61303" y="43179"/>
                </a:lnTo>
                <a:lnTo>
                  <a:pt x="60460" y="41909"/>
                </a:lnTo>
                <a:lnTo>
                  <a:pt x="58506" y="39369"/>
                </a:lnTo>
                <a:lnTo>
                  <a:pt x="70499" y="39369"/>
                </a:lnTo>
                <a:lnTo>
                  <a:pt x="69503" y="38099"/>
                </a:lnTo>
                <a:lnTo>
                  <a:pt x="67357" y="34289"/>
                </a:lnTo>
                <a:lnTo>
                  <a:pt x="68813" y="33019"/>
                </a:lnTo>
                <a:lnTo>
                  <a:pt x="69962" y="33019"/>
                </a:lnTo>
                <a:lnTo>
                  <a:pt x="71418" y="34289"/>
                </a:lnTo>
                <a:lnTo>
                  <a:pt x="72951" y="35559"/>
                </a:lnTo>
                <a:lnTo>
                  <a:pt x="74713" y="38099"/>
                </a:lnTo>
                <a:lnTo>
                  <a:pt x="81916" y="38099"/>
                </a:lnTo>
                <a:lnTo>
                  <a:pt x="82746" y="39369"/>
                </a:lnTo>
                <a:lnTo>
                  <a:pt x="88552" y="44449"/>
                </a:lnTo>
                <a:close/>
              </a:path>
              <a:path w="313689" h="275589">
                <a:moveTo>
                  <a:pt x="70499" y="39369"/>
                </a:moveTo>
                <a:lnTo>
                  <a:pt x="58698" y="39369"/>
                </a:lnTo>
                <a:lnTo>
                  <a:pt x="59847" y="38099"/>
                </a:lnTo>
                <a:lnTo>
                  <a:pt x="61456" y="38099"/>
                </a:lnTo>
                <a:lnTo>
                  <a:pt x="62989" y="36829"/>
                </a:lnTo>
                <a:lnTo>
                  <a:pt x="64675" y="35559"/>
                </a:lnTo>
                <a:lnTo>
                  <a:pt x="66667" y="35559"/>
                </a:lnTo>
                <a:lnTo>
                  <a:pt x="67893" y="36829"/>
                </a:lnTo>
                <a:lnTo>
                  <a:pt x="70499" y="39369"/>
                </a:lnTo>
                <a:close/>
              </a:path>
              <a:path w="313689" h="275589">
                <a:moveTo>
                  <a:pt x="103959" y="58419"/>
                </a:moveTo>
                <a:lnTo>
                  <a:pt x="60154" y="58419"/>
                </a:lnTo>
                <a:lnTo>
                  <a:pt x="60843" y="57149"/>
                </a:lnTo>
                <a:lnTo>
                  <a:pt x="60307" y="57149"/>
                </a:lnTo>
                <a:lnTo>
                  <a:pt x="53564" y="48259"/>
                </a:lnTo>
                <a:lnTo>
                  <a:pt x="51955" y="45796"/>
                </a:lnTo>
                <a:lnTo>
                  <a:pt x="54560" y="43179"/>
                </a:lnTo>
                <a:lnTo>
                  <a:pt x="56016" y="41909"/>
                </a:lnTo>
                <a:lnTo>
                  <a:pt x="56859" y="43179"/>
                </a:lnTo>
                <a:lnTo>
                  <a:pt x="60230" y="43179"/>
                </a:lnTo>
                <a:lnTo>
                  <a:pt x="60767" y="44449"/>
                </a:lnTo>
                <a:lnTo>
                  <a:pt x="88552" y="44449"/>
                </a:lnTo>
                <a:lnTo>
                  <a:pt x="99317" y="54609"/>
                </a:lnTo>
                <a:lnTo>
                  <a:pt x="103959" y="58419"/>
                </a:lnTo>
                <a:close/>
              </a:path>
              <a:path w="313689" h="275589">
                <a:moveTo>
                  <a:pt x="60230" y="43179"/>
                </a:moveTo>
                <a:lnTo>
                  <a:pt x="58621" y="43179"/>
                </a:lnTo>
                <a:lnTo>
                  <a:pt x="58161" y="41909"/>
                </a:lnTo>
                <a:lnTo>
                  <a:pt x="60230" y="43179"/>
                </a:lnTo>
                <a:close/>
              </a:path>
              <a:path w="313689" h="275589">
                <a:moveTo>
                  <a:pt x="52519" y="52069"/>
                </a:moveTo>
                <a:lnTo>
                  <a:pt x="50882" y="52069"/>
                </a:lnTo>
                <a:lnTo>
                  <a:pt x="49349" y="49529"/>
                </a:lnTo>
                <a:lnTo>
                  <a:pt x="49655" y="49529"/>
                </a:lnTo>
                <a:lnTo>
                  <a:pt x="52519" y="52069"/>
                </a:lnTo>
                <a:close/>
              </a:path>
              <a:path w="313689" h="275589">
                <a:moveTo>
                  <a:pt x="13793" y="171449"/>
                </a:moveTo>
                <a:lnTo>
                  <a:pt x="8812" y="168909"/>
                </a:lnTo>
                <a:lnTo>
                  <a:pt x="4214" y="166369"/>
                </a:lnTo>
                <a:lnTo>
                  <a:pt x="842" y="165099"/>
                </a:lnTo>
                <a:lnTo>
                  <a:pt x="0" y="161289"/>
                </a:lnTo>
                <a:lnTo>
                  <a:pt x="1455" y="157479"/>
                </a:lnTo>
                <a:lnTo>
                  <a:pt x="3065" y="153669"/>
                </a:lnTo>
                <a:lnTo>
                  <a:pt x="6360" y="152399"/>
                </a:lnTo>
                <a:lnTo>
                  <a:pt x="9961" y="149859"/>
                </a:lnTo>
                <a:lnTo>
                  <a:pt x="16628" y="147319"/>
                </a:lnTo>
                <a:lnTo>
                  <a:pt x="30268" y="140969"/>
                </a:lnTo>
                <a:lnTo>
                  <a:pt x="35939" y="140969"/>
                </a:lnTo>
                <a:lnTo>
                  <a:pt x="38697" y="138429"/>
                </a:lnTo>
                <a:lnTo>
                  <a:pt x="41609" y="138429"/>
                </a:lnTo>
                <a:lnTo>
                  <a:pt x="44368" y="137159"/>
                </a:lnTo>
                <a:lnTo>
                  <a:pt x="47280" y="135889"/>
                </a:lnTo>
                <a:lnTo>
                  <a:pt x="64866" y="129539"/>
                </a:lnTo>
                <a:lnTo>
                  <a:pt x="82453" y="124459"/>
                </a:lnTo>
                <a:lnTo>
                  <a:pt x="89809" y="121919"/>
                </a:lnTo>
                <a:lnTo>
                  <a:pt x="97242" y="120649"/>
                </a:lnTo>
                <a:lnTo>
                  <a:pt x="104676" y="118109"/>
                </a:lnTo>
                <a:lnTo>
                  <a:pt x="105518" y="118109"/>
                </a:lnTo>
                <a:lnTo>
                  <a:pt x="106285" y="116839"/>
                </a:lnTo>
                <a:lnTo>
                  <a:pt x="98928" y="111759"/>
                </a:lnTo>
                <a:lnTo>
                  <a:pt x="87284" y="100329"/>
                </a:lnTo>
                <a:lnTo>
                  <a:pt x="53717" y="67309"/>
                </a:lnTo>
                <a:lnTo>
                  <a:pt x="47280" y="57149"/>
                </a:lnTo>
                <a:lnTo>
                  <a:pt x="46514" y="55879"/>
                </a:lnTo>
                <a:lnTo>
                  <a:pt x="46590" y="54609"/>
                </a:lnTo>
                <a:lnTo>
                  <a:pt x="46667" y="53339"/>
                </a:lnTo>
                <a:lnTo>
                  <a:pt x="48583" y="50799"/>
                </a:lnTo>
                <a:lnTo>
                  <a:pt x="50652" y="52069"/>
                </a:lnTo>
                <a:lnTo>
                  <a:pt x="52519" y="52069"/>
                </a:lnTo>
                <a:lnTo>
                  <a:pt x="60154" y="58419"/>
                </a:lnTo>
                <a:lnTo>
                  <a:pt x="103959" y="58419"/>
                </a:lnTo>
                <a:lnTo>
                  <a:pt x="134868" y="86359"/>
                </a:lnTo>
                <a:lnTo>
                  <a:pt x="135404" y="87629"/>
                </a:lnTo>
                <a:lnTo>
                  <a:pt x="145443" y="87629"/>
                </a:lnTo>
                <a:lnTo>
                  <a:pt x="145443" y="95249"/>
                </a:lnTo>
                <a:lnTo>
                  <a:pt x="277359" y="95249"/>
                </a:lnTo>
                <a:lnTo>
                  <a:pt x="259544" y="102869"/>
                </a:lnTo>
                <a:lnTo>
                  <a:pt x="235348" y="111759"/>
                </a:lnTo>
                <a:lnTo>
                  <a:pt x="223207" y="115569"/>
                </a:lnTo>
                <a:lnTo>
                  <a:pt x="211037" y="120649"/>
                </a:lnTo>
                <a:lnTo>
                  <a:pt x="185826" y="129539"/>
                </a:lnTo>
                <a:lnTo>
                  <a:pt x="184983" y="129539"/>
                </a:lnTo>
                <a:lnTo>
                  <a:pt x="186669" y="130809"/>
                </a:lnTo>
                <a:lnTo>
                  <a:pt x="181305" y="130809"/>
                </a:lnTo>
                <a:lnTo>
                  <a:pt x="181075" y="132079"/>
                </a:lnTo>
                <a:lnTo>
                  <a:pt x="208231" y="153669"/>
                </a:lnTo>
                <a:lnTo>
                  <a:pt x="108047" y="153669"/>
                </a:lnTo>
                <a:lnTo>
                  <a:pt x="104292" y="154939"/>
                </a:lnTo>
                <a:lnTo>
                  <a:pt x="78775" y="160019"/>
                </a:lnTo>
                <a:lnTo>
                  <a:pt x="70556" y="161289"/>
                </a:lnTo>
                <a:lnTo>
                  <a:pt x="62338" y="163829"/>
                </a:lnTo>
                <a:lnTo>
                  <a:pt x="45901" y="167639"/>
                </a:lnTo>
                <a:lnTo>
                  <a:pt x="19234" y="170179"/>
                </a:lnTo>
                <a:lnTo>
                  <a:pt x="13793" y="171449"/>
                </a:lnTo>
                <a:close/>
              </a:path>
              <a:path w="313689" h="275589">
                <a:moveTo>
                  <a:pt x="300234" y="69849"/>
                </a:moveTo>
                <a:lnTo>
                  <a:pt x="292188" y="69849"/>
                </a:lnTo>
                <a:lnTo>
                  <a:pt x="293567" y="68579"/>
                </a:lnTo>
                <a:lnTo>
                  <a:pt x="296403" y="68579"/>
                </a:lnTo>
                <a:lnTo>
                  <a:pt x="300234" y="69849"/>
                </a:lnTo>
                <a:close/>
              </a:path>
              <a:path w="313689" h="275589">
                <a:moveTo>
                  <a:pt x="277359" y="95249"/>
                </a:moveTo>
                <a:lnTo>
                  <a:pt x="203988" y="95249"/>
                </a:lnTo>
                <a:lnTo>
                  <a:pt x="204302" y="94849"/>
                </a:lnTo>
                <a:lnTo>
                  <a:pt x="204932" y="93944"/>
                </a:lnTo>
                <a:lnTo>
                  <a:pt x="206329" y="93944"/>
                </a:lnTo>
                <a:lnTo>
                  <a:pt x="277705" y="72389"/>
                </a:lnTo>
                <a:lnTo>
                  <a:pt x="280694" y="72389"/>
                </a:lnTo>
                <a:lnTo>
                  <a:pt x="283529" y="71119"/>
                </a:lnTo>
                <a:lnTo>
                  <a:pt x="286518" y="69849"/>
                </a:lnTo>
                <a:lnTo>
                  <a:pt x="300234" y="69849"/>
                </a:lnTo>
                <a:lnTo>
                  <a:pt x="304449" y="68579"/>
                </a:lnTo>
                <a:lnTo>
                  <a:pt x="308051" y="72389"/>
                </a:lnTo>
                <a:lnTo>
                  <a:pt x="310349" y="73659"/>
                </a:lnTo>
                <a:lnTo>
                  <a:pt x="310924" y="73659"/>
                </a:lnTo>
                <a:lnTo>
                  <a:pt x="311039" y="74929"/>
                </a:lnTo>
                <a:lnTo>
                  <a:pt x="313568" y="74929"/>
                </a:lnTo>
                <a:lnTo>
                  <a:pt x="313108" y="77469"/>
                </a:lnTo>
                <a:lnTo>
                  <a:pt x="312572" y="81279"/>
                </a:lnTo>
                <a:lnTo>
                  <a:pt x="309736" y="82549"/>
                </a:lnTo>
                <a:lnTo>
                  <a:pt x="306978" y="83819"/>
                </a:lnTo>
                <a:lnTo>
                  <a:pt x="277359" y="95249"/>
                </a:lnTo>
                <a:close/>
              </a:path>
              <a:path w="313689" h="275589">
                <a:moveTo>
                  <a:pt x="310924" y="73659"/>
                </a:moveTo>
                <a:lnTo>
                  <a:pt x="310349" y="73659"/>
                </a:lnTo>
                <a:lnTo>
                  <a:pt x="310809" y="72389"/>
                </a:lnTo>
                <a:lnTo>
                  <a:pt x="310924" y="73659"/>
                </a:lnTo>
                <a:close/>
              </a:path>
              <a:path w="313689" h="275589">
                <a:moveTo>
                  <a:pt x="203988" y="95249"/>
                </a:moveTo>
                <a:lnTo>
                  <a:pt x="145596" y="95249"/>
                </a:lnTo>
                <a:lnTo>
                  <a:pt x="145596" y="77469"/>
                </a:lnTo>
                <a:lnTo>
                  <a:pt x="216403" y="77469"/>
                </a:lnTo>
                <a:lnTo>
                  <a:pt x="204302" y="94849"/>
                </a:lnTo>
                <a:lnTo>
                  <a:pt x="203988" y="95249"/>
                </a:lnTo>
                <a:close/>
              </a:path>
              <a:path w="313689" h="275589">
                <a:moveTo>
                  <a:pt x="232064" y="170179"/>
                </a:moveTo>
                <a:lnTo>
                  <a:pt x="227896" y="170179"/>
                </a:lnTo>
                <a:lnTo>
                  <a:pt x="228279" y="168909"/>
                </a:lnTo>
                <a:lnTo>
                  <a:pt x="226747" y="167639"/>
                </a:lnTo>
                <a:lnTo>
                  <a:pt x="225291" y="166369"/>
                </a:lnTo>
                <a:lnTo>
                  <a:pt x="223681" y="165099"/>
                </a:lnTo>
                <a:lnTo>
                  <a:pt x="213553" y="157479"/>
                </a:lnTo>
                <a:lnTo>
                  <a:pt x="183068" y="130809"/>
                </a:lnTo>
                <a:lnTo>
                  <a:pt x="186669" y="130809"/>
                </a:lnTo>
                <a:lnTo>
                  <a:pt x="187512" y="132079"/>
                </a:lnTo>
                <a:lnTo>
                  <a:pt x="189964" y="134619"/>
                </a:lnTo>
                <a:lnTo>
                  <a:pt x="199668" y="142239"/>
                </a:lnTo>
                <a:lnTo>
                  <a:pt x="221306" y="161289"/>
                </a:lnTo>
                <a:lnTo>
                  <a:pt x="227128" y="165099"/>
                </a:lnTo>
                <a:lnTo>
                  <a:pt x="232064" y="170179"/>
                </a:lnTo>
                <a:close/>
              </a:path>
              <a:path w="313689" h="275589">
                <a:moveTo>
                  <a:pt x="81687" y="227329"/>
                </a:moveTo>
                <a:lnTo>
                  <a:pt x="79158" y="226059"/>
                </a:lnTo>
                <a:lnTo>
                  <a:pt x="77549" y="224789"/>
                </a:lnTo>
                <a:lnTo>
                  <a:pt x="72951" y="224789"/>
                </a:lnTo>
                <a:lnTo>
                  <a:pt x="68813" y="222249"/>
                </a:lnTo>
                <a:lnTo>
                  <a:pt x="69196" y="219709"/>
                </a:lnTo>
                <a:lnTo>
                  <a:pt x="69732" y="215899"/>
                </a:lnTo>
                <a:lnTo>
                  <a:pt x="70039" y="212089"/>
                </a:lnTo>
                <a:lnTo>
                  <a:pt x="71648" y="209549"/>
                </a:lnTo>
                <a:lnTo>
                  <a:pt x="75729" y="201929"/>
                </a:lnTo>
                <a:lnTo>
                  <a:pt x="79924" y="195579"/>
                </a:lnTo>
                <a:lnTo>
                  <a:pt x="84235" y="189229"/>
                </a:lnTo>
                <a:lnTo>
                  <a:pt x="93072" y="175259"/>
                </a:lnTo>
                <a:lnTo>
                  <a:pt x="97635" y="168909"/>
                </a:lnTo>
                <a:lnTo>
                  <a:pt x="106898" y="156209"/>
                </a:lnTo>
                <a:lnTo>
                  <a:pt x="107204" y="156209"/>
                </a:lnTo>
                <a:lnTo>
                  <a:pt x="107511" y="154939"/>
                </a:lnTo>
                <a:lnTo>
                  <a:pt x="108047" y="153669"/>
                </a:lnTo>
                <a:lnTo>
                  <a:pt x="208231" y="153669"/>
                </a:lnTo>
                <a:lnTo>
                  <a:pt x="227896" y="170179"/>
                </a:lnTo>
                <a:lnTo>
                  <a:pt x="232064" y="170179"/>
                </a:lnTo>
                <a:lnTo>
                  <a:pt x="240228" y="177799"/>
                </a:lnTo>
                <a:lnTo>
                  <a:pt x="132109" y="177799"/>
                </a:lnTo>
                <a:lnTo>
                  <a:pt x="130423" y="179069"/>
                </a:lnTo>
                <a:lnTo>
                  <a:pt x="128661" y="181609"/>
                </a:lnTo>
                <a:lnTo>
                  <a:pt x="127051" y="182879"/>
                </a:lnTo>
                <a:lnTo>
                  <a:pt x="114570" y="198119"/>
                </a:lnTo>
                <a:lnTo>
                  <a:pt x="108355" y="204469"/>
                </a:lnTo>
                <a:lnTo>
                  <a:pt x="98469" y="217169"/>
                </a:lnTo>
                <a:lnTo>
                  <a:pt x="96476" y="218439"/>
                </a:lnTo>
                <a:lnTo>
                  <a:pt x="95940" y="219709"/>
                </a:lnTo>
                <a:lnTo>
                  <a:pt x="92568" y="219709"/>
                </a:lnTo>
                <a:lnTo>
                  <a:pt x="90576" y="220979"/>
                </a:lnTo>
                <a:lnTo>
                  <a:pt x="88813" y="223519"/>
                </a:lnTo>
                <a:lnTo>
                  <a:pt x="84905" y="223519"/>
                </a:lnTo>
                <a:lnTo>
                  <a:pt x="84445" y="224789"/>
                </a:lnTo>
                <a:lnTo>
                  <a:pt x="81687" y="227329"/>
                </a:lnTo>
                <a:close/>
              </a:path>
              <a:path w="313689" h="275589">
                <a:moveTo>
                  <a:pt x="161611" y="275589"/>
                </a:moveTo>
                <a:lnTo>
                  <a:pt x="143807" y="275589"/>
                </a:lnTo>
                <a:lnTo>
                  <a:pt x="141841" y="273049"/>
                </a:lnTo>
                <a:lnTo>
                  <a:pt x="140921" y="267969"/>
                </a:lnTo>
                <a:lnTo>
                  <a:pt x="139695" y="264159"/>
                </a:lnTo>
                <a:lnTo>
                  <a:pt x="137656" y="253999"/>
                </a:lnTo>
                <a:lnTo>
                  <a:pt x="136027" y="246379"/>
                </a:lnTo>
                <a:lnTo>
                  <a:pt x="134814" y="237489"/>
                </a:lnTo>
                <a:lnTo>
                  <a:pt x="134025" y="227329"/>
                </a:lnTo>
                <a:lnTo>
                  <a:pt x="133963" y="226059"/>
                </a:lnTo>
                <a:lnTo>
                  <a:pt x="133841" y="223519"/>
                </a:lnTo>
                <a:lnTo>
                  <a:pt x="133719" y="220979"/>
                </a:lnTo>
                <a:lnTo>
                  <a:pt x="133596" y="218439"/>
                </a:lnTo>
                <a:lnTo>
                  <a:pt x="133474" y="215899"/>
                </a:lnTo>
                <a:lnTo>
                  <a:pt x="133357" y="212089"/>
                </a:lnTo>
                <a:lnTo>
                  <a:pt x="133241" y="208279"/>
                </a:lnTo>
                <a:lnTo>
                  <a:pt x="133124" y="204469"/>
                </a:lnTo>
                <a:lnTo>
                  <a:pt x="133095" y="203199"/>
                </a:lnTo>
                <a:lnTo>
                  <a:pt x="132978" y="198119"/>
                </a:lnTo>
                <a:lnTo>
                  <a:pt x="132861" y="193039"/>
                </a:lnTo>
                <a:lnTo>
                  <a:pt x="132763" y="189229"/>
                </a:lnTo>
                <a:lnTo>
                  <a:pt x="132645" y="180339"/>
                </a:lnTo>
                <a:lnTo>
                  <a:pt x="132415" y="179069"/>
                </a:lnTo>
                <a:lnTo>
                  <a:pt x="132109" y="177799"/>
                </a:lnTo>
                <a:lnTo>
                  <a:pt x="240228" y="177799"/>
                </a:lnTo>
                <a:lnTo>
                  <a:pt x="241041" y="179069"/>
                </a:lnTo>
                <a:lnTo>
                  <a:pt x="174332" y="179069"/>
                </a:lnTo>
                <a:lnTo>
                  <a:pt x="173872" y="182879"/>
                </a:lnTo>
                <a:lnTo>
                  <a:pt x="173489" y="186689"/>
                </a:lnTo>
                <a:lnTo>
                  <a:pt x="173029" y="189229"/>
                </a:lnTo>
                <a:lnTo>
                  <a:pt x="172903" y="190499"/>
                </a:lnTo>
                <a:lnTo>
                  <a:pt x="141151" y="190499"/>
                </a:lnTo>
                <a:lnTo>
                  <a:pt x="141151" y="214629"/>
                </a:lnTo>
                <a:lnTo>
                  <a:pt x="171594" y="214629"/>
                </a:lnTo>
                <a:lnTo>
                  <a:pt x="171721" y="227329"/>
                </a:lnTo>
                <a:lnTo>
                  <a:pt x="171833" y="231755"/>
                </a:lnTo>
                <a:lnTo>
                  <a:pt x="172401" y="246379"/>
                </a:lnTo>
                <a:lnTo>
                  <a:pt x="172493" y="248919"/>
                </a:lnTo>
                <a:lnTo>
                  <a:pt x="171803" y="253999"/>
                </a:lnTo>
                <a:lnTo>
                  <a:pt x="171343" y="259079"/>
                </a:lnTo>
                <a:lnTo>
                  <a:pt x="171113" y="260349"/>
                </a:lnTo>
                <a:lnTo>
                  <a:pt x="170730" y="261619"/>
                </a:lnTo>
                <a:lnTo>
                  <a:pt x="170462" y="262889"/>
                </a:lnTo>
                <a:lnTo>
                  <a:pt x="167435" y="262889"/>
                </a:lnTo>
                <a:lnTo>
                  <a:pt x="166822" y="264159"/>
                </a:lnTo>
                <a:lnTo>
                  <a:pt x="165136" y="267969"/>
                </a:lnTo>
                <a:lnTo>
                  <a:pt x="164063" y="269239"/>
                </a:lnTo>
                <a:lnTo>
                  <a:pt x="163757" y="270509"/>
                </a:lnTo>
                <a:lnTo>
                  <a:pt x="162761" y="271779"/>
                </a:lnTo>
                <a:lnTo>
                  <a:pt x="161688" y="271779"/>
                </a:lnTo>
                <a:lnTo>
                  <a:pt x="161765" y="274319"/>
                </a:lnTo>
                <a:lnTo>
                  <a:pt x="161611" y="275589"/>
                </a:lnTo>
                <a:close/>
              </a:path>
              <a:path w="313689" h="275589">
                <a:moveTo>
                  <a:pt x="263222" y="242569"/>
                </a:moveTo>
                <a:lnTo>
                  <a:pt x="258778" y="242569"/>
                </a:lnTo>
                <a:lnTo>
                  <a:pt x="256632" y="241299"/>
                </a:lnTo>
                <a:lnTo>
                  <a:pt x="254640" y="240029"/>
                </a:lnTo>
                <a:lnTo>
                  <a:pt x="246201" y="234949"/>
                </a:lnTo>
                <a:lnTo>
                  <a:pt x="237992" y="229869"/>
                </a:lnTo>
                <a:lnTo>
                  <a:pt x="229984" y="223519"/>
                </a:lnTo>
                <a:lnTo>
                  <a:pt x="222149" y="217169"/>
                </a:lnTo>
                <a:lnTo>
                  <a:pt x="217704" y="214629"/>
                </a:lnTo>
                <a:lnTo>
                  <a:pt x="212953" y="212089"/>
                </a:lnTo>
                <a:lnTo>
                  <a:pt x="208585" y="208279"/>
                </a:lnTo>
                <a:lnTo>
                  <a:pt x="182761" y="186689"/>
                </a:lnTo>
                <a:lnTo>
                  <a:pt x="180462" y="184149"/>
                </a:lnTo>
                <a:lnTo>
                  <a:pt x="178317" y="181609"/>
                </a:lnTo>
                <a:lnTo>
                  <a:pt x="176094" y="180339"/>
                </a:lnTo>
                <a:lnTo>
                  <a:pt x="175481" y="179069"/>
                </a:lnTo>
                <a:lnTo>
                  <a:pt x="241041" y="179069"/>
                </a:lnTo>
                <a:lnTo>
                  <a:pt x="244295" y="181609"/>
                </a:lnTo>
                <a:lnTo>
                  <a:pt x="246210" y="184149"/>
                </a:lnTo>
                <a:lnTo>
                  <a:pt x="247896" y="185419"/>
                </a:lnTo>
                <a:lnTo>
                  <a:pt x="249812" y="187959"/>
                </a:lnTo>
                <a:lnTo>
                  <a:pt x="252494" y="190499"/>
                </a:lnTo>
                <a:lnTo>
                  <a:pt x="253414" y="193039"/>
                </a:lnTo>
                <a:lnTo>
                  <a:pt x="253873" y="196849"/>
                </a:lnTo>
                <a:lnTo>
                  <a:pt x="253279" y="198119"/>
                </a:lnTo>
                <a:lnTo>
                  <a:pt x="253107" y="198119"/>
                </a:lnTo>
                <a:lnTo>
                  <a:pt x="271466" y="215899"/>
                </a:lnTo>
                <a:lnTo>
                  <a:pt x="269506" y="215899"/>
                </a:lnTo>
                <a:lnTo>
                  <a:pt x="269812" y="218439"/>
                </a:lnTo>
                <a:lnTo>
                  <a:pt x="273107" y="218439"/>
                </a:lnTo>
                <a:lnTo>
                  <a:pt x="272686" y="219709"/>
                </a:lnTo>
                <a:lnTo>
                  <a:pt x="267820" y="219709"/>
                </a:lnTo>
                <a:lnTo>
                  <a:pt x="268950" y="222249"/>
                </a:lnTo>
                <a:lnTo>
                  <a:pt x="243528" y="222249"/>
                </a:lnTo>
                <a:lnTo>
                  <a:pt x="243145" y="223519"/>
                </a:lnTo>
                <a:lnTo>
                  <a:pt x="244755" y="224789"/>
                </a:lnTo>
                <a:lnTo>
                  <a:pt x="246287" y="226059"/>
                </a:lnTo>
                <a:lnTo>
                  <a:pt x="247973" y="227329"/>
                </a:lnTo>
                <a:lnTo>
                  <a:pt x="252188" y="229869"/>
                </a:lnTo>
                <a:lnTo>
                  <a:pt x="256479" y="233679"/>
                </a:lnTo>
                <a:lnTo>
                  <a:pt x="260617" y="236219"/>
                </a:lnTo>
                <a:lnTo>
                  <a:pt x="262533" y="237489"/>
                </a:lnTo>
                <a:lnTo>
                  <a:pt x="264295" y="238759"/>
                </a:lnTo>
                <a:lnTo>
                  <a:pt x="266287" y="241299"/>
                </a:lnTo>
                <a:lnTo>
                  <a:pt x="265751" y="241299"/>
                </a:lnTo>
                <a:lnTo>
                  <a:pt x="263222" y="242569"/>
                </a:lnTo>
                <a:close/>
              </a:path>
              <a:path w="313689" h="275589">
                <a:moveTo>
                  <a:pt x="171594" y="214629"/>
                </a:moveTo>
                <a:lnTo>
                  <a:pt x="142147" y="214629"/>
                </a:lnTo>
                <a:lnTo>
                  <a:pt x="142147" y="191769"/>
                </a:lnTo>
                <a:lnTo>
                  <a:pt x="141688" y="191769"/>
                </a:lnTo>
                <a:lnTo>
                  <a:pt x="141458" y="190499"/>
                </a:lnTo>
                <a:lnTo>
                  <a:pt x="172903" y="190499"/>
                </a:lnTo>
                <a:lnTo>
                  <a:pt x="171997" y="201929"/>
                </a:lnTo>
                <a:lnTo>
                  <a:pt x="171896" y="203199"/>
                </a:lnTo>
                <a:lnTo>
                  <a:pt x="171863" y="204469"/>
                </a:lnTo>
                <a:lnTo>
                  <a:pt x="171762" y="208279"/>
                </a:lnTo>
                <a:lnTo>
                  <a:pt x="171661" y="212089"/>
                </a:lnTo>
                <a:lnTo>
                  <a:pt x="171594" y="214629"/>
                </a:lnTo>
                <a:close/>
              </a:path>
              <a:path w="313689" h="275589">
                <a:moveTo>
                  <a:pt x="272265" y="217169"/>
                </a:moveTo>
                <a:lnTo>
                  <a:pt x="271958" y="217169"/>
                </a:lnTo>
                <a:lnTo>
                  <a:pt x="269506" y="215899"/>
                </a:lnTo>
                <a:lnTo>
                  <a:pt x="271466" y="215899"/>
                </a:lnTo>
                <a:lnTo>
                  <a:pt x="272265" y="217169"/>
                </a:lnTo>
                <a:close/>
              </a:path>
              <a:path w="313689" h="275589">
                <a:moveTo>
                  <a:pt x="272265" y="220979"/>
                </a:moveTo>
                <a:lnTo>
                  <a:pt x="267820" y="219709"/>
                </a:lnTo>
                <a:lnTo>
                  <a:pt x="272686" y="219709"/>
                </a:lnTo>
                <a:lnTo>
                  <a:pt x="272265" y="220979"/>
                </a:lnTo>
                <a:close/>
              </a:path>
              <a:path w="313689" h="275589">
                <a:moveTo>
                  <a:pt x="268740" y="238759"/>
                </a:moveTo>
                <a:lnTo>
                  <a:pt x="267130" y="237489"/>
                </a:lnTo>
                <a:lnTo>
                  <a:pt x="262762" y="234949"/>
                </a:lnTo>
                <a:lnTo>
                  <a:pt x="258471" y="231139"/>
                </a:lnTo>
                <a:lnTo>
                  <a:pt x="254103" y="229869"/>
                </a:lnTo>
                <a:lnTo>
                  <a:pt x="251345" y="227329"/>
                </a:lnTo>
                <a:lnTo>
                  <a:pt x="248663" y="224789"/>
                </a:lnTo>
                <a:lnTo>
                  <a:pt x="245827" y="223519"/>
                </a:lnTo>
                <a:lnTo>
                  <a:pt x="244295" y="223519"/>
                </a:lnTo>
                <a:lnTo>
                  <a:pt x="243528" y="222249"/>
                </a:lnTo>
                <a:lnTo>
                  <a:pt x="268950" y="222249"/>
                </a:lnTo>
                <a:lnTo>
                  <a:pt x="271211" y="227329"/>
                </a:lnTo>
                <a:lnTo>
                  <a:pt x="265751" y="227329"/>
                </a:lnTo>
                <a:lnTo>
                  <a:pt x="269531" y="231139"/>
                </a:lnTo>
                <a:lnTo>
                  <a:pt x="267897" y="231139"/>
                </a:lnTo>
                <a:lnTo>
                  <a:pt x="269494" y="231755"/>
                </a:lnTo>
                <a:lnTo>
                  <a:pt x="269825" y="232303"/>
                </a:lnTo>
                <a:lnTo>
                  <a:pt x="270115" y="232617"/>
                </a:lnTo>
                <a:lnTo>
                  <a:pt x="271268" y="233679"/>
                </a:lnTo>
                <a:lnTo>
                  <a:pt x="271651" y="234949"/>
                </a:lnTo>
                <a:lnTo>
                  <a:pt x="269966" y="237489"/>
                </a:lnTo>
                <a:lnTo>
                  <a:pt x="268740" y="238759"/>
                </a:lnTo>
                <a:close/>
              </a:path>
              <a:path w="313689" h="275589">
                <a:moveTo>
                  <a:pt x="272341" y="229869"/>
                </a:moveTo>
                <a:lnTo>
                  <a:pt x="271728" y="229869"/>
                </a:lnTo>
                <a:lnTo>
                  <a:pt x="266058" y="227329"/>
                </a:lnTo>
                <a:lnTo>
                  <a:pt x="271211" y="227329"/>
                </a:lnTo>
                <a:lnTo>
                  <a:pt x="272341" y="229869"/>
                </a:lnTo>
                <a:close/>
              </a:path>
              <a:path w="313689" h="275589">
                <a:moveTo>
                  <a:pt x="269494" y="231755"/>
                </a:moveTo>
                <a:lnTo>
                  <a:pt x="267897" y="231139"/>
                </a:lnTo>
                <a:lnTo>
                  <a:pt x="269123" y="231139"/>
                </a:lnTo>
                <a:lnTo>
                  <a:pt x="269494" y="231755"/>
                </a:lnTo>
                <a:close/>
              </a:path>
              <a:path w="313689" h="275589">
                <a:moveTo>
                  <a:pt x="271731" y="232617"/>
                </a:moveTo>
                <a:lnTo>
                  <a:pt x="269494" y="231755"/>
                </a:lnTo>
                <a:lnTo>
                  <a:pt x="269123" y="231139"/>
                </a:lnTo>
                <a:lnTo>
                  <a:pt x="269531" y="231139"/>
                </a:lnTo>
                <a:lnTo>
                  <a:pt x="271731" y="232617"/>
                </a:lnTo>
                <a:close/>
              </a:path>
              <a:path w="313689" h="275589">
                <a:moveTo>
                  <a:pt x="170194" y="264159"/>
                </a:moveTo>
                <a:lnTo>
                  <a:pt x="168815" y="264159"/>
                </a:lnTo>
                <a:lnTo>
                  <a:pt x="167742" y="262889"/>
                </a:lnTo>
                <a:lnTo>
                  <a:pt x="170462" y="262889"/>
                </a:lnTo>
                <a:lnTo>
                  <a:pt x="170194" y="264159"/>
                </a:lnTo>
                <a:close/>
              </a:path>
            </a:pathLst>
          </a:custGeom>
          <a:solidFill>
            <a:srgbClr val="E16E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676772" y="6807638"/>
            <a:ext cx="313690" cy="275590"/>
          </a:xfrm>
          <a:custGeom>
            <a:avLst/>
            <a:gdLst/>
            <a:ahLst/>
            <a:cxnLst/>
            <a:rect l="l" t="t" r="r" b="b"/>
            <a:pathLst>
              <a:path w="313689" h="275590">
                <a:moveTo>
                  <a:pt x="145443" y="87629"/>
                </a:moveTo>
                <a:lnTo>
                  <a:pt x="136860" y="87629"/>
                </a:lnTo>
                <a:lnTo>
                  <a:pt x="137166" y="86359"/>
                </a:lnTo>
                <a:lnTo>
                  <a:pt x="138966" y="58419"/>
                </a:lnTo>
                <a:lnTo>
                  <a:pt x="139048" y="57149"/>
                </a:lnTo>
                <a:lnTo>
                  <a:pt x="139130" y="55879"/>
                </a:lnTo>
                <a:lnTo>
                  <a:pt x="139212" y="54609"/>
                </a:lnTo>
                <a:lnTo>
                  <a:pt x="139294" y="53339"/>
                </a:lnTo>
                <a:lnTo>
                  <a:pt x="139376" y="52069"/>
                </a:lnTo>
                <a:lnTo>
                  <a:pt x="139453" y="50799"/>
                </a:lnTo>
                <a:lnTo>
                  <a:pt x="139531" y="49529"/>
                </a:lnTo>
                <a:lnTo>
                  <a:pt x="139608" y="48259"/>
                </a:lnTo>
                <a:lnTo>
                  <a:pt x="139686" y="46989"/>
                </a:lnTo>
                <a:lnTo>
                  <a:pt x="139759" y="45796"/>
                </a:lnTo>
                <a:lnTo>
                  <a:pt x="139841" y="44449"/>
                </a:lnTo>
                <a:lnTo>
                  <a:pt x="139919" y="43179"/>
                </a:lnTo>
                <a:lnTo>
                  <a:pt x="139996" y="41909"/>
                </a:lnTo>
                <a:lnTo>
                  <a:pt x="140074" y="40639"/>
                </a:lnTo>
                <a:lnTo>
                  <a:pt x="140151" y="39369"/>
                </a:lnTo>
                <a:lnTo>
                  <a:pt x="140229" y="38099"/>
                </a:lnTo>
                <a:lnTo>
                  <a:pt x="140306" y="36829"/>
                </a:lnTo>
                <a:lnTo>
                  <a:pt x="140384" y="35559"/>
                </a:lnTo>
                <a:lnTo>
                  <a:pt x="145979" y="2539"/>
                </a:lnTo>
                <a:lnTo>
                  <a:pt x="147358" y="0"/>
                </a:lnTo>
                <a:lnTo>
                  <a:pt x="149274" y="0"/>
                </a:lnTo>
                <a:lnTo>
                  <a:pt x="151343" y="1269"/>
                </a:lnTo>
                <a:lnTo>
                  <a:pt x="153412" y="5079"/>
                </a:lnTo>
                <a:lnTo>
                  <a:pt x="176452" y="5079"/>
                </a:lnTo>
                <a:lnTo>
                  <a:pt x="176937" y="6349"/>
                </a:lnTo>
                <a:lnTo>
                  <a:pt x="177550" y="7619"/>
                </a:lnTo>
                <a:lnTo>
                  <a:pt x="178010" y="8889"/>
                </a:lnTo>
                <a:lnTo>
                  <a:pt x="178776" y="10159"/>
                </a:lnTo>
                <a:lnTo>
                  <a:pt x="179389" y="12699"/>
                </a:lnTo>
                <a:lnTo>
                  <a:pt x="181458" y="12699"/>
                </a:lnTo>
                <a:lnTo>
                  <a:pt x="182761" y="16509"/>
                </a:lnTo>
                <a:lnTo>
                  <a:pt x="184031" y="29209"/>
                </a:lnTo>
                <a:lnTo>
                  <a:pt x="184234" y="31749"/>
                </a:lnTo>
                <a:lnTo>
                  <a:pt x="184336" y="33019"/>
                </a:lnTo>
                <a:lnTo>
                  <a:pt x="184437" y="34289"/>
                </a:lnTo>
                <a:lnTo>
                  <a:pt x="184539" y="35559"/>
                </a:lnTo>
                <a:lnTo>
                  <a:pt x="184640" y="36829"/>
                </a:lnTo>
                <a:lnTo>
                  <a:pt x="184741" y="38099"/>
                </a:lnTo>
                <a:lnTo>
                  <a:pt x="184843" y="39369"/>
                </a:lnTo>
                <a:lnTo>
                  <a:pt x="184944" y="40639"/>
                </a:lnTo>
                <a:lnTo>
                  <a:pt x="185046" y="41909"/>
                </a:lnTo>
                <a:lnTo>
                  <a:pt x="185147" y="43179"/>
                </a:lnTo>
                <a:lnTo>
                  <a:pt x="185249" y="44449"/>
                </a:lnTo>
                <a:lnTo>
                  <a:pt x="185743" y="50799"/>
                </a:lnTo>
                <a:lnTo>
                  <a:pt x="185841" y="52069"/>
                </a:lnTo>
                <a:lnTo>
                  <a:pt x="185938" y="53339"/>
                </a:lnTo>
                <a:lnTo>
                  <a:pt x="186035" y="54609"/>
                </a:lnTo>
                <a:lnTo>
                  <a:pt x="186133" y="55879"/>
                </a:lnTo>
                <a:lnTo>
                  <a:pt x="186516" y="57149"/>
                </a:lnTo>
                <a:lnTo>
                  <a:pt x="231361" y="57149"/>
                </a:lnTo>
                <a:lnTo>
                  <a:pt x="216403" y="77469"/>
                </a:lnTo>
                <a:lnTo>
                  <a:pt x="145443" y="77469"/>
                </a:lnTo>
                <a:lnTo>
                  <a:pt x="145443" y="87629"/>
                </a:lnTo>
                <a:close/>
              </a:path>
              <a:path w="313689" h="275590">
                <a:moveTo>
                  <a:pt x="176452" y="5079"/>
                </a:moveTo>
                <a:lnTo>
                  <a:pt x="153412" y="5079"/>
                </a:lnTo>
                <a:lnTo>
                  <a:pt x="154638" y="3809"/>
                </a:lnTo>
                <a:lnTo>
                  <a:pt x="154561" y="2539"/>
                </a:lnTo>
                <a:lnTo>
                  <a:pt x="154485" y="1269"/>
                </a:lnTo>
                <a:lnTo>
                  <a:pt x="157167" y="0"/>
                </a:lnTo>
                <a:lnTo>
                  <a:pt x="160309" y="0"/>
                </a:lnTo>
                <a:lnTo>
                  <a:pt x="162837" y="1269"/>
                </a:lnTo>
                <a:lnTo>
                  <a:pt x="168125" y="1269"/>
                </a:lnTo>
                <a:lnTo>
                  <a:pt x="170884" y="2539"/>
                </a:lnTo>
                <a:lnTo>
                  <a:pt x="173182" y="3809"/>
                </a:lnTo>
                <a:lnTo>
                  <a:pt x="175481" y="3809"/>
                </a:lnTo>
                <a:lnTo>
                  <a:pt x="176452" y="5079"/>
                </a:lnTo>
                <a:close/>
              </a:path>
              <a:path w="313689" h="275590">
                <a:moveTo>
                  <a:pt x="168125" y="1269"/>
                </a:moveTo>
                <a:lnTo>
                  <a:pt x="162837" y="1269"/>
                </a:lnTo>
                <a:lnTo>
                  <a:pt x="165673" y="0"/>
                </a:lnTo>
                <a:lnTo>
                  <a:pt x="168125" y="1269"/>
                </a:lnTo>
                <a:close/>
              </a:path>
              <a:path w="313689" h="275590">
                <a:moveTo>
                  <a:pt x="181458" y="12699"/>
                </a:moveTo>
                <a:lnTo>
                  <a:pt x="179389" y="12699"/>
                </a:lnTo>
                <a:lnTo>
                  <a:pt x="179926" y="11429"/>
                </a:lnTo>
                <a:lnTo>
                  <a:pt x="178930" y="7619"/>
                </a:lnTo>
                <a:lnTo>
                  <a:pt x="180309" y="7619"/>
                </a:lnTo>
                <a:lnTo>
                  <a:pt x="180462" y="8889"/>
                </a:lnTo>
                <a:lnTo>
                  <a:pt x="181458" y="12699"/>
                </a:lnTo>
                <a:close/>
              </a:path>
              <a:path w="313689" h="275590">
                <a:moveTo>
                  <a:pt x="231361" y="57149"/>
                </a:moveTo>
                <a:lnTo>
                  <a:pt x="186516" y="57149"/>
                </a:lnTo>
                <a:lnTo>
                  <a:pt x="189734" y="53339"/>
                </a:lnTo>
                <a:lnTo>
                  <a:pt x="192800" y="49529"/>
                </a:lnTo>
                <a:lnTo>
                  <a:pt x="195788" y="46989"/>
                </a:lnTo>
                <a:lnTo>
                  <a:pt x="198087" y="43179"/>
                </a:lnTo>
                <a:lnTo>
                  <a:pt x="200079" y="40639"/>
                </a:lnTo>
                <a:lnTo>
                  <a:pt x="202838" y="39369"/>
                </a:lnTo>
                <a:lnTo>
                  <a:pt x="207819" y="35559"/>
                </a:lnTo>
                <a:lnTo>
                  <a:pt x="211344" y="31749"/>
                </a:lnTo>
                <a:lnTo>
                  <a:pt x="215712" y="26669"/>
                </a:lnTo>
                <a:lnTo>
                  <a:pt x="217704" y="25399"/>
                </a:lnTo>
                <a:lnTo>
                  <a:pt x="219467" y="22859"/>
                </a:lnTo>
                <a:lnTo>
                  <a:pt x="220923" y="20319"/>
                </a:lnTo>
                <a:lnTo>
                  <a:pt x="223911" y="16509"/>
                </a:lnTo>
                <a:lnTo>
                  <a:pt x="227436" y="12699"/>
                </a:lnTo>
                <a:lnTo>
                  <a:pt x="231881" y="10159"/>
                </a:lnTo>
                <a:lnTo>
                  <a:pt x="233413" y="8889"/>
                </a:lnTo>
                <a:lnTo>
                  <a:pt x="234256" y="8889"/>
                </a:lnTo>
                <a:lnTo>
                  <a:pt x="235942" y="7619"/>
                </a:lnTo>
                <a:lnTo>
                  <a:pt x="237168" y="8889"/>
                </a:lnTo>
                <a:lnTo>
                  <a:pt x="237475" y="10159"/>
                </a:lnTo>
                <a:lnTo>
                  <a:pt x="252749" y="10159"/>
                </a:lnTo>
                <a:lnTo>
                  <a:pt x="253260" y="11429"/>
                </a:lnTo>
                <a:lnTo>
                  <a:pt x="255406" y="11429"/>
                </a:lnTo>
                <a:lnTo>
                  <a:pt x="255789" y="12699"/>
                </a:lnTo>
                <a:lnTo>
                  <a:pt x="256019" y="13969"/>
                </a:lnTo>
                <a:lnTo>
                  <a:pt x="255942" y="15239"/>
                </a:lnTo>
                <a:lnTo>
                  <a:pt x="255636" y="16509"/>
                </a:lnTo>
                <a:lnTo>
                  <a:pt x="255253" y="19049"/>
                </a:lnTo>
                <a:lnTo>
                  <a:pt x="254716" y="20319"/>
                </a:lnTo>
                <a:lnTo>
                  <a:pt x="257694" y="20319"/>
                </a:lnTo>
                <a:lnTo>
                  <a:pt x="257168" y="22859"/>
                </a:lnTo>
                <a:lnTo>
                  <a:pt x="254333" y="26669"/>
                </a:lnTo>
                <a:lnTo>
                  <a:pt x="250961" y="31749"/>
                </a:lnTo>
                <a:lnTo>
                  <a:pt x="231361" y="57149"/>
                </a:lnTo>
                <a:close/>
              </a:path>
              <a:path w="313689" h="275590">
                <a:moveTo>
                  <a:pt x="244908" y="8889"/>
                </a:moveTo>
                <a:lnTo>
                  <a:pt x="240157" y="8889"/>
                </a:lnTo>
                <a:lnTo>
                  <a:pt x="241689" y="7619"/>
                </a:lnTo>
                <a:lnTo>
                  <a:pt x="243682" y="7619"/>
                </a:lnTo>
                <a:lnTo>
                  <a:pt x="244908" y="8889"/>
                </a:lnTo>
                <a:close/>
              </a:path>
              <a:path w="313689" h="275590">
                <a:moveTo>
                  <a:pt x="252749" y="10159"/>
                </a:moveTo>
                <a:lnTo>
                  <a:pt x="237475" y="10159"/>
                </a:lnTo>
                <a:lnTo>
                  <a:pt x="239314" y="8889"/>
                </a:lnTo>
                <a:lnTo>
                  <a:pt x="252494" y="8889"/>
                </a:lnTo>
                <a:lnTo>
                  <a:pt x="252749" y="10159"/>
                </a:lnTo>
                <a:close/>
              </a:path>
              <a:path w="313689" h="275590">
                <a:moveTo>
                  <a:pt x="257694" y="20319"/>
                </a:moveTo>
                <a:lnTo>
                  <a:pt x="255253" y="20319"/>
                </a:lnTo>
                <a:lnTo>
                  <a:pt x="258011" y="15239"/>
                </a:lnTo>
                <a:lnTo>
                  <a:pt x="258548" y="15239"/>
                </a:lnTo>
                <a:lnTo>
                  <a:pt x="258548" y="16509"/>
                </a:lnTo>
                <a:lnTo>
                  <a:pt x="258395" y="16509"/>
                </a:lnTo>
                <a:lnTo>
                  <a:pt x="257694" y="20319"/>
                </a:lnTo>
                <a:close/>
              </a:path>
              <a:path w="313689" h="275590">
                <a:moveTo>
                  <a:pt x="81916" y="38099"/>
                </a:moveTo>
                <a:lnTo>
                  <a:pt x="76629" y="38099"/>
                </a:lnTo>
                <a:lnTo>
                  <a:pt x="75480" y="35559"/>
                </a:lnTo>
                <a:lnTo>
                  <a:pt x="74254" y="34289"/>
                </a:lnTo>
                <a:lnTo>
                  <a:pt x="73104" y="31749"/>
                </a:lnTo>
                <a:lnTo>
                  <a:pt x="74790" y="31749"/>
                </a:lnTo>
                <a:lnTo>
                  <a:pt x="76936" y="34289"/>
                </a:lnTo>
                <a:lnTo>
                  <a:pt x="81916" y="38099"/>
                </a:lnTo>
                <a:close/>
              </a:path>
              <a:path w="313689" h="275590">
                <a:moveTo>
                  <a:pt x="88552" y="44449"/>
                </a:moveTo>
                <a:lnTo>
                  <a:pt x="62223" y="44449"/>
                </a:lnTo>
                <a:lnTo>
                  <a:pt x="61303" y="43179"/>
                </a:lnTo>
                <a:lnTo>
                  <a:pt x="60460" y="41909"/>
                </a:lnTo>
                <a:lnTo>
                  <a:pt x="58506" y="39369"/>
                </a:lnTo>
                <a:lnTo>
                  <a:pt x="70499" y="39369"/>
                </a:lnTo>
                <a:lnTo>
                  <a:pt x="69503" y="38099"/>
                </a:lnTo>
                <a:lnTo>
                  <a:pt x="67357" y="34289"/>
                </a:lnTo>
                <a:lnTo>
                  <a:pt x="68813" y="33019"/>
                </a:lnTo>
                <a:lnTo>
                  <a:pt x="69962" y="33019"/>
                </a:lnTo>
                <a:lnTo>
                  <a:pt x="71418" y="34289"/>
                </a:lnTo>
                <a:lnTo>
                  <a:pt x="72951" y="35559"/>
                </a:lnTo>
                <a:lnTo>
                  <a:pt x="74713" y="38099"/>
                </a:lnTo>
                <a:lnTo>
                  <a:pt x="81916" y="38099"/>
                </a:lnTo>
                <a:lnTo>
                  <a:pt x="82746" y="39369"/>
                </a:lnTo>
                <a:lnTo>
                  <a:pt x="88552" y="44449"/>
                </a:lnTo>
                <a:close/>
              </a:path>
              <a:path w="313689" h="275590">
                <a:moveTo>
                  <a:pt x="70499" y="39369"/>
                </a:moveTo>
                <a:lnTo>
                  <a:pt x="58698" y="39369"/>
                </a:lnTo>
                <a:lnTo>
                  <a:pt x="59847" y="38099"/>
                </a:lnTo>
                <a:lnTo>
                  <a:pt x="61456" y="38099"/>
                </a:lnTo>
                <a:lnTo>
                  <a:pt x="62989" y="36829"/>
                </a:lnTo>
                <a:lnTo>
                  <a:pt x="64675" y="35559"/>
                </a:lnTo>
                <a:lnTo>
                  <a:pt x="66667" y="35559"/>
                </a:lnTo>
                <a:lnTo>
                  <a:pt x="67893" y="36829"/>
                </a:lnTo>
                <a:lnTo>
                  <a:pt x="70499" y="39369"/>
                </a:lnTo>
                <a:close/>
              </a:path>
              <a:path w="313689" h="275590">
                <a:moveTo>
                  <a:pt x="103959" y="58419"/>
                </a:moveTo>
                <a:lnTo>
                  <a:pt x="60154" y="58419"/>
                </a:lnTo>
                <a:lnTo>
                  <a:pt x="60843" y="57149"/>
                </a:lnTo>
                <a:lnTo>
                  <a:pt x="60307" y="57149"/>
                </a:lnTo>
                <a:lnTo>
                  <a:pt x="53564" y="48259"/>
                </a:lnTo>
                <a:lnTo>
                  <a:pt x="51955" y="45796"/>
                </a:lnTo>
                <a:lnTo>
                  <a:pt x="54560" y="43179"/>
                </a:lnTo>
                <a:lnTo>
                  <a:pt x="56016" y="41909"/>
                </a:lnTo>
                <a:lnTo>
                  <a:pt x="56859" y="43179"/>
                </a:lnTo>
                <a:lnTo>
                  <a:pt x="60230" y="43179"/>
                </a:lnTo>
                <a:lnTo>
                  <a:pt x="60767" y="44449"/>
                </a:lnTo>
                <a:lnTo>
                  <a:pt x="88552" y="44449"/>
                </a:lnTo>
                <a:lnTo>
                  <a:pt x="99317" y="54609"/>
                </a:lnTo>
                <a:lnTo>
                  <a:pt x="103959" y="58419"/>
                </a:lnTo>
                <a:close/>
              </a:path>
              <a:path w="313689" h="275590">
                <a:moveTo>
                  <a:pt x="60230" y="43179"/>
                </a:moveTo>
                <a:lnTo>
                  <a:pt x="58621" y="43179"/>
                </a:lnTo>
                <a:lnTo>
                  <a:pt x="58161" y="41909"/>
                </a:lnTo>
                <a:lnTo>
                  <a:pt x="60230" y="43179"/>
                </a:lnTo>
                <a:close/>
              </a:path>
              <a:path w="313689" h="275590">
                <a:moveTo>
                  <a:pt x="52519" y="52069"/>
                </a:moveTo>
                <a:lnTo>
                  <a:pt x="50882" y="52069"/>
                </a:lnTo>
                <a:lnTo>
                  <a:pt x="49349" y="49529"/>
                </a:lnTo>
                <a:lnTo>
                  <a:pt x="49655" y="49529"/>
                </a:lnTo>
                <a:lnTo>
                  <a:pt x="52519" y="52069"/>
                </a:lnTo>
                <a:close/>
              </a:path>
              <a:path w="313689" h="275590">
                <a:moveTo>
                  <a:pt x="13793" y="171449"/>
                </a:moveTo>
                <a:lnTo>
                  <a:pt x="8812" y="168909"/>
                </a:lnTo>
                <a:lnTo>
                  <a:pt x="4214" y="166369"/>
                </a:lnTo>
                <a:lnTo>
                  <a:pt x="842" y="165099"/>
                </a:lnTo>
                <a:lnTo>
                  <a:pt x="0" y="161289"/>
                </a:lnTo>
                <a:lnTo>
                  <a:pt x="1455" y="157479"/>
                </a:lnTo>
                <a:lnTo>
                  <a:pt x="3065" y="153669"/>
                </a:lnTo>
                <a:lnTo>
                  <a:pt x="6360" y="152399"/>
                </a:lnTo>
                <a:lnTo>
                  <a:pt x="9961" y="149859"/>
                </a:lnTo>
                <a:lnTo>
                  <a:pt x="16628" y="147319"/>
                </a:lnTo>
                <a:lnTo>
                  <a:pt x="30268" y="140969"/>
                </a:lnTo>
                <a:lnTo>
                  <a:pt x="35939" y="140969"/>
                </a:lnTo>
                <a:lnTo>
                  <a:pt x="38697" y="138429"/>
                </a:lnTo>
                <a:lnTo>
                  <a:pt x="41609" y="138429"/>
                </a:lnTo>
                <a:lnTo>
                  <a:pt x="44368" y="137159"/>
                </a:lnTo>
                <a:lnTo>
                  <a:pt x="47280" y="135889"/>
                </a:lnTo>
                <a:lnTo>
                  <a:pt x="64866" y="129539"/>
                </a:lnTo>
                <a:lnTo>
                  <a:pt x="82453" y="124459"/>
                </a:lnTo>
                <a:lnTo>
                  <a:pt x="89809" y="121919"/>
                </a:lnTo>
                <a:lnTo>
                  <a:pt x="97242" y="120649"/>
                </a:lnTo>
                <a:lnTo>
                  <a:pt x="104676" y="118109"/>
                </a:lnTo>
                <a:lnTo>
                  <a:pt x="105518" y="118109"/>
                </a:lnTo>
                <a:lnTo>
                  <a:pt x="106285" y="116839"/>
                </a:lnTo>
                <a:lnTo>
                  <a:pt x="98928" y="111759"/>
                </a:lnTo>
                <a:lnTo>
                  <a:pt x="87284" y="100329"/>
                </a:lnTo>
                <a:lnTo>
                  <a:pt x="53717" y="67309"/>
                </a:lnTo>
                <a:lnTo>
                  <a:pt x="47280" y="57149"/>
                </a:lnTo>
                <a:lnTo>
                  <a:pt x="46514" y="55879"/>
                </a:lnTo>
                <a:lnTo>
                  <a:pt x="46590" y="54609"/>
                </a:lnTo>
                <a:lnTo>
                  <a:pt x="46667" y="53339"/>
                </a:lnTo>
                <a:lnTo>
                  <a:pt x="48583" y="50799"/>
                </a:lnTo>
                <a:lnTo>
                  <a:pt x="50652" y="52069"/>
                </a:lnTo>
                <a:lnTo>
                  <a:pt x="52519" y="52069"/>
                </a:lnTo>
                <a:lnTo>
                  <a:pt x="60154" y="58419"/>
                </a:lnTo>
                <a:lnTo>
                  <a:pt x="103959" y="58419"/>
                </a:lnTo>
                <a:lnTo>
                  <a:pt x="134868" y="86359"/>
                </a:lnTo>
                <a:lnTo>
                  <a:pt x="135404" y="87629"/>
                </a:lnTo>
                <a:lnTo>
                  <a:pt x="145443" y="87629"/>
                </a:lnTo>
                <a:lnTo>
                  <a:pt x="145443" y="95249"/>
                </a:lnTo>
                <a:lnTo>
                  <a:pt x="277359" y="95249"/>
                </a:lnTo>
                <a:lnTo>
                  <a:pt x="259544" y="102869"/>
                </a:lnTo>
                <a:lnTo>
                  <a:pt x="235348" y="111759"/>
                </a:lnTo>
                <a:lnTo>
                  <a:pt x="223207" y="115569"/>
                </a:lnTo>
                <a:lnTo>
                  <a:pt x="211037" y="120649"/>
                </a:lnTo>
                <a:lnTo>
                  <a:pt x="185826" y="129539"/>
                </a:lnTo>
                <a:lnTo>
                  <a:pt x="184983" y="129539"/>
                </a:lnTo>
                <a:lnTo>
                  <a:pt x="186669" y="130809"/>
                </a:lnTo>
                <a:lnTo>
                  <a:pt x="181305" y="130809"/>
                </a:lnTo>
                <a:lnTo>
                  <a:pt x="181075" y="132079"/>
                </a:lnTo>
                <a:lnTo>
                  <a:pt x="208231" y="153669"/>
                </a:lnTo>
                <a:lnTo>
                  <a:pt x="108047" y="153669"/>
                </a:lnTo>
                <a:lnTo>
                  <a:pt x="104292" y="154939"/>
                </a:lnTo>
                <a:lnTo>
                  <a:pt x="78775" y="160019"/>
                </a:lnTo>
                <a:lnTo>
                  <a:pt x="70556" y="161289"/>
                </a:lnTo>
                <a:lnTo>
                  <a:pt x="62338" y="163829"/>
                </a:lnTo>
                <a:lnTo>
                  <a:pt x="45901" y="167639"/>
                </a:lnTo>
                <a:lnTo>
                  <a:pt x="19234" y="170179"/>
                </a:lnTo>
                <a:lnTo>
                  <a:pt x="13793" y="171449"/>
                </a:lnTo>
                <a:close/>
              </a:path>
              <a:path w="313689" h="275590">
                <a:moveTo>
                  <a:pt x="300234" y="69849"/>
                </a:moveTo>
                <a:lnTo>
                  <a:pt x="292188" y="69849"/>
                </a:lnTo>
                <a:lnTo>
                  <a:pt x="293567" y="68579"/>
                </a:lnTo>
                <a:lnTo>
                  <a:pt x="296403" y="68579"/>
                </a:lnTo>
                <a:lnTo>
                  <a:pt x="300234" y="69849"/>
                </a:lnTo>
                <a:close/>
              </a:path>
              <a:path w="313689" h="275590">
                <a:moveTo>
                  <a:pt x="277359" y="95249"/>
                </a:moveTo>
                <a:lnTo>
                  <a:pt x="203988" y="95249"/>
                </a:lnTo>
                <a:lnTo>
                  <a:pt x="204302" y="94849"/>
                </a:lnTo>
                <a:lnTo>
                  <a:pt x="204932" y="93944"/>
                </a:lnTo>
                <a:lnTo>
                  <a:pt x="206329" y="93944"/>
                </a:lnTo>
                <a:lnTo>
                  <a:pt x="277705" y="72389"/>
                </a:lnTo>
                <a:lnTo>
                  <a:pt x="280694" y="72389"/>
                </a:lnTo>
                <a:lnTo>
                  <a:pt x="283529" y="71119"/>
                </a:lnTo>
                <a:lnTo>
                  <a:pt x="286518" y="69849"/>
                </a:lnTo>
                <a:lnTo>
                  <a:pt x="300234" y="69849"/>
                </a:lnTo>
                <a:lnTo>
                  <a:pt x="304449" y="68579"/>
                </a:lnTo>
                <a:lnTo>
                  <a:pt x="308051" y="72389"/>
                </a:lnTo>
                <a:lnTo>
                  <a:pt x="310349" y="73659"/>
                </a:lnTo>
                <a:lnTo>
                  <a:pt x="310924" y="73659"/>
                </a:lnTo>
                <a:lnTo>
                  <a:pt x="311039" y="74929"/>
                </a:lnTo>
                <a:lnTo>
                  <a:pt x="313568" y="74929"/>
                </a:lnTo>
                <a:lnTo>
                  <a:pt x="313108" y="77469"/>
                </a:lnTo>
                <a:lnTo>
                  <a:pt x="312572" y="81279"/>
                </a:lnTo>
                <a:lnTo>
                  <a:pt x="309736" y="82549"/>
                </a:lnTo>
                <a:lnTo>
                  <a:pt x="306978" y="83819"/>
                </a:lnTo>
                <a:lnTo>
                  <a:pt x="277359" y="95249"/>
                </a:lnTo>
                <a:close/>
              </a:path>
              <a:path w="313689" h="275590">
                <a:moveTo>
                  <a:pt x="310924" y="73659"/>
                </a:moveTo>
                <a:lnTo>
                  <a:pt x="310349" y="73659"/>
                </a:lnTo>
                <a:lnTo>
                  <a:pt x="310809" y="72389"/>
                </a:lnTo>
                <a:lnTo>
                  <a:pt x="310924" y="73659"/>
                </a:lnTo>
                <a:close/>
              </a:path>
              <a:path w="313689" h="275590">
                <a:moveTo>
                  <a:pt x="203988" y="95249"/>
                </a:moveTo>
                <a:lnTo>
                  <a:pt x="145596" y="95249"/>
                </a:lnTo>
                <a:lnTo>
                  <a:pt x="145596" y="77469"/>
                </a:lnTo>
                <a:lnTo>
                  <a:pt x="216403" y="77469"/>
                </a:lnTo>
                <a:lnTo>
                  <a:pt x="204302" y="94849"/>
                </a:lnTo>
                <a:lnTo>
                  <a:pt x="203988" y="95249"/>
                </a:lnTo>
                <a:close/>
              </a:path>
              <a:path w="313689" h="275590">
                <a:moveTo>
                  <a:pt x="232064" y="170179"/>
                </a:moveTo>
                <a:lnTo>
                  <a:pt x="227896" y="170179"/>
                </a:lnTo>
                <a:lnTo>
                  <a:pt x="228279" y="168909"/>
                </a:lnTo>
                <a:lnTo>
                  <a:pt x="226747" y="167639"/>
                </a:lnTo>
                <a:lnTo>
                  <a:pt x="225291" y="166369"/>
                </a:lnTo>
                <a:lnTo>
                  <a:pt x="223681" y="165099"/>
                </a:lnTo>
                <a:lnTo>
                  <a:pt x="213553" y="157479"/>
                </a:lnTo>
                <a:lnTo>
                  <a:pt x="183068" y="130809"/>
                </a:lnTo>
                <a:lnTo>
                  <a:pt x="186669" y="130809"/>
                </a:lnTo>
                <a:lnTo>
                  <a:pt x="187512" y="132079"/>
                </a:lnTo>
                <a:lnTo>
                  <a:pt x="189964" y="134619"/>
                </a:lnTo>
                <a:lnTo>
                  <a:pt x="199668" y="142239"/>
                </a:lnTo>
                <a:lnTo>
                  <a:pt x="221306" y="161289"/>
                </a:lnTo>
                <a:lnTo>
                  <a:pt x="227128" y="165099"/>
                </a:lnTo>
                <a:lnTo>
                  <a:pt x="232064" y="170179"/>
                </a:lnTo>
                <a:close/>
              </a:path>
              <a:path w="313689" h="275590">
                <a:moveTo>
                  <a:pt x="81687" y="227329"/>
                </a:moveTo>
                <a:lnTo>
                  <a:pt x="79158" y="226059"/>
                </a:lnTo>
                <a:lnTo>
                  <a:pt x="77549" y="224789"/>
                </a:lnTo>
                <a:lnTo>
                  <a:pt x="72951" y="224789"/>
                </a:lnTo>
                <a:lnTo>
                  <a:pt x="68813" y="222249"/>
                </a:lnTo>
                <a:lnTo>
                  <a:pt x="69196" y="219709"/>
                </a:lnTo>
                <a:lnTo>
                  <a:pt x="69732" y="215899"/>
                </a:lnTo>
                <a:lnTo>
                  <a:pt x="70039" y="212089"/>
                </a:lnTo>
                <a:lnTo>
                  <a:pt x="71648" y="209549"/>
                </a:lnTo>
                <a:lnTo>
                  <a:pt x="75729" y="201929"/>
                </a:lnTo>
                <a:lnTo>
                  <a:pt x="79924" y="195579"/>
                </a:lnTo>
                <a:lnTo>
                  <a:pt x="84235" y="189229"/>
                </a:lnTo>
                <a:lnTo>
                  <a:pt x="93072" y="175259"/>
                </a:lnTo>
                <a:lnTo>
                  <a:pt x="97635" y="168909"/>
                </a:lnTo>
                <a:lnTo>
                  <a:pt x="106898" y="156209"/>
                </a:lnTo>
                <a:lnTo>
                  <a:pt x="107204" y="156209"/>
                </a:lnTo>
                <a:lnTo>
                  <a:pt x="107511" y="154939"/>
                </a:lnTo>
                <a:lnTo>
                  <a:pt x="108047" y="153669"/>
                </a:lnTo>
                <a:lnTo>
                  <a:pt x="208231" y="153669"/>
                </a:lnTo>
                <a:lnTo>
                  <a:pt x="227896" y="170179"/>
                </a:lnTo>
                <a:lnTo>
                  <a:pt x="232064" y="170179"/>
                </a:lnTo>
                <a:lnTo>
                  <a:pt x="240228" y="177799"/>
                </a:lnTo>
                <a:lnTo>
                  <a:pt x="132109" y="177799"/>
                </a:lnTo>
                <a:lnTo>
                  <a:pt x="130423" y="179069"/>
                </a:lnTo>
                <a:lnTo>
                  <a:pt x="128661" y="181609"/>
                </a:lnTo>
                <a:lnTo>
                  <a:pt x="127051" y="182879"/>
                </a:lnTo>
                <a:lnTo>
                  <a:pt x="114570" y="198119"/>
                </a:lnTo>
                <a:lnTo>
                  <a:pt x="108355" y="204469"/>
                </a:lnTo>
                <a:lnTo>
                  <a:pt x="98469" y="217169"/>
                </a:lnTo>
                <a:lnTo>
                  <a:pt x="96476" y="218439"/>
                </a:lnTo>
                <a:lnTo>
                  <a:pt x="95940" y="219709"/>
                </a:lnTo>
                <a:lnTo>
                  <a:pt x="92568" y="219709"/>
                </a:lnTo>
                <a:lnTo>
                  <a:pt x="90576" y="220979"/>
                </a:lnTo>
                <a:lnTo>
                  <a:pt x="88813" y="223519"/>
                </a:lnTo>
                <a:lnTo>
                  <a:pt x="84905" y="223519"/>
                </a:lnTo>
                <a:lnTo>
                  <a:pt x="84445" y="224789"/>
                </a:lnTo>
                <a:lnTo>
                  <a:pt x="81687" y="227329"/>
                </a:lnTo>
                <a:close/>
              </a:path>
              <a:path w="313689" h="275590">
                <a:moveTo>
                  <a:pt x="161611" y="275589"/>
                </a:moveTo>
                <a:lnTo>
                  <a:pt x="143807" y="275589"/>
                </a:lnTo>
                <a:lnTo>
                  <a:pt x="141841" y="273049"/>
                </a:lnTo>
                <a:lnTo>
                  <a:pt x="140921" y="267969"/>
                </a:lnTo>
                <a:lnTo>
                  <a:pt x="139695" y="264159"/>
                </a:lnTo>
                <a:lnTo>
                  <a:pt x="137656" y="253999"/>
                </a:lnTo>
                <a:lnTo>
                  <a:pt x="136027" y="246379"/>
                </a:lnTo>
                <a:lnTo>
                  <a:pt x="134814" y="237489"/>
                </a:lnTo>
                <a:lnTo>
                  <a:pt x="134025" y="227329"/>
                </a:lnTo>
                <a:lnTo>
                  <a:pt x="133963" y="226059"/>
                </a:lnTo>
                <a:lnTo>
                  <a:pt x="133841" y="223519"/>
                </a:lnTo>
                <a:lnTo>
                  <a:pt x="133719" y="220979"/>
                </a:lnTo>
                <a:lnTo>
                  <a:pt x="133596" y="218439"/>
                </a:lnTo>
                <a:lnTo>
                  <a:pt x="133474" y="215899"/>
                </a:lnTo>
                <a:lnTo>
                  <a:pt x="133357" y="212089"/>
                </a:lnTo>
                <a:lnTo>
                  <a:pt x="133241" y="208279"/>
                </a:lnTo>
                <a:lnTo>
                  <a:pt x="133124" y="204469"/>
                </a:lnTo>
                <a:lnTo>
                  <a:pt x="133095" y="203199"/>
                </a:lnTo>
                <a:lnTo>
                  <a:pt x="132978" y="198119"/>
                </a:lnTo>
                <a:lnTo>
                  <a:pt x="132861" y="193039"/>
                </a:lnTo>
                <a:lnTo>
                  <a:pt x="132763" y="189229"/>
                </a:lnTo>
                <a:lnTo>
                  <a:pt x="132645" y="180339"/>
                </a:lnTo>
                <a:lnTo>
                  <a:pt x="132415" y="179069"/>
                </a:lnTo>
                <a:lnTo>
                  <a:pt x="132109" y="177799"/>
                </a:lnTo>
                <a:lnTo>
                  <a:pt x="240228" y="177799"/>
                </a:lnTo>
                <a:lnTo>
                  <a:pt x="241041" y="179069"/>
                </a:lnTo>
                <a:lnTo>
                  <a:pt x="174332" y="179069"/>
                </a:lnTo>
                <a:lnTo>
                  <a:pt x="173872" y="182879"/>
                </a:lnTo>
                <a:lnTo>
                  <a:pt x="173489" y="186689"/>
                </a:lnTo>
                <a:lnTo>
                  <a:pt x="173029" y="189229"/>
                </a:lnTo>
                <a:lnTo>
                  <a:pt x="172903" y="190499"/>
                </a:lnTo>
                <a:lnTo>
                  <a:pt x="141151" y="190499"/>
                </a:lnTo>
                <a:lnTo>
                  <a:pt x="141151" y="214629"/>
                </a:lnTo>
                <a:lnTo>
                  <a:pt x="171594" y="214629"/>
                </a:lnTo>
                <a:lnTo>
                  <a:pt x="171721" y="227329"/>
                </a:lnTo>
                <a:lnTo>
                  <a:pt x="171833" y="231755"/>
                </a:lnTo>
                <a:lnTo>
                  <a:pt x="172401" y="246379"/>
                </a:lnTo>
                <a:lnTo>
                  <a:pt x="172493" y="248919"/>
                </a:lnTo>
                <a:lnTo>
                  <a:pt x="171803" y="253999"/>
                </a:lnTo>
                <a:lnTo>
                  <a:pt x="171343" y="259079"/>
                </a:lnTo>
                <a:lnTo>
                  <a:pt x="171113" y="260349"/>
                </a:lnTo>
                <a:lnTo>
                  <a:pt x="170730" y="261619"/>
                </a:lnTo>
                <a:lnTo>
                  <a:pt x="170462" y="262889"/>
                </a:lnTo>
                <a:lnTo>
                  <a:pt x="167435" y="262889"/>
                </a:lnTo>
                <a:lnTo>
                  <a:pt x="166822" y="264159"/>
                </a:lnTo>
                <a:lnTo>
                  <a:pt x="165136" y="267969"/>
                </a:lnTo>
                <a:lnTo>
                  <a:pt x="164063" y="269239"/>
                </a:lnTo>
                <a:lnTo>
                  <a:pt x="163757" y="270509"/>
                </a:lnTo>
                <a:lnTo>
                  <a:pt x="162761" y="271779"/>
                </a:lnTo>
                <a:lnTo>
                  <a:pt x="161688" y="271779"/>
                </a:lnTo>
                <a:lnTo>
                  <a:pt x="161765" y="274319"/>
                </a:lnTo>
                <a:lnTo>
                  <a:pt x="161611" y="275589"/>
                </a:lnTo>
                <a:close/>
              </a:path>
              <a:path w="313689" h="275590">
                <a:moveTo>
                  <a:pt x="263222" y="242569"/>
                </a:moveTo>
                <a:lnTo>
                  <a:pt x="258778" y="242569"/>
                </a:lnTo>
                <a:lnTo>
                  <a:pt x="256632" y="241299"/>
                </a:lnTo>
                <a:lnTo>
                  <a:pt x="254640" y="240029"/>
                </a:lnTo>
                <a:lnTo>
                  <a:pt x="246201" y="234949"/>
                </a:lnTo>
                <a:lnTo>
                  <a:pt x="237992" y="229869"/>
                </a:lnTo>
                <a:lnTo>
                  <a:pt x="229984" y="223519"/>
                </a:lnTo>
                <a:lnTo>
                  <a:pt x="222149" y="217169"/>
                </a:lnTo>
                <a:lnTo>
                  <a:pt x="217704" y="214629"/>
                </a:lnTo>
                <a:lnTo>
                  <a:pt x="212953" y="212089"/>
                </a:lnTo>
                <a:lnTo>
                  <a:pt x="208585" y="208279"/>
                </a:lnTo>
                <a:lnTo>
                  <a:pt x="182761" y="186689"/>
                </a:lnTo>
                <a:lnTo>
                  <a:pt x="180462" y="184149"/>
                </a:lnTo>
                <a:lnTo>
                  <a:pt x="178317" y="181609"/>
                </a:lnTo>
                <a:lnTo>
                  <a:pt x="176094" y="180339"/>
                </a:lnTo>
                <a:lnTo>
                  <a:pt x="175481" y="179069"/>
                </a:lnTo>
                <a:lnTo>
                  <a:pt x="241041" y="179069"/>
                </a:lnTo>
                <a:lnTo>
                  <a:pt x="244295" y="181609"/>
                </a:lnTo>
                <a:lnTo>
                  <a:pt x="246210" y="184149"/>
                </a:lnTo>
                <a:lnTo>
                  <a:pt x="247896" y="185419"/>
                </a:lnTo>
                <a:lnTo>
                  <a:pt x="249812" y="187959"/>
                </a:lnTo>
                <a:lnTo>
                  <a:pt x="252494" y="190499"/>
                </a:lnTo>
                <a:lnTo>
                  <a:pt x="253414" y="193039"/>
                </a:lnTo>
                <a:lnTo>
                  <a:pt x="253873" y="196849"/>
                </a:lnTo>
                <a:lnTo>
                  <a:pt x="253279" y="198119"/>
                </a:lnTo>
                <a:lnTo>
                  <a:pt x="253107" y="198119"/>
                </a:lnTo>
                <a:lnTo>
                  <a:pt x="271466" y="215899"/>
                </a:lnTo>
                <a:lnTo>
                  <a:pt x="269506" y="215899"/>
                </a:lnTo>
                <a:lnTo>
                  <a:pt x="269812" y="218439"/>
                </a:lnTo>
                <a:lnTo>
                  <a:pt x="273107" y="218439"/>
                </a:lnTo>
                <a:lnTo>
                  <a:pt x="272686" y="219709"/>
                </a:lnTo>
                <a:lnTo>
                  <a:pt x="267820" y="219709"/>
                </a:lnTo>
                <a:lnTo>
                  <a:pt x="268950" y="222249"/>
                </a:lnTo>
                <a:lnTo>
                  <a:pt x="243528" y="222249"/>
                </a:lnTo>
                <a:lnTo>
                  <a:pt x="243145" y="223519"/>
                </a:lnTo>
                <a:lnTo>
                  <a:pt x="244755" y="224789"/>
                </a:lnTo>
                <a:lnTo>
                  <a:pt x="246287" y="226059"/>
                </a:lnTo>
                <a:lnTo>
                  <a:pt x="247973" y="227329"/>
                </a:lnTo>
                <a:lnTo>
                  <a:pt x="252188" y="229869"/>
                </a:lnTo>
                <a:lnTo>
                  <a:pt x="256479" y="233679"/>
                </a:lnTo>
                <a:lnTo>
                  <a:pt x="260617" y="236219"/>
                </a:lnTo>
                <a:lnTo>
                  <a:pt x="262533" y="237489"/>
                </a:lnTo>
                <a:lnTo>
                  <a:pt x="264295" y="238759"/>
                </a:lnTo>
                <a:lnTo>
                  <a:pt x="266287" y="241299"/>
                </a:lnTo>
                <a:lnTo>
                  <a:pt x="265751" y="241299"/>
                </a:lnTo>
                <a:lnTo>
                  <a:pt x="263222" y="242569"/>
                </a:lnTo>
                <a:close/>
              </a:path>
              <a:path w="313689" h="275590">
                <a:moveTo>
                  <a:pt x="171594" y="214629"/>
                </a:moveTo>
                <a:lnTo>
                  <a:pt x="142147" y="214629"/>
                </a:lnTo>
                <a:lnTo>
                  <a:pt x="142147" y="191769"/>
                </a:lnTo>
                <a:lnTo>
                  <a:pt x="141688" y="191769"/>
                </a:lnTo>
                <a:lnTo>
                  <a:pt x="141458" y="190499"/>
                </a:lnTo>
                <a:lnTo>
                  <a:pt x="172903" y="190499"/>
                </a:lnTo>
                <a:lnTo>
                  <a:pt x="171997" y="201929"/>
                </a:lnTo>
                <a:lnTo>
                  <a:pt x="171896" y="203199"/>
                </a:lnTo>
                <a:lnTo>
                  <a:pt x="171863" y="204469"/>
                </a:lnTo>
                <a:lnTo>
                  <a:pt x="171762" y="208279"/>
                </a:lnTo>
                <a:lnTo>
                  <a:pt x="171661" y="212089"/>
                </a:lnTo>
                <a:lnTo>
                  <a:pt x="171594" y="214629"/>
                </a:lnTo>
                <a:close/>
              </a:path>
              <a:path w="313689" h="275590">
                <a:moveTo>
                  <a:pt x="272265" y="217169"/>
                </a:moveTo>
                <a:lnTo>
                  <a:pt x="271958" y="217169"/>
                </a:lnTo>
                <a:lnTo>
                  <a:pt x="269506" y="215899"/>
                </a:lnTo>
                <a:lnTo>
                  <a:pt x="271466" y="215899"/>
                </a:lnTo>
                <a:lnTo>
                  <a:pt x="272265" y="217169"/>
                </a:lnTo>
                <a:close/>
              </a:path>
              <a:path w="313689" h="275590">
                <a:moveTo>
                  <a:pt x="272265" y="220979"/>
                </a:moveTo>
                <a:lnTo>
                  <a:pt x="267820" y="219709"/>
                </a:lnTo>
                <a:lnTo>
                  <a:pt x="272686" y="219709"/>
                </a:lnTo>
                <a:lnTo>
                  <a:pt x="272265" y="220979"/>
                </a:lnTo>
                <a:close/>
              </a:path>
              <a:path w="313689" h="275590">
                <a:moveTo>
                  <a:pt x="268740" y="238759"/>
                </a:moveTo>
                <a:lnTo>
                  <a:pt x="267130" y="237489"/>
                </a:lnTo>
                <a:lnTo>
                  <a:pt x="262762" y="234949"/>
                </a:lnTo>
                <a:lnTo>
                  <a:pt x="258471" y="231139"/>
                </a:lnTo>
                <a:lnTo>
                  <a:pt x="254103" y="229869"/>
                </a:lnTo>
                <a:lnTo>
                  <a:pt x="251345" y="227329"/>
                </a:lnTo>
                <a:lnTo>
                  <a:pt x="248663" y="224789"/>
                </a:lnTo>
                <a:lnTo>
                  <a:pt x="245827" y="223519"/>
                </a:lnTo>
                <a:lnTo>
                  <a:pt x="244295" y="223519"/>
                </a:lnTo>
                <a:lnTo>
                  <a:pt x="243528" y="222249"/>
                </a:lnTo>
                <a:lnTo>
                  <a:pt x="268950" y="222249"/>
                </a:lnTo>
                <a:lnTo>
                  <a:pt x="271211" y="227329"/>
                </a:lnTo>
                <a:lnTo>
                  <a:pt x="265751" y="227329"/>
                </a:lnTo>
                <a:lnTo>
                  <a:pt x="269531" y="231139"/>
                </a:lnTo>
                <a:lnTo>
                  <a:pt x="267897" y="231139"/>
                </a:lnTo>
                <a:lnTo>
                  <a:pt x="269494" y="231755"/>
                </a:lnTo>
                <a:lnTo>
                  <a:pt x="269825" y="232303"/>
                </a:lnTo>
                <a:lnTo>
                  <a:pt x="270115" y="232617"/>
                </a:lnTo>
                <a:lnTo>
                  <a:pt x="271268" y="233679"/>
                </a:lnTo>
                <a:lnTo>
                  <a:pt x="271651" y="234949"/>
                </a:lnTo>
                <a:lnTo>
                  <a:pt x="269966" y="237489"/>
                </a:lnTo>
                <a:lnTo>
                  <a:pt x="268740" y="238759"/>
                </a:lnTo>
                <a:close/>
              </a:path>
              <a:path w="313689" h="275590">
                <a:moveTo>
                  <a:pt x="272341" y="229869"/>
                </a:moveTo>
                <a:lnTo>
                  <a:pt x="271728" y="229869"/>
                </a:lnTo>
                <a:lnTo>
                  <a:pt x="266058" y="227329"/>
                </a:lnTo>
                <a:lnTo>
                  <a:pt x="271211" y="227329"/>
                </a:lnTo>
                <a:lnTo>
                  <a:pt x="272341" y="229869"/>
                </a:lnTo>
                <a:close/>
              </a:path>
              <a:path w="313689" h="275590">
                <a:moveTo>
                  <a:pt x="269494" y="231755"/>
                </a:moveTo>
                <a:lnTo>
                  <a:pt x="267897" y="231139"/>
                </a:lnTo>
                <a:lnTo>
                  <a:pt x="269123" y="231139"/>
                </a:lnTo>
                <a:lnTo>
                  <a:pt x="269494" y="231755"/>
                </a:lnTo>
                <a:close/>
              </a:path>
              <a:path w="313689" h="275590">
                <a:moveTo>
                  <a:pt x="271731" y="232617"/>
                </a:moveTo>
                <a:lnTo>
                  <a:pt x="269494" y="231755"/>
                </a:lnTo>
                <a:lnTo>
                  <a:pt x="269123" y="231139"/>
                </a:lnTo>
                <a:lnTo>
                  <a:pt x="269531" y="231139"/>
                </a:lnTo>
                <a:lnTo>
                  <a:pt x="271731" y="232617"/>
                </a:lnTo>
                <a:close/>
              </a:path>
              <a:path w="313689" h="275590">
                <a:moveTo>
                  <a:pt x="170194" y="264159"/>
                </a:moveTo>
                <a:lnTo>
                  <a:pt x="168815" y="264159"/>
                </a:lnTo>
                <a:lnTo>
                  <a:pt x="167742" y="262889"/>
                </a:lnTo>
                <a:lnTo>
                  <a:pt x="170462" y="262889"/>
                </a:lnTo>
                <a:lnTo>
                  <a:pt x="170194" y="264159"/>
                </a:lnTo>
                <a:close/>
              </a:path>
            </a:pathLst>
          </a:custGeom>
          <a:solidFill>
            <a:srgbClr val="E16E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676772" y="8567209"/>
            <a:ext cx="313690" cy="275590"/>
          </a:xfrm>
          <a:custGeom>
            <a:avLst/>
            <a:gdLst/>
            <a:ahLst/>
            <a:cxnLst/>
            <a:rect l="l" t="t" r="r" b="b"/>
            <a:pathLst>
              <a:path w="313689" h="275590">
                <a:moveTo>
                  <a:pt x="145443" y="87629"/>
                </a:moveTo>
                <a:lnTo>
                  <a:pt x="136860" y="87629"/>
                </a:lnTo>
                <a:lnTo>
                  <a:pt x="137166" y="86359"/>
                </a:lnTo>
                <a:lnTo>
                  <a:pt x="138966" y="58419"/>
                </a:lnTo>
                <a:lnTo>
                  <a:pt x="139048" y="57149"/>
                </a:lnTo>
                <a:lnTo>
                  <a:pt x="139130" y="55879"/>
                </a:lnTo>
                <a:lnTo>
                  <a:pt x="139212" y="54609"/>
                </a:lnTo>
                <a:lnTo>
                  <a:pt x="139294" y="53339"/>
                </a:lnTo>
                <a:lnTo>
                  <a:pt x="139376" y="52069"/>
                </a:lnTo>
                <a:lnTo>
                  <a:pt x="139453" y="50799"/>
                </a:lnTo>
                <a:lnTo>
                  <a:pt x="139531" y="49529"/>
                </a:lnTo>
                <a:lnTo>
                  <a:pt x="139608" y="48259"/>
                </a:lnTo>
                <a:lnTo>
                  <a:pt x="139686" y="46989"/>
                </a:lnTo>
                <a:lnTo>
                  <a:pt x="139759" y="45796"/>
                </a:lnTo>
                <a:lnTo>
                  <a:pt x="139841" y="44449"/>
                </a:lnTo>
                <a:lnTo>
                  <a:pt x="139919" y="43179"/>
                </a:lnTo>
                <a:lnTo>
                  <a:pt x="139996" y="41909"/>
                </a:lnTo>
                <a:lnTo>
                  <a:pt x="140074" y="40639"/>
                </a:lnTo>
                <a:lnTo>
                  <a:pt x="140151" y="39369"/>
                </a:lnTo>
                <a:lnTo>
                  <a:pt x="140229" y="38099"/>
                </a:lnTo>
                <a:lnTo>
                  <a:pt x="140306" y="36829"/>
                </a:lnTo>
                <a:lnTo>
                  <a:pt x="140384" y="35559"/>
                </a:lnTo>
                <a:lnTo>
                  <a:pt x="145979" y="2539"/>
                </a:lnTo>
                <a:lnTo>
                  <a:pt x="147358" y="0"/>
                </a:lnTo>
                <a:lnTo>
                  <a:pt x="149274" y="0"/>
                </a:lnTo>
                <a:lnTo>
                  <a:pt x="151343" y="1269"/>
                </a:lnTo>
                <a:lnTo>
                  <a:pt x="153412" y="5079"/>
                </a:lnTo>
                <a:lnTo>
                  <a:pt x="176452" y="5079"/>
                </a:lnTo>
                <a:lnTo>
                  <a:pt x="176937" y="6349"/>
                </a:lnTo>
                <a:lnTo>
                  <a:pt x="177550" y="7619"/>
                </a:lnTo>
                <a:lnTo>
                  <a:pt x="178010" y="8889"/>
                </a:lnTo>
                <a:lnTo>
                  <a:pt x="178776" y="10159"/>
                </a:lnTo>
                <a:lnTo>
                  <a:pt x="179389" y="12699"/>
                </a:lnTo>
                <a:lnTo>
                  <a:pt x="181458" y="12699"/>
                </a:lnTo>
                <a:lnTo>
                  <a:pt x="182761" y="16509"/>
                </a:lnTo>
                <a:lnTo>
                  <a:pt x="184031" y="29209"/>
                </a:lnTo>
                <a:lnTo>
                  <a:pt x="184234" y="31749"/>
                </a:lnTo>
                <a:lnTo>
                  <a:pt x="184336" y="33019"/>
                </a:lnTo>
                <a:lnTo>
                  <a:pt x="184437" y="34289"/>
                </a:lnTo>
                <a:lnTo>
                  <a:pt x="184539" y="35559"/>
                </a:lnTo>
                <a:lnTo>
                  <a:pt x="184640" y="36829"/>
                </a:lnTo>
                <a:lnTo>
                  <a:pt x="184741" y="38099"/>
                </a:lnTo>
                <a:lnTo>
                  <a:pt x="184843" y="39369"/>
                </a:lnTo>
                <a:lnTo>
                  <a:pt x="184944" y="40639"/>
                </a:lnTo>
                <a:lnTo>
                  <a:pt x="185046" y="41909"/>
                </a:lnTo>
                <a:lnTo>
                  <a:pt x="185147" y="43179"/>
                </a:lnTo>
                <a:lnTo>
                  <a:pt x="185249" y="44449"/>
                </a:lnTo>
                <a:lnTo>
                  <a:pt x="185356" y="45796"/>
                </a:lnTo>
                <a:lnTo>
                  <a:pt x="185452" y="46989"/>
                </a:lnTo>
                <a:lnTo>
                  <a:pt x="185549" y="48259"/>
                </a:lnTo>
                <a:lnTo>
                  <a:pt x="185646" y="49529"/>
                </a:lnTo>
                <a:lnTo>
                  <a:pt x="185743" y="50799"/>
                </a:lnTo>
                <a:lnTo>
                  <a:pt x="185841" y="52069"/>
                </a:lnTo>
                <a:lnTo>
                  <a:pt x="185938" y="53339"/>
                </a:lnTo>
                <a:lnTo>
                  <a:pt x="186035" y="54609"/>
                </a:lnTo>
                <a:lnTo>
                  <a:pt x="186133" y="55879"/>
                </a:lnTo>
                <a:lnTo>
                  <a:pt x="186516" y="57149"/>
                </a:lnTo>
                <a:lnTo>
                  <a:pt x="231361" y="57149"/>
                </a:lnTo>
                <a:lnTo>
                  <a:pt x="216403" y="77469"/>
                </a:lnTo>
                <a:lnTo>
                  <a:pt x="145443" y="77469"/>
                </a:lnTo>
                <a:lnTo>
                  <a:pt x="145443" y="87629"/>
                </a:lnTo>
                <a:close/>
              </a:path>
              <a:path w="313689" h="275590">
                <a:moveTo>
                  <a:pt x="176452" y="5079"/>
                </a:moveTo>
                <a:lnTo>
                  <a:pt x="153412" y="5079"/>
                </a:lnTo>
                <a:lnTo>
                  <a:pt x="154638" y="3809"/>
                </a:lnTo>
                <a:lnTo>
                  <a:pt x="154561" y="2539"/>
                </a:lnTo>
                <a:lnTo>
                  <a:pt x="154485" y="1269"/>
                </a:lnTo>
                <a:lnTo>
                  <a:pt x="157167" y="0"/>
                </a:lnTo>
                <a:lnTo>
                  <a:pt x="160309" y="0"/>
                </a:lnTo>
                <a:lnTo>
                  <a:pt x="162837" y="1269"/>
                </a:lnTo>
                <a:lnTo>
                  <a:pt x="168125" y="1269"/>
                </a:lnTo>
                <a:lnTo>
                  <a:pt x="170884" y="2539"/>
                </a:lnTo>
                <a:lnTo>
                  <a:pt x="173182" y="3809"/>
                </a:lnTo>
                <a:lnTo>
                  <a:pt x="175481" y="3809"/>
                </a:lnTo>
                <a:lnTo>
                  <a:pt x="176452" y="5079"/>
                </a:lnTo>
                <a:close/>
              </a:path>
              <a:path w="313689" h="275590">
                <a:moveTo>
                  <a:pt x="168125" y="1269"/>
                </a:moveTo>
                <a:lnTo>
                  <a:pt x="162837" y="1269"/>
                </a:lnTo>
                <a:lnTo>
                  <a:pt x="165673" y="0"/>
                </a:lnTo>
                <a:lnTo>
                  <a:pt x="168125" y="1269"/>
                </a:lnTo>
                <a:close/>
              </a:path>
              <a:path w="313689" h="275590">
                <a:moveTo>
                  <a:pt x="181458" y="12699"/>
                </a:moveTo>
                <a:lnTo>
                  <a:pt x="179389" y="12699"/>
                </a:lnTo>
                <a:lnTo>
                  <a:pt x="179926" y="11429"/>
                </a:lnTo>
                <a:lnTo>
                  <a:pt x="178930" y="7619"/>
                </a:lnTo>
                <a:lnTo>
                  <a:pt x="180309" y="7619"/>
                </a:lnTo>
                <a:lnTo>
                  <a:pt x="180462" y="8889"/>
                </a:lnTo>
                <a:lnTo>
                  <a:pt x="181458" y="12699"/>
                </a:lnTo>
                <a:close/>
              </a:path>
              <a:path w="313689" h="275590">
                <a:moveTo>
                  <a:pt x="231361" y="57149"/>
                </a:moveTo>
                <a:lnTo>
                  <a:pt x="186516" y="57149"/>
                </a:lnTo>
                <a:lnTo>
                  <a:pt x="189734" y="53339"/>
                </a:lnTo>
                <a:lnTo>
                  <a:pt x="192800" y="49529"/>
                </a:lnTo>
                <a:lnTo>
                  <a:pt x="195788" y="46989"/>
                </a:lnTo>
                <a:lnTo>
                  <a:pt x="198087" y="43179"/>
                </a:lnTo>
                <a:lnTo>
                  <a:pt x="200079" y="40639"/>
                </a:lnTo>
                <a:lnTo>
                  <a:pt x="202838" y="39369"/>
                </a:lnTo>
                <a:lnTo>
                  <a:pt x="207819" y="35559"/>
                </a:lnTo>
                <a:lnTo>
                  <a:pt x="211344" y="31749"/>
                </a:lnTo>
                <a:lnTo>
                  <a:pt x="215712" y="26669"/>
                </a:lnTo>
                <a:lnTo>
                  <a:pt x="217704" y="25399"/>
                </a:lnTo>
                <a:lnTo>
                  <a:pt x="219467" y="22859"/>
                </a:lnTo>
                <a:lnTo>
                  <a:pt x="220923" y="20319"/>
                </a:lnTo>
                <a:lnTo>
                  <a:pt x="223911" y="16509"/>
                </a:lnTo>
                <a:lnTo>
                  <a:pt x="227436" y="12699"/>
                </a:lnTo>
                <a:lnTo>
                  <a:pt x="231881" y="10159"/>
                </a:lnTo>
                <a:lnTo>
                  <a:pt x="233413" y="8889"/>
                </a:lnTo>
                <a:lnTo>
                  <a:pt x="234256" y="8889"/>
                </a:lnTo>
                <a:lnTo>
                  <a:pt x="235942" y="7619"/>
                </a:lnTo>
                <a:lnTo>
                  <a:pt x="237168" y="8889"/>
                </a:lnTo>
                <a:lnTo>
                  <a:pt x="237475" y="10159"/>
                </a:lnTo>
                <a:lnTo>
                  <a:pt x="252749" y="10159"/>
                </a:lnTo>
                <a:lnTo>
                  <a:pt x="253260" y="11429"/>
                </a:lnTo>
                <a:lnTo>
                  <a:pt x="255406" y="11429"/>
                </a:lnTo>
                <a:lnTo>
                  <a:pt x="255789" y="12699"/>
                </a:lnTo>
                <a:lnTo>
                  <a:pt x="256019" y="13969"/>
                </a:lnTo>
                <a:lnTo>
                  <a:pt x="255942" y="15239"/>
                </a:lnTo>
                <a:lnTo>
                  <a:pt x="255636" y="16509"/>
                </a:lnTo>
                <a:lnTo>
                  <a:pt x="255253" y="19049"/>
                </a:lnTo>
                <a:lnTo>
                  <a:pt x="254716" y="20319"/>
                </a:lnTo>
                <a:lnTo>
                  <a:pt x="257694" y="20319"/>
                </a:lnTo>
                <a:lnTo>
                  <a:pt x="257168" y="22859"/>
                </a:lnTo>
                <a:lnTo>
                  <a:pt x="254333" y="26669"/>
                </a:lnTo>
                <a:lnTo>
                  <a:pt x="250961" y="31749"/>
                </a:lnTo>
                <a:lnTo>
                  <a:pt x="231361" y="57149"/>
                </a:lnTo>
                <a:close/>
              </a:path>
              <a:path w="313689" h="275590">
                <a:moveTo>
                  <a:pt x="244908" y="8889"/>
                </a:moveTo>
                <a:lnTo>
                  <a:pt x="240157" y="8889"/>
                </a:lnTo>
                <a:lnTo>
                  <a:pt x="241689" y="7619"/>
                </a:lnTo>
                <a:lnTo>
                  <a:pt x="243682" y="7619"/>
                </a:lnTo>
                <a:lnTo>
                  <a:pt x="244908" y="8889"/>
                </a:lnTo>
                <a:close/>
              </a:path>
              <a:path w="313689" h="275590">
                <a:moveTo>
                  <a:pt x="252749" y="10159"/>
                </a:moveTo>
                <a:lnTo>
                  <a:pt x="237475" y="10159"/>
                </a:lnTo>
                <a:lnTo>
                  <a:pt x="239314" y="8889"/>
                </a:lnTo>
                <a:lnTo>
                  <a:pt x="252494" y="8889"/>
                </a:lnTo>
                <a:lnTo>
                  <a:pt x="252749" y="10159"/>
                </a:lnTo>
                <a:close/>
              </a:path>
              <a:path w="313689" h="275590">
                <a:moveTo>
                  <a:pt x="257694" y="20319"/>
                </a:moveTo>
                <a:lnTo>
                  <a:pt x="255253" y="20319"/>
                </a:lnTo>
                <a:lnTo>
                  <a:pt x="258011" y="15239"/>
                </a:lnTo>
                <a:lnTo>
                  <a:pt x="258548" y="15239"/>
                </a:lnTo>
                <a:lnTo>
                  <a:pt x="258548" y="16509"/>
                </a:lnTo>
                <a:lnTo>
                  <a:pt x="258395" y="16509"/>
                </a:lnTo>
                <a:lnTo>
                  <a:pt x="257694" y="20319"/>
                </a:lnTo>
                <a:close/>
              </a:path>
              <a:path w="313689" h="275590">
                <a:moveTo>
                  <a:pt x="81916" y="38099"/>
                </a:moveTo>
                <a:lnTo>
                  <a:pt x="76629" y="38099"/>
                </a:lnTo>
                <a:lnTo>
                  <a:pt x="75480" y="35559"/>
                </a:lnTo>
                <a:lnTo>
                  <a:pt x="74254" y="34289"/>
                </a:lnTo>
                <a:lnTo>
                  <a:pt x="73104" y="31749"/>
                </a:lnTo>
                <a:lnTo>
                  <a:pt x="74790" y="31749"/>
                </a:lnTo>
                <a:lnTo>
                  <a:pt x="76936" y="34289"/>
                </a:lnTo>
                <a:lnTo>
                  <a:pt x="81916" y="38099"/>
                </a:lnTo>
                <a:close/>
              </a:path>
              <a:path w="313689" h="275590">
                <a:moveTo>
                  <a:pt x="88552" y="44449"/>
                </a:moveTo>
                <a:lnTo>
                  <a:pt x="62223" y="44449"/>
                </a:lnTo>
                <a:lnTo>
                  <a:pt x="61303" y="43179"/>
                </a:lnTo>
                <a:lnTo>
                  <a:pt x="60460" y="41909"/>
                </a:lnTo>
                <a:lnTo>
                  <a:pt x="58506" y="39369"/>
                </a:lnTo>
                <a:lnTo>
                  <a:pt x="70499" y="39369"/>
                </a:lnTo>
                <a:lnTo>
                  <a:pt x="69503" y="38099"/>
                </a:lnTo>
                <a:lnTo>
                  <a:pt x="67357" y="34289"/>
                </a:lnTo>
                <a:lnTo>
                  <a:pt x="68813" y="33019"/>
                </a:lnTo>
                <a:lnTo>
                  <a:pt x="69962" y="33019"/>
                </a:lnTo>
                <a:lnTo>
                  <a:pt x="71418" y="34289"/>
                </a:lnTo>
                <a:lnTo>
                  <a:pt x="72951" y="35559"/>
                </a:lnTo>
                <a:lnTo>
                  <a:pt x="74713" y="38099"/>
                </a:lnTo>
                <a:lnTo>
                  <a:pt x="81916" y="38099"/>
                </a:lnTo>
                <a:lnTo>
                  <a:pt x="82746" y="39369"/>
                </a:lnTo>
                <a:lnTo>
                  <a:pt x="88552" y="44449"/>
                </a:lnTo>
                <a:close/>
              </a:path>
              <a:path w="313689" h="275590">
                <a:moveTo>
                  <a:pt x="70499" y="39369"/>
                </a:moveTo>
                <a:lnTo>
                  <a:pt x="58698" y="39369"/>
                </a:lnTo>
                <a:lnTo>
                  <a:pt x="59847" y="38099"/>
                </a:lnTo>
                <a:lnTo>
                  <a:pt x="61456" y="38099"/>
                </a:lnTo>
                <a:lnTo>
                  <a:pt x="62989" y="36829"/>
                </a:lnTo>
                <a:lnTo>
                  <a:pt x="64675" y="35559"/>
                </a:lnTo>
                <a:lnTo>
                  <a:pt x="66667" y="35559"/>
                </a:lnTo>
                <a:lnTo>
                  <a:pt x="67893" y="36829"/>
                </a:lnTo>
                <a:lnTo>
                  <a:pt x="70499" y="39369"/>
                </a:lnTo>
                <a:close/>
              </a:path>
              <a:path w="313689" h="275590">
                <a:moveTo>
                  <a:pt x="103959" y="58419"/>
                </a:moveTo>
                <a:lnTo>
                  <a:pt x="60154" y="58419"/>
                </a:lnTo>
                <a:lnTo>
                  <a:pt x="60843" y="57149"/>
                </a:lnTo>
                <a:lnTo>
                  <a:pt x="60307" y="57149"/>
                </a:lnTo>
                <a:lnTo>
                  <a:pt x="53564" y="48259"/>
                </a:lnTo>
                <a:lnTo>
                  <a:pt x="51955" y="45796"/>
                </a:lnTo>
                <a:lnTo>
                  <a:pt x="54560" y="43179"/>
                </a:lnTo>
                <a:lnTo>
                  <a:pt x="56016" y="41909"/>
                </a:lnTo>
                <a:lnTo>
                  <a:pt x="56859" y="43179"/>
                </a:lnTo>
                <a:lnTo>
                  <a:pt x="60230" y="43179"/>
                </a:lnTo>
                <a:lnTo>
                  <a:pt x="60767" y="44449"/>
                </a:lnTo>
                <a:lnTo>
                  <a:pt x="88552" y="44449"/>
                </a:lnTo>
                <a:lnTo>
                  <a:pt x="99317" y="54609"/>
                </a:lnTo>
                <a:lnTo>
                  <a:pt x="103959" y="58419"/>
                </a:lnTo>
                <a:close/>
              </a:path>
              <a:path w="313689" h="275590">
                <a:moveTo>
                  <a:pt x="60230" y="43179"/>
                </a:moveTo>
                <a:lnTo>
                  <a:pt x="58621" y="43179"/>
                </a:lnTo>
                <a:lnTo>
                  <a:pt x="58161" y="41909"/>
                </a:lnTo>
                <a:lnTo>
                  <a:pt x="60230" y="43179"/>
                </a:lnTo>
                <a:close/>
              </a:path>
              <a:path w="313689" h="275590">
                <a:moveTo>
                  <a:pt x="52519" y="52069"/>
                </a:moveTo>
                <a:lnTo>
                  <a:pt x="50882" y="52069"/>
                </a:lnTo>
                <a:lnTo>
                  <a:pt x="49349" y="49529"/>
                </a:lnTo>
                <a:lnTo>
                  <a:pt x="49655" y="49529"/>
                </a:lnTo>
                <a:lnTo>
                  <a:pt x="52519" y="52069"/>
                </a:lnTo>
                <a:close/>
              </a:path>
              <a:path w="313689" h="275590">
                <a:moveTo>
                  <a:pt x="13793" y="171449"/>
                </a:moveTo>
                <a:lnTo>
                  <a:pt x="8812" y="168909"/>
                </a:lnTo>
                <a:lnTo>
                  <a:pt x="4214" y="166369"/>
                </a:lnTo>
                <a:lnTo>
                  <a:pt x="842" y="165099"/>
                </a:lnTo>
                <a:lnTo>
                  <a:pt x="0" y="161289"/>
                </a:lnTo>
                <a:lnTo>
                  <a:pt x="1455" y="157479"/>
                </a:lnTo>
                <a:lnTo>
                  <a:pt x="3065" y="153669"/>
                </a:lnTo>
                <a:lnTo>
                  <a:pt x="6360" y="152399"/>
                </a:lnTo>
                <a:lnTo>
                  <a:pt x="9961" y="149859"/>
                </a:lnTo>
                <a:lnTo>
                  <a:pt x="16628" y="147319"/>
                </a:lnTo>
                <a:lnTo>
                  <a:pt x="30268" y="140969"/>
                </a:lnTo>
                <a:lnTo>
                  <a:pt x="35939" y="140969"/>
                </a:lnTo>
                <a:lnTo>
                  <a:pt x="38697" y="138429"/>
                </a:lnTo>
                <a:lnTo>
                  <a:pt x="41609" y="138429"/>
                </a:lnTo>
                <a:lnTo>
                  <a:pt x="44368" y="137159"/>
                </a:lnTo>
                <a:lnTo>
                  <a:pt x="47280" y="135889"/>
                </a:lnTo>
                <a:lnTo>
                  <a:pt x="64866" y="129539"/>
                </a:lnTo>
                <a:lnTo>
                  <a:pt x="82453" y="124459"/>
                </a:lnTo>
                <a:lnTo>
                  <a:pt x="89809" y="121919"/>
                </a:lnTo>
                <a:lnTo>
                  <a:pt x="97242" y="120649"/>
                </a:lnTo>
                <a:lnTo>
                  <a:pt x="104676" y="118109"/>
                </a:lnTo>
                <a:lnTo>
                  <a:pt x="105518" y="118109"/>
                </a:lnTo>
                <a:lnTo>
                  <a:pt x="106285" y="116839"/>
                </a:lnTo>
                <a:lnTo>
                  <a:pt x="98928" y="111759"/>
                </a:lnTo>
                <a:lnTo>
                  <a:pt x="87284" y="100329"/>
                </a:lnTo>
                <a:lnTo>
                  <a:pt x="53717" y="67309"/>
                </a:lnTo>
                <a:lnTo>
                  <a:pt x="47280" y="57149"/>
                </a:lnTo>
                <a:lnTo>
                  <a:pt x="46514" y="55879"/>
                </a:lnTo>
                <a:lnTo>
                  <a:pt x="46590" y="54609"/>
                </a:lnTo>
                <a:lnTo>
                  <a:pt x="46667" y="53339"/>
                </a:lnTo>
                <a:lnTo>
                  <a:pt x="48583" y="50799"/>
                </a:lnTo>
                <a:lnTo>
                  <a:pt x="50652" y="52069"/>
                </a:lnTo>
                <a:lnTo>
                  <a:pt x="52519" y="52069"/>
                </a:lnTo>
                <a:lnTo>
                  <a:pt x="60154" y="58419"/>
                </a:lnTo>
                <a:lnTo>
                  <a:pt x="103959" y="58419"/>
                </a:lnTo>
                <a:lnTo>
                  <a:pt x="134868" y="86359"/>
                </a:lnTo>
                <a:lnTo>
                  <a:pt x="135404" y="87629"/>
                </a:lnTo>
                <a:lnTo>
                  <a:pt x="145443" y="87629"/>
                </a:lnTo>
                <a:lnTo>
                  <a:pt x="145443" y="95249"/>
                </a:lnTo>
                <a:lnTo>
                  <a:pt x="277359" y="95249"/>
                </a:lnTo>
                <a:lnTo>
                  <a:pt x="259544" y="102869"/>
                </a:lnTo>
                <a:lnTo>
                  <a:pt x="235348" y="111759"/>
                </a:lnTo>
                <a:lnTo>
                  <a:pt x="223207" y="115569"/>
                </a:lnTo>
                <a:lnTo>
                  <a:pt x="211037" y="120649"/>
                </a:lnTo>
                <a:lnTo>
                  <a:pt x="185826" y="129539"/>
                </a:lnTo>
                <a:lnTo>
                  <a:pt x="184983" y="129539"/>
                </a:lnTo>
                <a:lnTo>
                  <a:pt x="186669" y="130809"/>
                </a:lnTo>
                <a:lnTo>
                  <a:pt x="181305" y="130809"/>
                </a:lnTo>
                <a:lnTo>
                  <a:pt x="181075" y="132079"/>
                </a:lnTo>
                <a:lnTo>
                  <a:pt x="208231" y="153669"/>
                </a:lnTo>
                <a:lnTo>
                  <a:pt x="108047" y="153669"/>
                </a:lnTo>
                <a:lnTo>
                  <a:pt x="104292" y="154939"/>
                </a:lnTo>
                <a:lnTo>
                  <a:pt x="78775" y="160019"/>
                </a:lnTo>
                <a:lnTo>
                  <a:pt x="70556" y="161289"/>
                </a:lnTo>
                <a:lnTo>
                  <a:pt x="62338" y="163829"/>
                </a:lnTo>
                <a:lnTo>
                  <a:pt x="45901" y="167639"/>
                </a:lnTo>
                <a:lnTo>
                  <a:pt x="19234" y="170179"/>
                </a:lnTo>
                <a:lnTo>
                  <a:pt x="13793" y="171449"/>
                </a:lnTo>
                <a:close/>
              </a:path>
              <a:path w="313689" h="275590">
                <a:moveTo>
                  <a:pt x="300234" y="69849"/>
                </a:moveTo>
                <a:lnTo>
                  <a:pt x="292188" y="69849"/>
                </a:lnTo>
                <a:lnTo>
                  <a:pt x="293567" y="68579"/>
                </a:lnTo>
                <a:lnTo>
                  <a:pt x="296403" y="68579"/>
                </a:lnTo>
                <a:lnTo>
                  <a:pt x="300234" y="69849"/>
                </a:lnTo>
                <a:close/>
              </a:path>
              <a:path w="313689" h="275590">
                <a:moveTo>
                  <a:pt x="277359" y="95249"/>
                </a:moveTo>
                <a:lnTo>
                  <a:pt x="203988" y="95249"/>
                </a:lnTo>
                <a:lnTo>
                  <a:pt x="204302" y="94849"/>
                </a:lnTo>
                <a:lnTo>
                  <a:pt x="204932" y="93944"/>
                </a:lnTo>
                <a:lnTo>
                  <a:pt x="206329" y="93944"/>
                </a:lnTo>
                <a:lnTo>
                  <a:pt x="277705" y="72389"/>
                </a:lnTo>
                <a:lnTo>
                  <a:pt x="280694" y="72389"/>
                </a:lnTo>
                <a:lnTo>
                  <a:pt x="283529" y="71119"/>
                </a:lnTo>
                <a:lnTo>
                  <a:pt x="286518" y="69849"/>
                </a:lnTo>
                <a:lnTo>
                  <a:pt x="300234" y="69849"/>
                </a:lnTo>
                <a:lnTo>
                  <a:pt x="304449" y="68579"/>
                </a:lnTo>
                <a:lnTo>
                  <a:pt x="308051" y="72389"/>
                </a:lnTo>
                <a:lnTo>
                  <a:pt x="310349" y="73659"/>
                </a:lnTo>
                <a:lnTo>
                  <a:pt x="310924" y="73659"/>
                </a:lnTo>
                <a:lnTo>
                  <a:pt x="311039" y="74929"/>
                </a:lnTo>
                <a:lnTo>
                  <a:pt x="313568" y="74929"/>
                </a:lnTo>
                <a:lnTo>
                  <a:pt x="313108" y="77469"/>
                </a:lnTo>
                <a:lnTo>
                  <a:pt x="312572" y="81279"/>
                </a:lnTo>
                <a:lnTo>
                  <a:pt x="309736" y="82549"/>
                </a:lnTo>
                <a:lnTo>
                  <a:pt x="306978" y="83819"/>
                </a:lnTo>
                <a:lnTo>
                  <a:pt x="277359" y="95249"/>
                </a:lnTo>
                <a:close/>
              </a:path>
              <a:path w="313689" h="275590">
                <a:moveTo>
                  <a:pt x="310924" y="73659"/>
                </a:moveTo>
                <a:lnTo>
                  <a:pt x="310349" y="73659"/>
                </a:lnTo>
                <a:lnTo>
                  <a:pt x="310809" y="72389"/>
                </a:lnTo>
                <a:lnTo>
                  <a:pt x="310924" y="73659"/>
                </a:lnTo>
                <a:close/>
              </a:path>
              <a:path w="313689" h="275590">
                <a:moveTo>
                  <a:pt x="203988" y="95249"/>
                </a:moveTo>
                <a:lnTo>
                  <a:pt x="145596" y="95249"/>
                </a:lnTo>
                <a:lnTo>
                  <a:pt x="145596" y="77469"/>
                </a:lnTo>
                <a:lnTo>
                  <a:pt x="216403" y="77469"/>
                </a:lnTo>
                <a:lnTo>
                  <a:pt x="204302" y="94849"/>
                </a:lnTo>
                <a:lnTo>
                  <a:pt x="203988" y="95249"/>
                </a:lnTo>
                <a:close/>
              </a:path>
              <a:path w="313689" h="275590">
                <a:moveTo>
                  <a:pt x="232064" y="170179"/>
                </a:moveTo>
                <a:lnTo>
                  <a:pt x="227896" y="170179"/>
                </a:lnTo>
                <a:lnTo>
                  <a:pt x="228279" y="168909"/>
                </a:lnTo>
                <a:lnTo>
                  <a:pt x="226747" y="167639"/>
                </a:lnTo>
                <a:lnTo>
                  <a:pt x="225291" y="166369"/>
                </a:lnTo>
                <a:lnTo>
                  <a:pt x="223681" y="165099"/>
                </a:lnTo>
                <a:lnTo>
                  <a:pt x="213553" y="157479"/>
                </a:lnTo>
                <a:lnTo>
                  <a:pt x="183068" y="130809"/>
                </a:lnTo>
                <a:lnTo>
                  <a:pt x="186669" y="130809"/>
                </a:lnTo>
                <a:lnTo>
                  <a:pt x="187512" y="132079"/>
                </a:lnTo>
                <a:lnTo>
                  <a:pt x="189964" y="134619"/>
                </a:lnTo>
                <a:lnTo>
                  <a:pt x="199668" y="142239"/>
                </a:lnTo>
                <a:lnTo>
                  <a:pt x="221306" y="161289"/>
                </a:lnTo>
                <a:lnTo>
                  <a:pt x="227128" y="165099"/>
                </a:lnTo>
                <a:lnTo>
                  <a:pt x="232064" y="170179"/>
                </a:lnTo>
                <a:close/>
              </a:path>
              <a:path w="313689" h="275590">
                <a:moveTo>
                  <a:pt x="81687" y="227329"/>
                </a:moveTo>
                <a:lnTo>
                  <a:pt x="79158" y="226059"/>
                </a:lnTo>
                <a:lnTo>
                  <a:pt x="77549" y="224789"/>
                </a:lnTo>
                <a:lnTo>
                  <a:pt x="72951" y="224789"/>
                </a:lnTo>
                <a:lnTo>
                  <a:pt x="68813" y="222249"/>
                </a:lnTo>
                <a:lnTo>
                  <a:pt x="69196" y="219709"/>
                </a:lnTo>
                <a:lnTo>
                  <a:pt x="69732" y="215899"/>
                </a:lnTo>
                <a:lnTo>
                  <a:pt x="70039" y="212089"/>
                </a:lnTo>
                <a:lnTo>
                  <a:pt x="71648" y="209549"/>
                </a:lnTo>
                <a:lnTo>
                  <a:pt x="75729" y="201929"/>
                </a:lnTo>
                <a:lnTo>
                  <a:pt x="79924" y="195579"/>
                </a:lnTo>
                <a:lnTo>
                  <a:pt x="84235" y="189229"/>
                </a:lnTo>
                <a:lnTo>
                  <a:pt x="93072" y="175259"/>
                </a:lnTo>
                <a:lnTo>
                  <a:pt x="97635" y="168909"/>
                </a:lnTo>
                <a:lnTo>
                  <a:pt x="106898" y="156209"/>
                </a:lnTo>
                <a:lnTo>
                  <a:pt x="107204" y="156209"/>
                </a:lnTo>
                <a:lnTo>
                  <a:pt x="107511" y="154939"/>
                </a:lnTo>
                <a:lnTo>
                  <a:pt x="108047" y="153669"/>
                </a:lnTo>
                <a:lnTo>
                  <a:pt x="208231" y="153669"/>
                </a:lnTo>
                <a:lnTo>
                  <a:pt x="227896" y="170179"/>
                </a:lnTo>
                <a:lnTo>
                  <a:pt x="232064" y="170179"/>
                </a:lnTo>
                <a:lnTo>
                  <a:pt x="240228" y="177799"/>
                </a:lnTo>
                <a:lnTo>
                  <a:pt x="132109" y="177799"/>
                </a:lnTo>
                <a:lnTo>
                  <a:pt x="130423" y="179069"/>
                </a:lnTo>
                <a:lnTo>
                  <a:pt x="128661" y="181609"/>
                </a:lnTo>
                <a:lnTo>
                  <a:pt x="127051" y="182879"/>
                </a:lnTo>
                <a:lnTo>
                  <a:pt x="114570" y="198119"/>
                </a:lnTo>
                <a:lnTo>
                  <a:pt x="108355" y="204469"/>
                </a:lnTo>
                <a:lnTo>
                  <a:pt x="98469" y="217169"/>
                </a:lnTo>
                <a:lnTo>
                  <a:pt x="96476" y="218439"/>
                </a:lnTo>
                <a:lnTo>
                  <a:pt x="95940" y="219709"/>
                </a:lnTo>
                <a:lnTo>
                  <a:pt x="92568" y="219709"/>
                </a:lnTo>
                <a:lnTo>
                  <a:pt x="90576" y="220979"/>
                </a:lnTo>
                <a:lnTo>
                  <a:pt x="88813" y="223519"/>
                </a:lnTo>
                <a:lnTo>
                  <a:pt x="84905" y="223519"/>
                </a:lnTo>
                <a:lnTo>
                  <a:pt x="84445" y="224789"/>
                </a:lnTo>
                <a:lnTo>
                  <a:pt x="81687" y="227329"/>
                </a:lnTo>
                <a:close/>
              </a:path>
              <a:path w="313689" h="275590">
                <a:moveTo>
                  <a:pt x="161611" y="275589"/>
                </a:moveTo>
                <a:lnTo>
                  <a:pt x="143807" y="275589"/>
                </a:lnTo>
                <a:lnTo>
                  <a:pt x="141841" y="273049"/>
                </a:lnTo>
                <a:lnTo>
                  <a:pt x="140921" y="267969"/>
                </a:lnTo>
                <a:lnTo>
                  <a:pt x="139695" y="264159"/>
                </a:lnTo>
                <a:lnTo>
                  <a:pt x="137656" y="253999"/>
                </a:lnTo>
                <a:lnTo>
                  <a:pt x="136027" y="246379"/>
                </a:lnTo>
                <a:lnTo>
                  <a:pt x="134814" y="237489"/>
                </a:lnTo>
                <a:lnTo>
                  <a:pt x="134025" y="227329"/>
                </a:lnTo>
                <a:lnTo>
                  <a:pt x="133963" y="226059"/>
                </a:lnTo>
                <a:lnTo>
                  <a:pt x="133841" y="223519"/>
                </a:lnTo>
                <a:lnTo>
                  <a:pt x="133719" y="220979"/>
                </a:lnTo>
                <a:lnTo>
                  <a:pt x="133596" y="218439"/>
                </a:lnTo>
                <a:lnTo>
                  <a:pt x="133474" y="215899"/>
                </a:lnTo>
                <a:lnTo>
                  <a:pt x="133357" y="212089"/>
                </a:lnTo>
                <a:lnTo>
                  <a:pt x="133241" y="208279"/>
                </a:lnTo>
                <a:lnTo>
                  <a:pt x="133124" y="204469"/>
                </a:lnTo>
                <a:lnTo>
                  <a:pt x="133095" y="203199"/>
                </a:lnTo>
                <a:lnTo>
                  <a:pt x="132978" y="198119"/>
                </a:lnTo>
                <a:lnTo>
                  <a:pt x="132861" y="193039"/>
                </a:lnTo>
                <a:lnTo>
                  <a:pt x="132763" y="189229"/>
                </a:lnTo>
                <a:lnTo>
                  <a:pt x="132645" y="180339"/>
                </a:lnTo>
                <a:lnTo>
                  <a:pt x="132415" y="179069"/>
                </a:lnTo>
                <a:lnTo>
                  <a:pt x="132109" y="177799"/>
                </a:lnTo>
                <a:lnTo>
                  <a:pt x="240228" y="177799"/>
                </a:lnTo>
                <a:lnTo>
                  <a:pt x="241041" y="179069"/>
                </a:lnTo>
                <a:lnTo>
                  <a:pt x="174332" y="179069"/>
                </a:lnTo>
                <a:lnTo>
                  <a:pt x="173872" y="182879"/>
                </a:lnTo>
                <a:lnTo>
                  <a:pt x="173489" y="186689"/>
                </a:lnTo>
                <a:lnTo>
                  <a:pt x="173029" y="189229"/>
                </a:lnTo>
                <a:lnTo>
                  <a:pt x="172903" y="190499"/>
                </a:lnTo>
                <a:lnTo>
                  <a:pt x="141151" y="190499"/>
                </a:lnTo>
                <a:lnTo>
                  <a:pt x="141151" y="214629"/>
                </a:lnTo>
                <a:lnTo>
                  <a:pt x="171594" y="214629"/>
                </a:lnTo>
                <a:lnTo>
                  <a:pt x="171721" y="227329"/>
                </a:lnTo>
                <a:lnTo>
                  <a:pt x="171833" y="231755"/>
                </a:lnTo>
                <a:lnTo>
                  <a:pt x="172401" y="246379"/>
                </a:lnTo>
                <a:lnTo>
                  <a:pt x="172493" y="248919"/>
                </a:lnTo>
                <a:lnTo>
                  <a:pt x="171803" y="253999"/>
                </a:lnTo>
                <a:lnTo>
                  <a:pt x="171343" y="259079"/>
                </a:lnTo>
                <a:lnTo>
                  <a:pt x="171113" y="260349"/>
                </a:lnTo>
                <a:lnTo>
                  <a:pt x="170730" y="261619"/>
                </a:lnTo>
                <a:lnTo>
                  <a:pt x="170462" y="262889"/>
                </a:lnTo>
                <a:lnTo>
                  <a:pt x="167435" y="262889"/>
                </a:lnTo>
                <a:lnTo>
                  <a:pt x="166822" y="264159"/>
                </a:lnTo>
                <a:lnTo>
                  <a:pt x="165136" y="267969"/>
                </a:lnTo>
                <a:lnTo>
                  <a:pt x="164063" y="269239"/>
                </a:lnTo>
                <a:lnTo>
                  <a:pt x="163757" y="270509"/>
                </a:lnTo>
                <a:lnTo>
                  <a:pt x="162761" y="271779"/>
                </a:lnTo>
                <a:lnTo>
                  <a:pt x="161688" y="271779"/>
                </a:lnTo>
                <a:lnTo>
                  <a:pt x="161765" y="274319"/>
                </a:lnTo>
                <a:lnTo>
                  <a:pt x="161611" y="275589"/>
                </a:lnTo>
                <a:close/>
              </a:path>
              <a:path w="313689" h="275590">
                <a:moveTo>
                  <a:pt x="263222" y="242569"/>
                </a:moveTo>
                <a:lnTo>
                  <a:pt x="258778" y="242569"/>
                </a:lnTo>
                <a:lnTo>
                  <a:pt x="256632" y="241299"/>
                </a:lnTo>
                <a:lnTo>
                  <a:pt x="254640" y="240029"/>
                </a:lnTo>
                <a:lnTo>
                  <a:pt x="246201" y="234949"/>
                </a:lnTo>
                <a:lnTo>
                  <a:pt x="237992" y="229869"/>
                </a:lnTo>
                <a:lnTo>
                  <a:pt x="229984" y="223519"/>
                </a:lnTo>
                <a:lnTo>
                  <a:pt x="222149" y="217169"/>
                </a:lnTo>
                <a:lnTo>
                  <a:pt x="217704" y="214629"/>
                </a:lnTo>
                <a:lnTo>
                  <a:pt x="212953" y="212089"/>
                </a:lnTo>
                <a:lnTo>
                  <a:pt x="208585" y="208279"/>
                </a:lnTo>
                <a:lnTo>
                  <a:pt x="182761" y="186689"/>
                </a:lnTo>
                <a:lnTo>
                  <a:pt x="180462" y="184149"/>
                </a:lnTo>
                <a:lnTo>
                  <a:pt x="178317" y="181609"/>
                </a:lnTo>
                <a:lnTo>
                  <a:pt x="176094" y="180339"/>
                </a:lnTo>
                <a:lnTo>
                  <a:pt x="175481" y="179069"/>
                </a:lnTo>
                <a:lnTo>
                  <a:pt x="241041" y="179069"/>
                </a:lnTo>
                <a:lnTo>
                  <a:pt x="244295" y="181609"/>
                </a:lnTo>
                <a:lnTo>
                  <a:pt x="246210" y="184149"/>
                </a:lnTo>
                <a:lnTo>
                  <a:pt x="247896" y="185419"/>
                </a:lnTo>
                <a:lnTo>
                  <a:pt x="249812" y="187959"/>
                </a:lnTo>
                <a:lnTo>
                  <a:pt x="252494" y="190499"/>
                </a:lnTo>
                <a:lnTo>
                  <a:pt x="253414" y="193039"/>
                </a:lnTo>
                <a:lnTo>
                  <a:pt x="253873" y="196849"/>
                </a:lnTo>
                <a:lnTo>
                  <a:pt x="253279" y="198119"/>
                </a:lnTo>
                <a:lnTo>
                  <a:pt x="253107" y="198119"/>
                </a:lnTo>
                <a:lnTo>
                  <a:pt x="271466" y="215899"/>
                </a:lnTo>
                <a:lnTo>
                  <a:pt x="269506" y="215899"/>
                </a:lnTo>
                <a:lnTo>
                  <a:pt x="269812" y="218439"/>
                </a:lnTo>
                <a:lnTo>
                  <a:pt x="273107" y="218439"/>
                </a:lnTo>
                <a:lnTo>
                  <a:pt x="272686" y="219709"/>
                </a:lnTo>
                <a:lnTo>
                  <a:pt x="267820" y="219709"/>
                </a:lnTo>
                <a:lnTo>
                  <a:pt x="268950" y="222249"/>
                </a:lnTo>
                <a:lnTo>
                  <a:pt x="243528" y="222249"/>
                </a:lnTo>
                <a:lnTo>
                  <a:pt x="243145" y="223519"/>
                </a:lnTo>
                <a:lnTo>
                  <a:pt x="244755" y="224789"/>
                </a:lnTo>
                <a:lnTo>
                  <a:pt x="246287" y="226059"/>
                </a:lnTo>
                <a:lnTo>
                  <a:pt x="247973" y="227329"/>
                </a:lnTo>
                <a:lnTo>
                  <a:pt x="252188" y="229869"/>
                </a:lnTo>
                <a:lnTo>
                  <a:pt x="256479" y="233679"/>
                </a:lnTo>
                <a:lnTo>
                  <a:pt x="260617" y="236219"/>
                </a:lnTo>
                <a:lnTo>
                  <a:pt x="262533" y="237489"/>
                </a:lnTo>
                <a:lnTo>
                  <a:pt x="264295" y="238759"/>
                </a:lnTo>
                <a:lnTo>
                  <a:pt x="266287" y="241299"/>
                </a:lnTo>
                <a:lnTo>
                  <a:pt x="265751" y="241299"/>
                </a:lnTo>
                <a:lnTo>
                  <a:pt x="263222" y="242569"/>
                </a:lnTo>
                <a:close/>
              </a:path>
              <a:path w="313689" h="275590">
                <a:moveTo>
                  <a:pt x="171594" y="214629"/>
                </a:moveTo>
                <a:lnTo>
                  <a:pt x="142147" y="214629"/>
                </a:lnTo>
                <a:lnTo>
                  <a:pt x="142147" y="191769"/>
                </a:lnTo>
                <a:lnTo>
                  <a:pt x="141688" y="191769"/>
                </a:lnTo>
                <a:lnTo>
                  <a:pt x="141458" y="190499"/>
                </a:lnTo>
                <a:lnTo>
                  <a:pt x="172903" y="190499"/>
                </a:lnTo>
                <a:lnTo>
                  <a:pt x="171997" y="201929"/>
                </a:lnTo>
                <a:lnTo>
                  <a:pt x="171896" y="203199"/>
                </a:lnTo>
                <a:lnTo>
                  <a:pt x="171863" y="204469"/>
                </a:lnTo>
                <a:lnTo>
                  <a:pt x="171762" y="208279"/>
                </a:lnTo>
                <a:lnTo>
                  <a:pt x="171661" y="212089"/>
                </a:lnTo>
                <a:lnTo>
                  <a:pt x="171594" y="214629"/>
                </a:lnTo>
                <a:close/>
              </a:path>
              <a:path w="313689" h="275590">
                <a:moveTo>
                  <a:pt x="272265" y="217169"/>
                </a:moveTo>
                <a:lnTo>
                  <a:pt x="271958" y="217169"/>
                </a:lnTo>
                <a:lnTo>
                  <a:pt x="269506" y="215899"/>
                </a:lnTo>
                <a:lnTo>
                  <a:pt x="271466" y="215899"/>
                </a:lnTo>
                <a:lnTo>
                  <a:pt x="272265" y="217169"/>
                </a:lnTo>
                <a:close/>
              </a:path>
              <a:path w="313689" h="275590">
                <a:moveTo>
                  <a:pt x="272265" y="220979"/>
                </a:moveTo>
                <a:lnTo>
                  <a:pt x="267820" y="219709"/>
                </a:lnTo>
                <a:lnTo>
                  <a:pt x="272686" y="219709"/>
                </a:lnTo>
                <a:lnTo>
                  <a:pt x="272265" y="220979"/>
                </a:lnTo>
                <a:close/>
              </a:path>
              <a:path w="313689" h="275590">
                <a:moveTo>
                  <a:pt x="268740" y="238759"/>
                </a:moveTo>
                <a:lnTo>
                  <a:pt x="267130" y="237489"/>
                </a:lnTo>
                <a:lnTo>
                  <a:pt x="262762" y="234949"/>
                </a:lnTo>
                <a:lnTo>
                  <a:pt x="258471" y="231139"/>
                </a:lnTo>
                <a:lnTo>
                  <a:pt x="254103" y="229869"/>
                </a:lnTo>
                <a:lnTo>
                  <a:pt x="251345" y="227329"/>
                </a:lnTo>
                <a:lnTo>
                  <a:pt x="248663" y="224789"/>
                </a:lnTo>
                <a:lnTo>
                  <a:pt x="245827" y="223519"/>
                </a:lnTo>
                <a:lnTo>
                  <a:pt x="244295" y="223519"/>
                </a:lnTo>
                <a:lnTo>
                  <a:pt x="243528" y="222249"/>
                </a:lnTo>
                <a:lnTo>
                  <a:pt x="268950" y="222249"/>
                </a:lnTo>
                <a:lnTo>
                  <a:pt x="271211" y="227329"/>
                </a:lnTo>
                <a:lnTo>
                  <a:pt x="265751" y="227329"/>
                </a:lnTo>
                <a:lnTo>
                  <a:pt x="269531" y="231139"/>
                </a:lnTo>
                <a:lnTo>
                  <a:pt x="267897" y="231139"/>
                </a:lnTo>
                <a:lnTo>
                  <a:pt x="269494" y="231755"/>
                </a:lnTo>
                <a:lnTo>
                  <a:pt x="269825" y="232303"/>
                </a:lnTo>
                <a:lnTo>
                  <a:pt x="270115" y="232617"/>
                </a:lnTo>
                <a:lnTo>
                  <a:pt x="271268" y="233679"/>
                </a:lnTo>
                <a:lnTo>
                  <a:pt x="271651" y="234949"/>
                </a:lnTo>
                <a:lnTo>
                  <a:pt x="269966" y="237489"/>
                </a:lnTo>
                <a:lnTo>
                  <a:pt x="268740" y="238759"/>
                </a:lnTo>
                <a:close/>
              </a:path>
              <a:path w="313689" h="275590">
                <a:moveTo>
                  <a:pt x="272341" y="229869"/>
                </a:moveTo>
                <a:lnTo>
                  <a:pt x="271728" y="229869"/>
                </a:lnTo>
                <a:lnTo>
                  <a:pt x="266058" y="227329"/>
                </a:lnTo>
                <a:lnTo>
                  <a:pt x="271211" y="227329"/>
                </a:lnTo>
                <a:lnTo>
                  <a:pt x="272341" y="229869"/>
                </a:lnTo>
                <a:close/>
              </a:path>
              <a:path w="313689" h="275590">
                <a:moveTo>
                  <a:pt x="269494" y="231755"/>
                </a:moveTo>
                <a:lnTo>
                  <a:pt x="267897" y="231139"/>
                </a:lnTo>
                <a:lnTo>
                  <a:pt x="269123" y="231139"/>
                </a:lnTo>
                <a:lnTo>
                  <a:pt x="269494" y="231755"/>
                </a:lnTo>
                <a:close/>
              </a:path>
              <a:path w="313689" h="275590">
                <a:moveTo>
                  <a:pt x="271731" y="232617"/>
                </a:moveTo>
                <a:lnTo>
                  <a:pt x="269494" y="231755"/>
                </a:lnTo>
                <a:lnTo>
                  <a:pt x="269123" y="231139"/>
                </a:lnTo>
                <a:lnTo>
                  <a:pt x="269531" y="231139"/>
                </a:lnTo>
                <a:lnTo>
                  <a:pt x="271731" y="232617"/>
                </a:lnTo>
                <a:close/>
              </a:path>
              <a:path w="313689" h="275590">
                <a:moveTo>
                  <a:pt x="170194" y="264159"/>
                </a:moveTo>
                <a:lnTo>
                  <a:pt x="168815" y="264159"/>
                </a:lnTo>
                <a:lnTo>
                  <a:pt x="167742" y="262889"/>
                </a:lnTo>
                <a:lnTo>
                  <a:pt x="170462" y="262889"/>
                </a:lnTo>
                <a:lnTo>
                  <a:pt x="170194" y="264159"/>
                </a:lnTo>
                <a:close/>
              </a:path>
            </a:pathLst>
          </a:custGeom>
          <a:solidFill>
            <a:srgbClr val="E16E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726525" y="4416147"/>
            <a:ext cx="2298065" cy="1544955"/>
          </a:xfrm>
          <a:custGeom>
            <a:avLst/>
            <a:gdLst/>
            <a:ahLst/>
            <a:cxnLst/>
            <a:rect l="l" t="t" r="r" b="b"/>
            <a:pathLst>
              <a:path w="2298065" h="1544954">
                <a:moveTo>
                  <a:pt x="2164487" y="1544448"/>
                </a:moveTo>
                <a:lnTo>
                  <a:pt x="133405" y="1544448"/>
                </a:lnTo>
                <a:lnTo>
                  <a:pt x="91303" y="1537631"/>
                </a:lnTo>
                <a:lnTo>
                  <a:pt x="54690" y="1518660"/>
                </a:lnTo>
                <a:lnTo>
                  <a:pt x="25787" y="1489758"/>
                </a:lnTo>
                <a:lnTo>
                  <a:pt x="6817" y="1453145"/>
                </a:lnTo>
                <a:lnTo>
                  <a:pt x="0" y="1411043"/>
                </a:lnTo>
                <a:lnTo>
                  <a:pt x="0" y="133404"/>
                </a:lnTo>
                <a:lnTo>
                  <a:pt x="6817" y="91303"/>
                </a:lnTo>
                <a:lnTo>
                  <a:pt x="25787" y="54690"/>
                </a:lnTo>
                <a:lnTo>
                  <a:pt x="54690" y="25787"/>
                </a:lnTo>
                <a:lnTo>
                  <a:pt x="91303" y="6817"/>
                </a:lnTo>
                <a:lnTo>
                  <a:pt x="133405" y="0"/>
                </a:lnTo>
                <a:lnTo>
                  <a:pt x="2164487" y="0"/>
                </a:lnTo>
                <a:lnTo>
                  <a:pt x="2206588" y="6817"/>
                </a:lnTo>
                <a:lnTo>
                  <a:pt x="2243201" y="25787"/>
                </a:lnTo>
                <a:lnTo>
                  <a:pt x="2272103" y="54690"/>
                </a:lnTo>
                <a:lnTo>
                  <a:pt x="2291074" y="91303"/>
                </a:lnTo>
                <a:lnTo>
                  <a:pt x="2297892" y="133404"/>
                </a:lnTo>
                <a:lnTo>
                  <a:pt x="2297892" y="1411043"/>
                </a:lnTo>
                <a:lnTo>
                  <a:pt x="2291074" y="1453145"/>
                </a:lnTo>
                <a:lnTo>
                  <a:pt x="2272103" y="1489758"/>
                </a:lnTo>
                <a:lnTo>
                  <a:pt x="2243201" y="1518660"/>
                </a:lnTo>
                <a:lnTo>
                  <a:pt x="2206588" y="1537631"/>
                </a:lnTo>
                <a:lnTo>
                  <a:pt x="2164487" y="1544448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726525" y="6175718"/>
            <a:ext cx="2298065" cy="1544955"/>
          </a:xfrm>
          <a:custGeom>
            <a:avLst/>
            <a:gdLst/>
            <a:ahLst/>
            <a:cxnLst/>
            <a:rect l="l" t="t" r="r" b="b"/>
            <a:pathLst>
              <a:path w="2298065" h="1544954">
                <a:moveTo>
                  <a:pt x="2164487" y="1544448"/>
                </a:moveTo>
                <a:lnTo>
                  <a:pt x="133405" y="1544448"/>
                </a:lnTo>
                <a:lnTo>
                  <a:pt x="91303" y="1537631"/>
                </a:lnTo>
                <a:lnTo>
                  <a:pt x="54690" y="1518660"/>
                </a:lnTo>
                <a:lnTo>
                  <a:pt x="25787" y="1489758"/>
                </a:lnTo>
                <a:lnTo>
                  <a:pt x="6817" y="1453145"/>
                </a:lnTo>
                <a:lnTo>
                  <a:pt x="0" y="1411044"/>
                </a:lnTo>
                <a:lnTo>
                  <a:pt x="0" y="133405"/>
                </a:lnTo>
                <a:lnTo>
                  <a:pt x="6817" y="91303"/>
                </a:lnTo>
                <a:lnTo>
                  <a:pt x="25787" y="54690"/>
                </a:lnTo>
                <a:lnTo>
                  <a:pt x="54690" y="25787"/>
                </a:lnTo>
                <a:lnTo>
                  <a:pt x="91303" y="6817"/>
                </a:lnTo>
                <a:lnTo>
                  <a:pt x="133405" y="0"/>
                </a:lnTo>
                <a:lnTo>
                  <a:pt x="2164487" y="0"/>
                </a:lnTo>
                <a:lnTo>
                  <a:pt x="2206588" y="6817"/>
                </a:lnTo>
                <a:lnTo>
                  <a:pt x="2243201" y="25787"/>
                </a:lnTo>
                <a:lnTo>
                  <a:pt x="2272103" y="54690"/>
                </a:lnTo>
                <a:lnTo>
                  <a:pt x="2291074" y="91303"/>
                </a:lnTo>
                <a:lnTo>
                  <a:pt x="2297892" y="133405"/>
                </a:lnTo>
                <a:lnTo>
                  <a:pt x="2297892" y="1411044"/>
                </a:lnTo>
                <a:lnTo>
                  <a:pt x="2291074" y="1453145"/>
                </a:lnTo>
                <a:lnTo>
                  <a:pt x="2272103" y="1489758"/>
                </a:lnTo>
                <a:lnTo>
                  <a:pt x="2243201" y="1518660"/>
                </a:lnTo>
                <a:lnTo>
                  <a:pt x="2206588" y="1537631"/>
                </a:lnTo>
                <a:lnTo>
                  <a:pt x="2164487" y="1544448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726525" y="7935290"/>
            <a:ext cx="2298065" cy="1544955"/>
          </a:xfrm>
          <a:custGeom>
            <a:avLst/>
            <a:gdLst/>
            <a:ahLst/>
            <a:cxnLst/>
            <a:rect l="l" t="t" r="r" b="b"/>
            <a:pathLst>
              <a:path w="2298065" h="1544954">
                <a:moveTo>
                  <a:pt x="2164487" y="1544449"/>
                </a:moveTo>
                <a:lnTo>
                  <a:pt x="133405" y="1544449"/>
                </a:lnTo>
                <a:lnTo>
                  <a:pt x="91303" y="1537631"/>
                </a:lnTo>
                <a:lnTo>
                  <a:pt x="54690" y="1518660"/>
                </a:lnTo>
                <a:lnTo>
                  <a:pt x="25787" y="1489758"/>
                </a:lnTo>
                <a:lnTo>
                  <a:pt x="6817" y="1453145"/>
                </a:lnTo>
                <a:lnTo>
                  <a:pt x="0" y="1411043"/>
                </a:lnTo>
                <a:lnTo>
                  <a:pt x="0" y="133405"/>
                </a:lnTo>
                <a:lnTo>
                  <a:pt x="6817" y="91303"/>
                </a:lnTo>
                <a:lnTo>
                  <a:pt x="25787" y="54690"/>
                </a:lnTo>
                <a:lnTo>
                  <a:pt x="54690" y="25787"/>
                </a:lnTo>
                <a:lnTo>
                  <a:pt x="91303" y="6817"/>
                </a:lnTo>
                <a:lnTo>
                  <a:pt x="133405" y="0"/>
                </a:lnTo>
                <a:lnTo>
                  <a:pt x="2164487" y="0"/>
                </a:lnTo>
                <a:lnTo>
                  <a:pt x="2206588" y="6817"/>
                </a:lnTo>
                <a:lnTo>
                  <a:pt x="2243201" y="25787"/>
                </a:lnTo>
                <a:lnTo>
                  <a:pt x="2272103" y="54690"/>
                </a:lnTo>
                <a:lnTo>
                  <a:pt x="2291074" y="91303"/>
                </a:lnTo>
                <a:lnTo>
                  <a:pt x="2297892" y="133405"/>
                </a:lnTo>
                <a:lnTo>
                  <a:pt x="2297892" y="1411043"/>
                </a:lnTo>
                <a:lnTo>
                  <a:pt x="2291074" y="1453145"/>
                </a:lnTo>
                <a:lnTo>
                  <a:pt x="2272103" y="1489758"/>
                </a:lnTo>
                <a:lnTo>
                  <a:pt x="2243201" y="1518660"/>
                </a:lnTo>
                <a:lnTo>
                  <a:pt x="2206588" y="1537631"/>
                </a:lnTo>
                <a:lnTo>
                  <a:pt x="2164487" y="1544449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9645225" y="4416147"/>
            <a:ext cx="2298065" cy="1544955"/>
          </a:xfrm>
          <a:custGeom>
            <a:avLst/>
            <a:gdLst/>
            <a:ahLst/>
            <a:cxnLst/>
            <a:rect l="l" t="t" r="r" b="b"/>
            <a:pathLst>
              <a:path w="2298065" h="1544954">
                <a:moveTo>
                  <a:pt x="2164486" y="1544448"/>
                </a:moveTo>
                <a:lnTo>
                  <a:pt x="133405" y="1544448"/>
                </a:lnTo>
                <a:lnTo>
                  <a:pt x="91303" y="1537631"/>
                </a:lnTo>
                <a:lnTo>
                  <a:pt x="54690" y="1518660"/>
                </a:lnTo>
                <a:lnTo>
                  <a:pt x="25787" y="1489758"/>
                </a:lnTo>
                <a:lnTo>
                  <a:pt x="6817" y="1453145"/>
                </a:lnTo>
                <a:lnTo>
                  <a:pt x="0" y="1411043"/>
                </a:lnTo>
                <a:lnTo>
                  <a:pt x="0" y="133404"/>
                </a:lnTo>
                <a:lnTo>
                  <a:pt x="6817" y="91303"/>
                </a:lnTo>
                <a:lnTo>
                  <a:pt x="25787" y="54690"/>
                </a:lnTo>
                <a:lnTo>
                  <a:pt x="54690" y="25787"/>
                </a:lnTo>
                <a:lnTo>
                  <a:pt x="91303" y="6817"/>
                </a:lnTo>
                <a:lnTo>
                  <a:pt x="133405" y="0"/>
                </a:lnTo>
                <a:lnTo>
                  <a:pt x="2164486" y="0"/>
                </a:lnTo>
                <a:lnTo>
                  <a:pt x="2206588" y="6817"/>
                </a:lnTo>
                <a:lnTo>
                  <a:pt x="2243201" y="25787"/>
                </a:lnTo>
                <a:lnTo>
                  <a:pt x="2272104" y="54690"/>
                </a:lnTo>
                <a:lnTo>
                  <a:pt x="2291074" y="91303"/>
                </a:lnTo>
                <a:lnTo>
                  <a:pt x="2297892" y="133404"/>
                </a:lnTo>
                <a:lnTo>
                  <a:pt x="2297892" y="1411043"/>
                </a:lnTo>
                <a:lnTo>
                  <a:pt x="2291074" y="1453145"/>
                </a:lnTo>
                <a:lnTo>
                  <a:pt x="2272104" y="1489758"/>
                </a:lnTo>
                <a:lnTo>
                  <a:pt x="2243201" y="1518660"/>
                </a:lnTo>
                <a:lnTo>
                  <a:pt x="2206588" y="1537631"/>
                </a:lnTo>
                <a:lnTo>
                  <a:pt x="2164486" y="1544448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9645225" y="6175718"/>
            <a:ext cx="2298065" cy="1544955"/>
          </a:xfrm>
          <a:custGeom>
            <a:avLst/>
            <a:gdLst/>
            <a:ahLst/>
            <a:cxnLst/>
            <a:rect l="l" t="t" r="r" b="b"/>
            <a:pathLst>
              <a:path w="2298065" h="1544954">
                <a:moveTo>
                  <a:pt x="2164486" y="1544448"/>
                </a:moveTo>
                <a:lnTo>
                  <a:pt x="133405" y="1544448"/>
                </a:lnTo>
                <a:lnTo>
                  <a:pt x="91303" y="1537631"/>
                </a:lnTo>
                <a:lnTo>
                  <a:pt x="54690" y="1518660"/>
                </a:lnTo>
                <a:lnTo>
                  <a:pt x="25787" y="1489758"/>
                </a:lnTo>
                <a:lnTo>
                  <a:pt x="6817" y="1453145"/>
                </a:lnTo>
                <a:lnTo>
                  <a:pt x="0" y="1411044"/>
                </a:lnTo>
                <a:lnTo>
                  <a:pt x="0" y="133405"/>
                </a:lnTo>
                <a:lnTo>
                  <a:pt x="6817" y="91303"/>
                </a:lnTo>
                <a:lnTo>
                  <a:pt x="25787" y="54690"/>
                </a:lnTo>
                <a:lnTo>
                  <a:pt x="54690" y="25787"/>
                </a:lnTo>
                <a:lnTo>
                  <a:pt x="91303" y="6817"/>
                </a:lnTo>
                <a:lnTo>
                  <a:pt x="133405" y="0"/>
                </a:lnTo>
                <a:lnTo>
                  <a:pt x="2164486" y="0"/>
                </a:lnTo>
                <a:lnTo>
                  <a:pt x="2206588" y="6817"/>
                </a:lnTo>
                <a:lnTo>
                  <a:pt x="2243201" y="25787"/>
                </a:lnTo>
                <a:lnTo>
                  <a:pt x="2272104" y="54690"/>
                </a:lnTo>
                <a:lnTo>
                  <a:pt x="2291074" y="91303"/>
                </a:lnTo>
                <a:lnTo>
                  <a:pt x="2297892" y="133405"/>
                </a:lnTo>
                <a:lnTo>
                  <a:pt x="2297892" y="1411044"/>
                </a:lnTo>
                <a:lnTo>
                  <a:pt x="2291074" y="1453145"/>
                </a:lnTo>
                <a:lnTo>
                  <a:pt x="2272104" y="1489758"/>
                </a:lnTo>
                <a:lnTo>
                  <a:pt x="2243201" y="1518660"/>
                </a:lnTo>
                <a:lnTo>
                  <a:pt x="2206588" y="1537631"/>
                </a:lnTo>
                <a:lnTo>
                  <a:pt x="2164486" y="1544448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9645225" y="7935290"/>
            <a:ext cx="2298065" cy="1544955"/>
          </a:xfrm>
          <a:custGeom>
            <a:avLst/>
            <a:gdLst/>
            <a:ahLst/>
            <a:cxnLst/>
            <a:rect l="l" t="t" r="r" b="b"/>
            <a:pathLst>
              <a:path w="2298065" h="1544954">
                <a:moveTo>
                  <a:pt x="2164486" y="1544449"/>
                </a:moveTo>
                <a:lnTo>
                  <a:pt x="133405" y="1544449"/>
                </a:lnTo>
                <a:lnTo>
                  <a:pt x="91303" y="1537631"/>
                </a:lnTo>
                <a:lnTo>
                  <a:pt x="54690" y="1518660"/>
                </a:lnTo>
                <a:lnTo>
                  <a:pt x="25787" y="1489758"/>
                </a:lnTo>
                <a:lnTo>
                  <a:pt x="6817" y="1453145"/>
                </a:lnTo>
                <a:lnTo>
                  <a:pt x="0" y="1411043"/>
                </a:lnTo>
                <a:lnTo>
                  <a:pt x="0" y="133405"/>
                </a:lnTo>
                <a:lnTo>
                  <a:pt x="6817" y="91303"/>
                </a:lnTo>
                <a:lnTo>
                  <a:pt x="25787" y="54690"/>
                </a:lnTo>
                <a:lnTo>
                  <a:pt x="54690" y="25787"/>
                </a:lnTo>
                <a:lnTo>
                  <a:pt x="91303" y="6817"/>
                </a:lnTo>
                <a:lnTo>
                  <a:pt x="133405" y="0"/>
                </a:lnTo>
                <a:lnTo>
                  <a:pt x="2164486" y="0"/>
                </a:lnTo>
                <a:lnTo>
                  <a:pt x="2206588" y="6817"/>
                </a:lnTo>
                <a:lnTo>
                  <a:pt x="2243201" y="25787"/>
                </a:lnTo>
                <a:lnTo>
                  <a:pt x="2272104" y="54690"/>
                </a:lnTo>
                <a:lnTo>
                  <a:pt x="2291074" y="91303"/>
                </a:lnTo>
                <a:lnTo>
                  <a:pt x="2297892" y="133405"/>
                </a:lnTo>
                <a:lnTo>
                  <a:pt x="2297892" y="1411043"/>
                </a:lnTo>
                <a:lnTo>
                  <a:pt x="2291074" y="1453145"/>
                </a:lnTo>
                <a:lnTo>
                  <a:pt x="2272104" y="1489758"/>
                </a:lnTo>
                <a:lnTo>
                  <a:pt x="2243201" y="1518660"/>
                </a:lnTo>
                <a:lnTo>
                  <a:pt x="2206588" y="1537631"/>
                </a:lnTo>
                <a:lnTo>
                  <a:pt x="2164486" y="1544449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2572000" y="4416147"/>
            <a:ext cx="2298065" cy="1544955"/>
          </a:xfrm>
          <a:custGeom>
            <a:avLst/>
            <a:gdLst/>
            <a:ahLst/>
            <a:cxnLst/>
            <a:rect l="l" t="t" r="r" b="b"/>
            <a:pathLst>
              <a:path w="2298065" h="1544954">
                <a:moveTo>
                  <a:pt x="2164487" y="1544448"/>
                </a:moveTo>
                <a:lnTo>
                  <a:pt x="133404" y="1544448"/>
                </a:lnTo>
                <a:lnTo>
                  <a:pt x="91303" y="1537631"/>
                </a:lnTo>
                <a:lnTo>
                  <a:pt x="54690" y="1518660"/>
                </a:lnTo>
                <a:lnTo>
                  <a:pt x="25787" y="1489758"/>
                </a:lnTo>
                <a:lnTo>
                  <a:pt x="6817" y="1453145"/>
                </a:lnTo>
                <a:lnTo>
                  <a:pt x="0" y="1411043"/>
                </a:lnTo>
                <a:lnTo>
                  <a:pt x="0" y="133404"/>
                </a:lnTo>
                <a:lnTo>
                  <a:pt x="6817" y="91303"/>
                </a:lnTo>
                <a:lnTo>
                  <a:pt x="25787" y="54690"/>
                </a:lnTo>
                <a:lnTo>
                  <a:pt x="54690" y="25787"/>
                </a:lnTo>
                <a:lnTo>
                  <a:pt x="91303" y="6817"/>
                </a:lnTo>
                <a:lnTo>
                  <a:pt x="133404" y="0"/>
                </a:lnTo>
                <a:lnTo>
                  <a:pt x="2164487" y="0"/>
                </a:lnTo>
                <a:lnTo>
                  <a:pt x="2206588" y="6817"/>
                </a:lnTo>
                <a:lnTo>
                  <a:pt x="2243201" y="25787"/>
                </a:lnTo>
                <a:lnTo>
                  <a:pt x="2272103" y="54690"/>
                </a:lnTo>
                <a:lnTo>
                  <a:pt x="2291073" y="91303"/>
                </a:lnTo>
                <a:lnTo>
                  <a:pt x="2297891" y="133404"/>
                </a:lnTo>
                <a:lnTo>
                  <a:pt x="2297891" y="1411043"/>
                </a:lnTo>
                <a:lnTo>
                  <a:pt x="2291073" y="1453145"/>
                </a:lnTo>
                <a:lnTo>
                  <a:pt x="2272103" y="1489758"/>
                </a:lnTo>
                <a:lnTo>
                  <a:pt x="2243201" y="1518660"/>
                </a:lnTo>
                <a:lnTo>
                  <a:pt x="2206588" y="1537631"/>
                </a:lnTo>
                <a:lnTo>
                  <a:pt x="2164487" y="1544448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2572000" y="6175718"/>
            <a:ext cx="2298065" cy="1544955"/>
          </a:xfrm>
          <a:custGeom>
            <a:avLst/>
            <a:gdLst/>
            <a:ahLst/>
            <a:cxnLst/>
            <a:rect l="l" t="t" r="r" b="b"/>
            <a:pathLst>
              <a:path w="2298065" h="1544954">
                <a:moveTo>
                  <a:pt x="2164487" y="1544448"/>
                </a:moveTo>
                <a:lnTo>
                  <a:pt x="133404" y="1544448"/>
                </a:lnTo>
                <a:lnTo>
                  <a:pt x="91303" y="1537631"/>
                </a:lnTo>
                <a:lnTo>
                  <a:pt x="54690" y="1518660"/>
                </a:lnTo>
                <a:lnTo>
                  <a:pt x="25787" y="1489758"/>
                </a:lnTo>
                <a:lnTo>
                  <a:pt x="6817" y="1453145"/>
                </a:lnTo>
                <a:lnTo>
                  <a:pt x="0" y="1411044"/>
                </a:lnTo>
                <a:lnTo>
                  <a:pt x="0" y="133405"/>
                </a:lnTo>
                <a:lnTo>
                  <a:pt x="6817" y="91303"/>
                </a:lnTo>
                <a:lnTo>
                  <a:pt x="25787" y="54690"/>
                </a:lnTo>
                <a:lnTo>
                  <a:pt x="54690" y="25787"/>
                </a:lnTo>
                <a:lnTo>
                  <a:pt x="91303" y="6817"/>
                </a:lnTo>
                <a:lnTo>
                  <a:pt x="133404" y="0"/>
                </a:lnTo>
                <a:lnTo>
                  <a:pt x="2164487" y="0"/>
                </a:lnTo>
                <a:lnTo>
                  <a:pt x="2206588" y="6817"/>
                </a:lnTo>
                <a:lnTo>
                  <a:pt x="2243201" y="25787"/>
                </a:lnTo>
                <a:lnTo>
                  <a:pt x="2272103" y="54690"/>
                </a:lnTo>
                <a:lnTo>
                  <a:pt x="2291073" y="91303"/>
                </a:lnTo>
                <a:lnTo>
                  <a:pt x="2297891" y="133405"/>
                </a:lnTo>
                <a:lnTo>
                  <a:pt x="2297891" y="1411044"/>
                </a:lnTo>
                <a:lnTo>
                  <a:pt x="2291073" y="1453145"/>
                </a:lnTo>
                <a:lnTo>
                  <a:pt x="2272103" y="1489758"/>
                </a:lnTo>
                <a:lnTo>
                  <a:pt x="2243201" y="1518660"/>
                </a:lnTo>
                <a:lnTo>
                  <a:pt x="2206588" y="1537631"/>
                </a:lnTo>
                <a:lnTo>
                  <a:pt x="2164487" y="1544448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2572000" y="7935290"/>
            <a:ext cx="2298065" cy="1544955"/>
          </a:xfrm>
          <a:custGeom>
            <a:avLst/>
            <a:gdLst/>
            <a:ahLst/>
            <a:cxnLst/>
            <a:rect l="l" t="t" r="r" b="b"/>
            <a:pathLst>
              <a:path w="2298065" h="1544954">
                <a:moveTo>
                  <a:pt x="2164487" y="1544449"/>
                </a:moveTo>
                <a:lnTo>
                  <a:pt x="133404" y="1544449"/>
                </a:lnTo>
                <a:lnTo>
                  <a:pt x="91303" y="1537631"/>
                </a:lnTo>
                <a:lnTo>
                  <a:pt x="54690" y="1518660"/>
                </a:lnTo>
                <a:lnTo>
                  <a:pt x="25787" y="1489758"/>
                </a:lnTo>
                <a:lnTo>
                  <a:pt x="6817" y="1453145"/>
                </a:lnTo>
                <a:lnTo>
                  <a:pt x="0" y="1411043"/>
                </a:lnTo>
                <a:lnTo>
                  <a:pt x="0" y="133405"/>
                </a:lnTo>
                <a:lnTo>
                  <a:pt x="6817" y="91303"/>
                </a:lnTo>
                <a:lnTo>
                  <a:pt x="25787" y="54690"/>
                </a:lnTo>
                <a:lnTo>
                  <a:pt x="54690" y="25787"/>
                </a:lnTo>
                <a:lnTo>
                  <a:pt x="91303" y="6817"/>
                </a:lnTo>
                <a:lnTo>
                  <a:pt x="133404" y="0"/>
                </a:lnTo>
                <a:lnTo>
                  <a:pt x="2164487" y="0"/>
                </a:lnTo>
                <a:lnTo>
                  <a:pt x="2206588" y="6817"/>
                </a:lnTo>
                <a:lnTo>
                  <a:pt x="2243201" y="25787"/>
                </a:lnTo>
                <a:lnTo>
                  <a:pt x="2272103" y="54690"/>
                </a:lnTo>
                <a:lnTo>
                  <a:pt x="2291073" y="91303"/>
                </a:lnTo>
                <a:lnTo>
                  <a:pt x="2297891" y="133405"/>
                </a:lnTo>
                <a:lnTo>
                  <a:pt x="2297891" y="1411043"/>
                </a:lnTo>
                <a:lnTo>
                  <a:pt x="2291073" y="1453145"/>
                </a:lnTo>
                <a:lnTo>
                  <a:pt x="2272103" y="1489758"/>
                </a:lnTo>
                <a:lnTo>
                  <a:pt x="2243201" y="1518660"/>
                </a:lnTo>
                <a:lnTo>
                  <a:pt x="2206588" y="1537631"/>
                </a:lnTo>
                <a:lnTo>
                  <a:pt x="2164487" y="1544449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5516087" y="4416147"/>
            <a:ext cx="2298065" cy="1544955"/>
          </a:xfrm>
          <a:custGeom>
            <a:avLst/>
            <a:gdLst/>
            <a:ahLst/>
            <a:cxnLst/>
            <a:rect l="l" t="t" r="r" b="b"/>
            <a:pathLst>
              <a:path w="2298065" h="1544954">
                <a:moveTo>
                  <a:pt x="2164486" y="1544448"/>
                </a:moveTo>
                <a:lnTo>
                  <a:pt x="133405" y="1544448"/>
                </a:lnTo>
                <a:lnTo>
                  <a:pt x="91303" y="1537631"/>
                </a:lnTo>
                <a:lnTo>
                  <a:pt x="54690" y="1518660"/>
                </a:lnTo>
                <a:lnTo>
                  <a:pt x="25787" y="1489758"/>
                </a:lnTo>
                <a:lnTo>
                  <a:pt x="6817" y="1453145"/>
                </a:lnTo>
                <a:lnTo>
                  <a:pt x="0" y="1411043"/>
                </a:lnTo>
                <a:lnTo>
                  <a:pt x="0" y="133404"/>
                </a:lnTo>
                <a:lnTo>
                  <a:pt x="6817" y="91303"/>
                </a:lnTo>
                <a:lnTo>
                  <a:pt x="25787" y="54690"/>
                </a:lnTo>
                <a:lnTo>
                  <a:pt x="54690" y="25787"/>
                </a:lnTo>
                <a:lnTo>
                  <a:pt x="91303" y="6817"/>
                </a:lnTo>
                <a:lnTo>
                  <a:pt x="133405" y="0"/>
                </a:lnTo>
                <a:lnTo>
                  <a:pt x="2164486" y="0"/>
                </a:lnTo>
                <a:lnTo>
                  <a:pt x="2206588" y="6817"/>
                </a:lnTo>
                <a:lnTo>
                  <a:pt x="2243200" y="25787"/>
                </a:lnTo>
                <a:lnTo>
                  <a:pt x="2272103" y="54690"/>
                </a:lnTo>
                <a:lnTo>
                  <a:pt x="2291074" y="91303"/>
                </a:lnTo>
                <a:lnTo>
                  <a:pt x="2297891" y="133404"/>
                </a:lnTo>
                <a:lnTo>
                  <a:pt x="2297891" y="1411043"/>
                </a:lnTo>
                <a:lnTo>
                  <a:pt x="2291074" y="1453145"/>
                </a:lnTo>
                <a:lnTo>
                  <a:pt x="2272103" y="1489758"/>
                </a:lnTo>
                <a:lnTo>
                  <a:pt x="2243200" y="1518660"/>
                </a:lnTo>
                <a:lnTo>
                  <a:pt x="2206588" y="1537631"/>
                </a:lnTo>
                <a:lnTo>
                  <a:pt x="2164486" y="1544448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5516087" y="6175718"/>
            <a:ext cx="2298065" cy="1544955"/>
          </a:xfrm>
          <a:custGeom>
            <a:avLst/>
            <a:gdLst/>
            <a:ahLst/>
            <a:cxnLst/>
            <a:rect l="l" t="t" r="r" b="b"/>
            <a:pathLst>
              <a:path w="2298065" h="1544954">
                <a:moveTo>
                  <a:pt x="2164486" y="1544448"/>
                </a:moveTo>
                <a:lnTo>
                  <a:pt x="133405" y="1544448"/>
                </a:lnTo>
                <a:lnTo>
                  <a:pt x="91303" y="1537631"/>
                </a:lnTo>
                <a:lnTo>
                  <a:pt x="54690" y="1518660"/>
                </a:lnTo>
                <a:lnTo>
                  <a:pt x="25787" y="1489758"/>
                </a:lnTo>
                <a:lnTo>
                  <a:pt x="6817" y="1453145"/>
                </a:lnTo>
                <a:lnTo>
                  <a:pt x="0" y="1411044"/>
                </a:lnTo>
                <a:lnTo>
                  <a:pt x="0" y="133405"/>
                </a:lnTo>
                <a:lnTo>
                  <a:pt x="6817" y="91303"/>
                </a:lnTo>
                <a:lnTo>
                  <a:pt x="25787" y="54690"/>
                </a:lnTo>
                <a:lnTo>
                  <a:pt x="54690" y="25787"/>
                </a:lnTo>
                <a:lnTo>
                  <a:pt x="91303" y="6817"/>
                </a:lnTo>
                <a:lnTo>
                  <a:pt x="133405" y="0"/>
                </a:lnTo>
                <a:lnTo>
                  <a:pt x="2164486" y="0"/>
                </a:lnTo>
                <a:lnTo>
                  <a:pt x="2206588" y="6817"/>
                </a:lnTo>
                <a:lnTo>
                  <a:pt x="2243200" y="25787"/>
                </a:lnTo>
                <a:lnTo>
                  <a:pt x="2272103" y="54690"/>
                </a:lnTo>
                <a:lnTo>
                  <a:pt x="2291074" y="91303"/>
                </a:lnTo>
                <a:lnTo>
                  <a:pt x="2297891" y="133405"/>
                </a:lnTo>
                <a:lnTo>
                  <a:pt x="2297891" y="1411044"/>
                </a:lnTo>
                <a:lnTo>
                  <a:pt x="2291074" y="1453145"/>
                </a:lnTo>
                <a:lnTo>
                  <a:pt x="2272103" y="1489758"/>
                </a:lnTo>
                <a:lnTo>
                  <a:pt x="2243200" y="1518660"/>
                </a:lnTo>
                <a:lnTo>
                  <a:pt x="2206588" y="1537631"/>
                </a:lnTo>
                <a:lnTo>
                  <a:pt x="2164486" y="1544448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5516087" y="7935290"/>
            <a:ext cx="2298065" cy="1544955"/>
          </a:xfrm>
          <a:custGeom>
            <a:avLst/>
            <a:gdLst/>
            <a:ahLst/>
            <a:cxnLst/>
            <a:rect l="l" t="t" r="r" b="b"/>
            <a:pathLst>
              <a:path w="2298065" h="1544954">
                <a:moveTo>
                  <a:pt x="2164486" y="1544449"/>
                </a:moveTo>
                <a:lnTo>
                  <a:pt x="133405" y="1544449"/>
                </a:lnTo>
                <a:lnTo>
                  <a:pt x="91303" y="1537631"/>
                </a:lnTo>
                <a:lnTo>
                  <a:pt x="54690" y="1518660"/>
                </a:lnTo>
                <a:lnTo>
                  <a:pt x="25787" y="1489758"/>
                </a:lnTo>
                <a:lnTo>
                  <a:pt x="6817" y="1453145"/>
                </a:lnTo>
                <a:lnTo>
                  <a:pt x="0" y="1411043"/>
                </a:lnTo>
                <a:lnTo>
                  <a:pt x="0" y="133405"/>
                </a:lnTo>
                <a:lnTo>
                  <a:pt x="6817" y="91303"/>
                </a:lnTo>
                <a:lnTo>
                  <a:pt x="25787" y="54690"/>
                </a:lnTo>
                <a:lnTo>
                  <a:pt x="54690" y="25787"/>
                </a:lnTo>
                <a:lnTo>
                  <a:pt x="91303" y="6817"/>
                </a:lnTo>
                <a:lnTo>
                  <a:pt x="133405" y="0"/>
                </a:lnTo>
                <a:lnTo>
                  <a:pt x="2164486" y="0"/>
                </a:lnTo>
                <a:lnTo>
                  <a:pt x="2206588" y="6817"/>
                </a:lnTo>
                <a:lnTo>
                  <a:pt x="2243200" y="25787"/>
                </a:lnTo>
                <a:lnTo>
                  <a:pt x="2272103" y="54690"/>
                </a:lnTo>
                <a:lnTo>
                  <a:pt x="2291074" y="91303"/>
                </a:lnTo>
                <a:lnTo>
                  <a:pt x="2297891" y="133405"/>
                </a:lnTo>
                <a:lnTo>
                  <a:pt x="2297891" y="1411043"/>
                </a:lnTo>
                <a:lnTo>
                  <a:pt x="2291074" y="1453145"/>
                </a:lnTo>
                <a:lnTo>
                  <a:pt x="2272103" y="1489758"/>
                </a:lnTo>
                <a:lnTo>
                  <a:pt x="2243200" y="1518660"/>
                </a:lnTo>
                <a:lnTo>
                  <a:pt x="2206588" y="1537631"/>
                </a:lnTo>
                <a:lnTo>
                  <a:pt x="2164486" y="1544449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7346693" y="5099382"/>
            <a:ext cx="1118742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300" dirty="0">
                <a:solidFill>
                  <a:srgbClr val="383838"/>
                </a:solidFill>
                <a:latin typeface="Tahoma"/>
                <a:cs typeface="Tahoma"/>
              </a:rPr>
              <a:t>9868369666</a:t>
            </a:r>
            <a:endParaRPr sz="1300" dirty="0">
              <a:latin typeface="Tahoma"/>
              <a:cs typeface="Tahom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991143" y="6884613"/>
            <a:ext cx="1940541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IN" sz="1200" dirty="0">
                <a:solidFill>
                  <a:srgbClr val="383838"/>
                </a:solidFill>
                <a:latin typeface="Tahoma"/>
                <a:cs typeface="Tahoma"/>
              </a:rPr>
              <a:t>aakashrana7422@gmail.com</a:t>
            </a:r>
            <a:endParaRPr sz="1200" dirty="0">
              <a:solidFill>
                <a:srgbClr val="383838"/>
              </a:solidFill>
              <a:latin typeface="Tahoma"/>
              <a:cs typeface="Tahom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0221036" y="5050548"/>
            <a:ext cx="1204516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300" dirty="0">
                <a:solidFill>
                  <a:srgbClr val="383838"/>
                </a:solidFill>
                <a:latin typeface="Tahoma"/>
                <a:cs typeface="Tahoma"/>
              </a:rPr>
              <a:t>6389399289</a:t>
            </a:r>
            <a:endParaRPr sz="1300" dirty="0">
              <a:latin typeface="Tahoma"/>
              <a:cs typeface="Tahom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9958915" y="6856021"/>
            <a:ext cx="1844062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IN" sz="1200" dirty="0">
                <a:solidFill>
                  <a:srgbClr val="383838"/>
                </a:solidFill>
                <a:latin typeface="Tahoma"/>
                <a:cs typeface="Tahoma"/>
              </a:rPr>
              <a:t>farmanfk0404@gmail.com</a:t>
            </a:r>
            <a:endParaRPr sz="1200" dirty="0">
              <a:solidFill>
                <a:srgbClr val="383838"/>
              </a:solidFill>
              <a:latin typeface="Tahoma"/>
              <a:cs typeface="Tahom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3169461" y="5050548"/>
            <a:ext cx="1110709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300" dirty="0">
                <a:latin typeface="Tahoma"/>
                <a:cs typeface="Tahoma"/>
              </a:rPr>
              <a:t>9811996671</a:t>
            </a:r>
            <a:endParaRPr sz="1300" dirty="0">
              <a:latin typeface="Tahoma"/>
              <a:cs typeface="Tahom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2677292" y="6812980"/>
            <a:ext cx="2349851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200" dirty="0">
                <a:solidFill>
                  <a:srgbClr val="383838"/>
                </a:solidFill>
                <a:latin typeface="Tahoma"/>
                <a:cs typeface="Tahoma"/>
              </a:rPr>
              <a:t>tarashankarhazra30@gmail.com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6187247" y="5066759"/>
            <a:ext cx="1112356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300" dirty="0">
                <a:latin typeface="Tahoma"/>
                <a:cs typeface="Tahoma"/>
              </a:rPr>
              <a:t>9310584042</a:t>
            </a:r>
            <a:endParaRPr sz="1300" dirty="0">
              <a:latin typeface="Tahoma"/>
              <a:cs typeface="Tahom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5594393" y="6813622"/>
            <a:ext cx="2298065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300" dirty="0">
                <a:solidFill>
                  <a:srgbClr val="383838"/>
                </a:solidFill>
                <a:latin typeface="Tahoma"/>
                <a:cs typeface="Tahoma"/>
              </a:rPr>
              <a:t>Vanshverma20406@gmail.com</a:t>
            </a:r>
            <a:endParaRPr sz="1300" dirty="0">
              <a:latin typeface="Tahoma"/>
              <a:cs typeface="Tahoma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6569447" y="5050548"/>
            <a:ext cx="313690" cy="275590"/>
          </a:xfrm>
          <a:custGeom>
            <a:avLst/>
            <a:gdLst/>
            <a:ahLst/>
            <a:cxnLst/>
            <a:rect l="l" t="t" r="r" b="b"/>
            <a:pathLst>
              <a:path w="313690" h="275589">
                <a:moveTo>
                  <a:pt x="145443" y="87629"/>
                </a:moveTo>
                <a:lnTo>
                  <a:pt x="136860" y="87629"/>
                </a:lnTo>
                <a:lnTo>
                  <a:pt x="137166" y="86359"/>
                </a:lnTo>
                <a:lnTo>
                  <a:pt x="138966" y="58419"/>
                </a:lnTo>
                <a:lnTo>
                  <a:pt x="139048" y="57149"/>
                </a:lnTo>
                <a:lnTo>
                  <a:pt x="139130" y="55879"/>
                </a:lnTo>
                <a:lnTo>
                  <a:pt x="139212" y="54609"/>
                </a:lnTo>
                <a:lnTo>
                  <a:pt x="139294" y="53339"/>
                </a:lnTo>
                <a:lnTo>
                  <a:pt x="139376" y="52069"/>
                </a:lnTo>
                <a:lnTo>
                  <a:pt x="139453" y="50799"/>
                </a:lnTo>
                <a:lnTo>
                  <a:pt x="139531" y="49529"/>
                </a:lnTo>
                <a:lnTo>
                  <a:pt x="139608" y="48259"/>
                </a:lnTo>
                <a:lnTo>
                  <a:pt x="139686" y="46989"/>
                </a:lnTo>
                <a:lnTo>
                  <a:pt x="139759" y="45796"/>
                </a:lnTo>
                <a:lnTo>
                  <a:pt x="139841" y="44449"/>
                </a:lnTo>
                <a:lnTo>
                  <a:pt x="139919" y="43179"/>
                </a:lnTo>
                <a:lnTo>
                  <a:pt x="139996" y="41909"/>
                </a:lnTo>
                <a:lnTo>
                  <a:pt x="140074" y="40639"/>
                </a:lnTo>
                <a:lnTo>
                  <a:pt x="140151" y="39369"/>
                </a:lnTo>
                <a:lnTo>
                  <a:pt x="140229" y="38099"/>
                </a:lnTo>
                <a:lnTo>
                  <a:pt x="140306" y="36829"/>
                </a:lnTo>
                <a:lnTo>
                  <a:pt x="140384" y="35559"/>
                </a:lnTo>
                <a:lnTo>
                  <a:pt x="145979" y="2539"/>
                </a:lnTo>
                <a:lnTo>
                  <a:pt x="147358" y="0"/>
                </a:lnTo>
                <a:lnTo>
                  <a:pt x="149274" y="0"/>
                </a:lnTo>
                <a:lnTo>
                  <a:pt x="151343" y="1269"/>
                </a:lnTo>
                <a:lnTo>
                  <a:pt x="153412" y="5079"/>
                </a:lnTo>
                <a:lnTo>
                  <a:pt x="176452" y="5079"/>
                </a:lnTo>
                <a:lnTo>
                  <a:pt x="176937" y="6349"/>
                </a:lnTo>
                <a:lnTo>
                  <a:pt x="177550" y="7619"/>
                </a:lnTo>
                <a:lnTo>
                  <a:pt x="178010" y="8889"/>
                </a:lnTo>
                <a:lnTo>
                  <a:pt x="178776" y="10159"/>
                </a:lnTo>
                <a:lnTo>
                  <a:pt x="179389" y="12699"/>
                </a:lnTo>
                <a:lnTo>
                  <a:pt x="181458" y="12699"/>
                </a:lnTo>
                <a:lnTo>
                  <a:pt x="182761" y="16509"/>
                </a:lnTo>
                <a:lnTo>
                  <a:pt x="184031" y="29209"/>
                </a:lnTo>
                <a:lnTo>
                  <a:pt x="184234" y="31749"/>
                </a:lnTo>
                <a:lnTo>
                  <a:pt x="184336" y="33019"/>
                </a:lnTo>
                <a:lnTo>
                  <a:pt x="184437" y="34289"/>
                </a:lnTo>
                <a:lnTo>
                  <a:pt x="184539" y="35559"/>
                </a:lnTo>
                <a:lnTo>
                  <a:pt x="184640" y="36829"/>
                </a:lnTo>
                <a:lnTo>
                  <a:pt x="184741" y="38099"/>
                </a:lnTo>
                <a:lnTo>
                  <a:pt x="184843" y="39369"/>
                </a:lnTo>
                <a:lnTo>
                  <a:pt x="184944" y="40639"/>
                </a:lnTo>
                <a:lnTo>
                  <a:pt x="185046" y="41909"/>
                </a:lnTo>
                <a:lnTo>
                  <a:pt x="185147" y="43179"/>
                </a:lnTo>
                <a:lnTo>
                  <a:pt x="185249" y="44449"/>
                </a:lnTo>
                <a:lnTo>
                  <a:pt x="185356" y="45796"/>
                </a:lnTo>
                <a:lnTo>
                  <a:pt x="185452" y="46989"/>
                </a:lnTo>
                <a:lnTo>
                  <a:pt x="185549" y="48259"/>
                </a:lnTo>
                <a:lnTo>
                  <a:pt x="185646" y="49529"/>
                </a:lnTo>
                <a:lnTo>
                  <a:pt x="185743" y="50799"/>
                </a:lnTo>
                <a:lnTo>
                  <a:pt x="185841" y="52069"/>
                </a:lnTo>
                <a:lnTo>
                  <a:pt x="185938" y="53339"/>
                </a:lnTo>
                <a:lnTo>
                  <a:pt x="186035" y="54609"/>
                </a:lnTo>
                <a:lnTo>
                  <a:pt x="186133" y="55879"/>
                </a:lnTo>
                <a:lnTo>
                  <a:pt x="186516" y="57149"/>
                </a:lnTo>
                <a:lnTo>
                  <a:pt x="231361" y="57149"/>
                </a:lnTo>
                <a:lnTo>
                  <a:pt x="216403" y="77469"/>
                </a:lnTo>
                <a:lnTo>
                  <a:pt x="145443" y="77469"/>
                </a:lnTo>
                <a:lnTo>
                  <a:pt x="145443" y="87629"/>
                </a:lnTo>
                <a:close/>
              </a:path>
              <a:path w="313690" h="275589">
                <a:moveTo>
                  <a:pt x="176452" y="5079"/>
                </a:moveTo>
                <a:lnTo>
                  <a:pt x="153412" y="5079"/>
                </a:lnTo>
                <a:lnTo>
                  <a:pt x="154638" y="3809"/>
                </a:lnTo>
                <a:lnTo>
                  <a:pt x="154561" y="2539"/>
                </a:lnTo>
                <a:lnTo>
                  <a:pt x="154485" y="1269"/>
                </a:lnTo>
                <a:lnTo>
                  <a:pt x="157167" y="0"/>
                </a:lnTo>
                <a:lnTo>
                  <a:pt x="160309" y="0"/>
                </a:lnTo>
                <a:lnTo>
                  <a:pt x="162837" y="1269"/>
                </a:lnTo>
                <a:lnTo>
                  <a:pt x="168125" y="1269"/>
                </a:lnTo>
                <a:lnTo>
                  <a:pt x="170884" y="2539"/>
                </a:lnTo>
                <a:lnTo>
                  <a:pt x="173182" y="3809"/>
                </a:lnTo>
                <a:lnTo>
                  <a:pt x="175481" y="3809"/>
                </a:lnTo>
                <a:lnTo>
                  <a:pt x="176452" y="5079"/>
                </a:lnTo>
                <a:close/>
              </a:path>
              <a:path w="313690" h="275589">
                <a:moveTo>
                  <a:pt x="168125" y="1269"/>
                </a:moveTo>
                <a:lnTo>
                  <a:pt x="162837" y="1269"/>
                </a:lnTo>
                <a:lnTo>
                  <a:pt x="165673" y="0"/>
                </a:lnTo>
                <a:lnTo>
                  <a:pt x="168125" y="1269"/>
                </a:lnTo>
                <a:close/>
              </a:path>
              <a:path w="313690" h="275589">
                <a:moveTo>
                  <a:pt x="181458" y="12699"/>
                </a:moveTo>
                <a:lnTo>
                  <a:pt x="179389" y="12699"/>
                </a:lnTo>
                <a:lnTo>
                  <a:pt x="179926" y="11429"/>
                </a:lnTo>
                <a:lnTo>
                  <a:pt x="178930" y="7619"/>
                </a:lnTo>
                <a:lnTo>
                  <a:pt x="180309" y="7619"/>
                </a:lnTo>
                <a:lnTo>
                  <a:pt x="180462" y="8889"/>
                </a:lnTo>
                <a:lnTo>
                  <a:pt x="181458" y="12699"/>
                </a:lnTo>
                <a:close/>
              </a:path>
              <a:path w="313690" h="275589">
                <a:moveTo>
                  <a:pt x="231361" y="57149"/>
                </a:moveTo>
                <a:lnTo>
                  <a:pt x="186516" y="57149"/>
                </a:lnTo>
                <a:lnTo>
                  <a:pt x="189734" y="53339"/>
                </a:lnTo>
                <a:lnTo>
                  <a:pt x="192800" y="49529"/>
                </a:lnTo>
                <a:lnTo>
                  <a:pt x="195788" y="46989"/>
                </a:lnTo>
                <a:lnTo>
                  <a:pt x="198087" y="43179"/>
                </a:lnTo>
                <a:lnTo>
                  <a:pt x="200079" y="40639"/>
                </a:lnTo>
                <a:lnTo>
                  <a:pt x="202838" y="39369"/>
                </a:lnTo>
                <a:lnTo>
                  <a:pt x="207819" y="35559"/>
                </a:lnTo>
                <a:lnTo>
                  <a:pt x="211344" y="31749"/>
                </a:lnTo>
                <a:lnTo>
                  <a:pt x="215712" y="26669"/>
                </a:lnTo>
                <a:lnTo>
                  <a:pt x="217704" y="25399"/>
                </a:lnTo>
                <a:lnTo>
                  <a:pt x="219467" y="22859"/>
                </a:lnTo>
                <a:lnTo>
                  <a:pt x="220923" y="20319"/>
                </a:lnTo>
                <a:lnTo>
                  <a:pt x="223911" y="16509"/>
                </a:lnTo>
                <a:lnTo>
                  <a:pt x="227436" y="12699"/>
                </a:lnTo>
                <a:lnTo>
                  <a:pt x="231881" y="10159"/>
                </a:lnTo>
                <a:lnTo>
                  <a:pt x="233413" y="8889"/>
                </a:lnTo>
                <a:lnTo>
                  <a:pt x="234256" y="8889"/>
                </a:lnTo>
                <a:lnTo>
                  <a:pt x="235942" y="7619"/>
                </a:lnTo>
                <a:lnTo>
                  <a:pt x="237168" y="8889"/>
                </a:lnTo>
                <a:lnTo>
                  <a:pt x="237475" y="10159"/>
                </a:lnTo>
                <a:lnTo>
                  <a:pt x="252749" y="10159"/>
                </a:lnTo>
                <a:lnTo>
                  <a:pt x="253260" y="11429"/>
                </a:lnTo>
                <a:lnTo>
                  <a:pt x="255406" y="11429"/>
                </a:lnTo>
                <a:lnTo>
                  <a:pt x="255789" y="12699"/>
                </a:lnTo>
                <a:lnTo>
                  <a:pt x="256019" y="13969"/>
                </a:lnTo>
                <a:lnTo>
                  <a:pt x="255942" y="15239"/>
                </a:lnTo>
                <a:lnTo>
                  <a:pt x="255636" y="16509"/>
                </a:lnTo>
                <a:lnTo>
                  <a:pt x="255253" y="19049"/>
                </a:lnTo>
                <a:lnTo>
                  <a:pt x="254716" y="20319"/>
                </a:lnTo>
                <a:lnTo>
                  <a:pt x="257694" y="20319"/>
                </a:lnTo>
                <a:lnTo>
                  <a:pt x="257168" y="22859"/>
                </a:lnTo>
                <a:lnTo>
                  <a:pt x="254333" y="26669"/>
                </a:lnTo>
                <a:lnTo>
                  <a:pt x="250961" y="31749"/>
                </a:lnTo>
                <a:lnTo>
                  <a:pt x="231361" y="57149"/>
                </a:lnTo>
                <a:close/>
              </a:path>
              <a:path w="313690" h="275589">
                <a:moveTo>
                  <a:pt x="244908" y="8889"/>
                </a:moveTo>
                <a:lnTo>
                  <a:pt x="240157" y="8889"/>
                </a:lnTo>
                <a:lnTo>
                  <a:pt x="241689" y="7619"/>
                </a:lnTo>
                <a:lnTo>
                  <a:pt x="243682" y="7619"/>
                </a:lnTo>
                <a:lnTo>
                  <a:pt x="244908" y="8889"/>
                </a:lnTo>
                <a:close/>
              </a:path>
              <a:path w="313690" h="275589">
                <a:moveTo>
                  <a:pt x="252749" y="10159"/>
                </a:moveTo>
                <a:lnTo>
                  <a:pt x="237475" y="10159"/>
                </a:lnTo>
                <a:lnTo>
                  <a:pt x="239314" y="8889"/>
                </a:lnTo>
                <a:lnTo>
                  <a:pt x="252494" y="8889"/>
                </a:lnTo>
                <a:lnTo>
                  <a:pt x="252749" y="10159"/>
                </a:lnTo>
                <a:close/>
              </a:path>
              <a:path w="313690" h="275589">
                <a:moveTo>
                  <a:pt x="257694" y="20319"/>
                </a:moveTo>
                <a:lnTo>
                  <a:pt x="255253" y="20319"/>
                </a:lnTo>
                <a:lnTo>
                  <a:pt x="258011" y="15239"/>
                </a:lnTo>
                <a:lnTo>
                  <a:pt x="258548" y="15239"/>
                </a:lnTo>
                <a:lnTo>
                  <a:pt x="258548" y="16509"/>
                </a:lnTo>
                <a:lnTo>
                  <a:pt x="258395" y="16509"/>
                </a:lnTo>
                <a:lnTo>
                  <a:pt x="257694" y="20319"/>
                </a:lnTo>
                <a:close/>
              </a:path>
              <a:path w="313690" h="275589">
                <a:moveTo>
                  <a:pt x="81916" y="38099"/>
                </a:moveTo>
                <a:lnTo>
                  <a:pt x="76629" y="38099"/>
                </a:lnTo>
                <a:lnTo>
                  <a:pt x="75480" y="35559"/>
                </a:lnTo>
                <a:lnTo>
                  <a:pt x="74254" y="34289"/>
                </a:lnTo>
                <a:lnTo>
                  <a:pt x="73104" y="31749"/>
                </a:lnTo>
                <a:lnTo>
                  <a:pt x="74790" y="31749"/>
                </a:lnTo>
                <a:lnTo>
                  <a:pt x="76936" y="34289"/>
                </a:lnTo>
                <a:lnTo>
                  <a:pt x="81916" y="38099"/>
                </a:lnTo>
                <a:close/>
              </a:path>
              <a:path w="313690" h="275589">
                <a:moveTo>
                  <a:pt x="88552" y="44449"/>
                </a:moveTo>
                <a:lnTo>
                  <a:pt x="62223" y="44449"/>
                </a:lnTo>
                <a:lnTo>
                  <a:pt x="61303" y="43179"/>
                </a:lnTo>
                <a:lnTo>
                  <a:pt x="60460" y="41909"/>
                </a:lnTo>
                <a:lnTo>
                  <a:pt x="58506" y="39369"/>
                </a:lnTo>
                <a:lnTo>
                  <a:pt x="70499" y="39369"/>
                </a:lnTo>
                <a:lnTo>
                  <a:pt x="69503" y="38099"/>
                </a:lnTo>
                <a:lnTo>
                  <a:pt x="67357" y="34289"/>
                </a:lnTo>
                <a:lnTo>
                  <a:pt x="68813" y="33019"/>
                </a:lnTo>
                <a:lnTo>
                  <a:pt x="69962" y="33019"/>
                </a:lnTo>
                <a:lnTo>
                  <a:pt x="71418" y="34289"/>
                </a:lnTo>
                <a:lnTo>
                  <a:pt x="72951" y="35559"/>
                </a:lnTo>
                <a:lnTo>
                  <a:pt x="74713" y="38099"/>
                </a:lnTo>
                <a:lnTo>
                  <a:pt x="81916" y="38099"/>
                </a:lnTo>
                <a:lnTo>
                  <a:pt x="82746" y="39369"/>
                </a:lnTo>
                <a:lnTo>
                  <a:pt x="88552" y="44449"/>
                </a:lnTo>
                <a:close/>
              </a:path>
              <a:path w="313690" h="275589">
                <a:moveTo>
                  <a:pt x="70499" y="39369"/>
                </a:moveTo>
                <a:lnTo>
                  <a:pt x="58698" y="39369"/>
                </a:lnTo>
                <a:lnTo>
                  <a:pt x="59847" y="38099"/>
                </a:lnTo>
                <a:lnTo>
                  <a:pt x="61456" y="38099"/>
                </a:lnTo>
                <a:lnTo>
                  <a:pt x="62989" y="36829"/>
                </a:lnTo>
                <a:lnTo>
                  <a:pt x="64675" y="35559"/>
                </a:lnTo>
                <a:lnTo>
                  <a:pt x="66667" y="35559"/>
                </a:lnTo>
                <a:lnTo>
                  <a:pt x="67893" y="36829"/>
                </a:lnTo>
                <a:lnTo>
                  <a:pt x="70499" y="39369"/>
                </a:lnTo>
                <a:close/>
              </a:path>
              <a:path w="313690" h="275589">
                <a:moveTo>
                  <a:pt x="103959" y="58419"/>
                </a:moveTo>
                <a:lnTo>
                  <a:pt x="60154" y="58419"/>
                </a:lnTo>
                <a:lnTo>
                  <a:pt x="60843" y="57149"/>
                </a:lnTo>
                <a:lnTo>
                  <a:pt x="60307" y="57149"/>
                </a:lnTo>
                <a:lnTo>
                  <a:pt x="53564" y="48259"/>
                </a:lnTo>
                <a:lnTo>
                  <a:pt x="51955" y="45796"/>
                </a:lnTo>
                <a:lnTo>
                  <a:pt x="54560" y="43179"/>
                </a:lnTo>
                <a:lnTo>
                  <a:pt x="56016" y="41909"/>
                </a:lnTo>
                <a:lnTo>
                  <a:pt x="56859" y="43179"/>
                </a:lnTo>
                <a:lnTo>
                  <a:pt x="60230" y="43179"/>
                </a:lnTo>
                <a:lnTo>
                  <a:pt x="60767" y="44449"/>
                </a:lnTo>
                <a:lnTo>
                  <a:pt x="88552" y="44449"/>
                </a:lnTo>
                <a:lnTo>
                  <a:pt x="99317" y="54609"/>
                </a:lnTo>
                <a:lnTo>
                  <a:pt x="103959" y="58419"/>
                </a:lnTo>
                <a:close/>
              </a:path>
              <a:path w="313690" h="275589">
                <a:moveTo>
                  <a:pt x="60230" y="43179"/>
                </a:moveTo>
                <a:lnTo>
                  <a:pt x="58621" y="43179"/>
                </a:lnTo>
                <a:lnTo>
                  <a:pt x="58161" y="41909"/>
                </a:lnTo>
                <a:lnTo>
                  <a:pt x="60230" y="43179"/>
                </a:lnTo>
                <a:close/>
              </a:path>
              <a:path w="313690" h="275589">
                <a:moveTo>
                  <a:pt x="52519" y="52069"/>
                </a:moveTo>
                <a:lnTo>
                  <a:pt x="50882" y="52069"/>
                </a:lnTo>
                <a:lnTo>
                  <a:pt x="49349" y="49529"/>
                </a:lnTo>
                <a:lnTo>
                  <a:pt x="49655" y="49529"/>
                </a:lnTo>
                <a:lnTo>
                  <a:pt x="52519" y="52069"/>
                </a:lnTo>
                <a:close/>
              </a:path>
              <a:path w="313690" h="275589">
                <a:moveTo>
                  <a:pt x="13793" y="171449"/>
                </a:moveTo>
                <a:lnTo>
                  <a:pt x="8812" y="168909"/>
                </a:lnTo>
                <a:lnTo>
                  <a:pt x="4214" y="166369"/>
                </a:lnTo>
                <a:lnTo>
                  <a:pt x="842" y="165099"/>
                </a:lnTo>
                <a:lnTo>
                  <a:pt x="0" y="161289"/>
                </a:lnTo>
                <a:lnTo>
                  <a:pt x="1455" y="157479"/>
                </a:lnTo>
                <a:lnTo>
                  <a:pt x="3065" y="153669"/>
                </a:lnTo>
                <a:lnTo>
                  <a:pt x="6360" y="152399"/>
                </a:lnTo>
                <a:lnTo>
                  <a:pt x="9961" y="149859"/>
                </a:lnTo>
                <a:lnTo>
                  <a:pt x="16628" y="147319"/>
                </a:lnTo>
                <a:lnTo>
                  <a:pt x="30268" y="140969"/>
                </a:lnTo>
                <a:lnTo>
                  <a:pt x="35939" y="140969"/>
                </a:lnTo>
                <a:lnTo>
                  <a:pt x="38697" y="138429"/>
                </a:lnTo>
                <a:lnTo>
                  <a:pt x="41609" y="138429"/>
                </a:lnTo>
                <a:lnTo>
                  <a:pt x="44368" y="137159"/>
                </a:lnTo>
                <a:lnTo>
                  <a:pt x="47280" y="135889"/>
                </a:lnTo>
                <a:lnTo>
                  <a:pt x="64866" y="129539"/>
                </a:lnTo>
                <a:lnTo>
                  <a:pt x="82453" y="124459"/>
                </a:lnTo>
                <a:lnTo>
                  <a:pt x="89809" y="121919"/>
                </a:lnTo>
                <a:lnTo>
                  <a:pt x="97242" y="120649"/>
                </a:lnTo>
                <a:lnTo>
                  <a:pt x="104676" y="118109"/>
                </a:lnTo>
                <a:lnTo>
                  <a:pt x="105518" y="118109"/>
                </a:lnTo>
                <a:lnTo>
                  <a:pt x="106285" y="116839"/>
                </a:lnTo>
                <a:lnTo>
                  <a:pt x="98928" y="111759"/>
                </a:lnTo>
                <a:lnTo>
                  <a:pt x="87284" y="100329"/>
                </a:lnTo>
                <a:lnTo>
                  <a:pt x="53717" y="67309"/>
                </a:lnTo>
                <a:lnTo>
                  <a:pt x="47280" y="57149"/>
                </a:lnTo>
                <a:lnTo>
                  <a:pt x="46514" y="55879"/>
                </a:lnTo>
                <a:lnTo>
                  <a:pt x="46590" y="54609"/>
                </a:lnTo>
                <a:lnTo>
                  <a:pt x="46667" y="53339"/>
                </a:lnTo>
                <a:lnTo>
                  <a:pt x="48583" y="50799"/>
                </a:lnTo>
                <a:lnTo>
                  <a:pt x="50652" y="52069"/>
                </a:lnTo>
                <a:lnTo>
                  <a:pt x="52519" y="52069"/>
                </a:lnTo>
                <a:lnTo>
                  <a:pt x="60154" y="58419"/>
                </a:lnTo>
                <a:lnTo>
                  <a:pt x="103959" y="58419"/>
                </a:lnTo>
                <a:lnTo>
                  <a:pt x="134868" y="86359"/>
                </a:lnTo>
                <a:lnTo>
                  <a:pt x="135404" y="87629"/>
                </a:lnTo>
                <a:lnTo>
                  <a:pt x="145443" y="87629"/>
                </a:lnTo>
                <a:lnTo>
                  <a:pt x="145443" y="95249"/>
                </a:lnTo>
                <a:lnTo>
                  <a:pt x="277359" y="95249"/>
                </a:lnTo>
                <a:lnTo>
                  <a:pt x="259544" y="102869"/>
                </a:lnTo>
                <a:lnTo>
                  <a:pt x="235348" y="111759"/>
                </a:lnTo>
                <a:lnTo>
                  <a:pt x="223207" y="115569"/>
                </a:lnTo>
                <a:lnTo>
                  <a:pt x="211037" y="120649"/>
                </a:lnTo>
                <a:lnTo>
                  <a:pt x="185826" y="129539"/>
                </a:lnTo>
                <a:lnTo>
                  <a:pt x="184983" y="129539"/>
                </a:lnTo>
                <a:lnTo>
                  <a:pt x="186669" y="130809"/>
                </a:lnTo>
                <a:lnTo>
                  <a:pt x="181305" y="130809"/>
                </a:lnTo>
                <a:lnTo>
                  <a:pt x="181075" y="132079"/>
                </a:lnTo>
                <a:lnTo>
                  <a:pt x="208231" y="153669"/>
                </a:lnTo>
                <a:lnTo>
                  <a:pt x="108047" y="153669"/>
                </a:lnTo>
                <a:lnTo>
                  <a:pt x="104292" y="154939"/>
                </a:lnTo>
                <a:lnTo>
                  <a:pt x="78775" y="160019"/>
                </a:lnTo>
                <a:lnTo>
                  <a:pt x="70556" y="161289"/>
                </a:lnTo>
                <a:lnTo>
                  <a:pt x="62338" y="163829"/>
                </a:lnTo>
                <a:lnTo>
                  <a:pt x="45901" y="167639"/>
                </a:lnTo>
                <a:lnTo>
                  <a:pt x="19234" y="170179"/>
                </a:lnTo>
                <a:lnTo>
                  <a:pt x="13793" y="171449"/>
                </a:lnTo>
                <a:close/>
              </a:path>
              <a:path w="313690" h="275589">
                <a:moveTo>
                  <a:pt x="300234" y="69849"/>
                </a:moveTo>
                <a:lnTo>
                  <a:pt x="292188" y="69849"/>
                </a:lnTo>
                <a:lnTo>
                  <a:pt x="293567" y="68579"/>
                </a:lnTo>
                <a:lnTo>
                  <a:pt x="296403" y="68579"/>
                </a:lnTo>
                <a:lnTo>
                  <a:pt x="300234" y="69849"/>
                </a:lnTo>
                <a:close/>
              </a:path>
              <a:path w="313690" h="275589">
                <a:moveTo>
                  <a:pt x="277359" y="95249"/>
                </a:moveTo>
                <a:lnTo>
                  <a:pt x="203988" y="95249"/>
                </a:lnTo>
                <a:lnTo>
                  <a:pt x="204302" y="94849"/>
                </a:lnTo>
                <a:lnTo>
                  <a:pt x="204932" y="93944"/>
                </a:lnTo>
                <a:lnTo>
                  <a:pt x="206329" y="93944"/>
                </a:lnTo>
                <a:lnTo>
                  <a:pt x="277705" y="72389"/>
                </a:lnTo>
                <a:lnTo>
                  <a:pt x="280694" y="72389"/>
                </a:lnTo>
                <a:lnTo>
                  <a:pt x="283529" y="71119"/>
                </a:lnTo>
                <a:lnTo>
                  <a:pt x="286518" y="69849"/>
                </a:lnTo>
                <a:lnTo>
                  <a:pt x="300234" y="69849"/>
                </a:lnTo>
                <a:lnTo>
                  <a:pt x="304449" y="68579"/>
                </a:lnTo>
                <a:lnTo>
                  <a:pt x="308051" y="72389"/>
                </a:lnTo>
                <a:lnTo>
                  <a:pt x="310349" y="73659"/>
                </a:lnTo>
                <a:lnTo>
                  <a:pt x="310924" y="73659"/>
                </a:lnTo>
                <a:lnTo>
                  <a:pt x="311039" y="74929"/>
                </a:lnTo>
                <a:lnTo>
                  <a:pt x="313568" y="74929"/>
                </a:lnTo>
                <a:lnTo>
                  <a:pt x="313108" y="77469"/>
                </a:lnTo>
                <a:lnTo>
                  <a:pt x="312572" y="81279"/>
                </a:lnTo>
                <a:lnTo>
                  <a:pt x="309736" y="82549"/>
                </a:lnTo>
                <a:lnTo>
                  <a:pt x="306978" y="83819"/>
                </a:lnTo>
                <a:lnTo>
                  <a:pt x="277359" y="95249"/>
                </a:lnTo>
                <a:close/>
              </a:path>
              <a:path w="313690" h="275589">
                <a:moveTo>
                  <a:pt x="310924" y="73659"/>
                </a:moveTo>
                <a:lnTo>
                  <a:pt x="310349" y="73659"/>
                </a:lnTo>
                <a:lnTo>
                  <a:pt x="310809" y="72389"/>
                </a:lnTo>
                <a:lnTo>
                  <a:pt x="310924" y="73659"/>
                </a:lnTo>
                <a:close/>
              </a:path>
              <a:path w="313690" h="275589">
                <a:moveTo>
                  <a:pt x="203988" y="95249"/>
                </a:moveTo>
                <a:lnTo>
                  <a:pt x="145596" y="95249"/>
                </a:lnTo>
                <a:lnTo>
                  <a:pt x="145596" y="77469"/>
                </a:lnTo>
                <a:lnTo>
                  <a:pt x="216403" y="77469"/>
                </a:lnTo>
                <a:lnTo>
                  <a:pt x="204302" y="94849"/>
                </a:lnTo>
                <a:lnTo>
                  <a:pt x="203988" y="95249"/>
                </a:lnTo>
                <a:close/>
              </a:path>
              <a:path w="313690" h="275589">
                <a:moveTo>
                  <a:pt x="232064" y="170179"/>
                </a:moveTo>
                <a:lnTo>
                  <a:pt x="227896" y="170179"/>
                </a:lnTo>
                <a:lnTo>
                  <a:pt x="228279" y="168909"/>
                </a:lnTo>
                <a:lnTo>
                  <a:pt x="226747" y="167639"/>
                </a:lnTo>
                <a:lnTo>
                  <a:pt x="225291" y="166369"/>
                </a:lnTo>
                <a:lnTo>
                  <a:pt x="223681" y="165099"/>
                </a:lnTo>
                <a:lnTo>
                  <a:pt x="213553" y="157479"/>
                </a:lnTo>
                <a:lnTo>
                  <a:pt x="183068" y="130809"/>
                </a:lnTo>
                <a:lnTo>
                  <a:pt x="186669" y="130809"/>
                </a:lnTo>
                <a:lnTo>
                  <a:pt x="187512" y="132079"/>
                </a:lnTo>
                <a:lnTo>
                  <a:pt x="189964" y="134619"/>
                </a:lnTo>
                <a:lnTo>
                  <a:pt x="199668" y="142239"/>
                </a:lnTo>
                <a:lnTo>
                  <a:pt x="221306" y="161289"/>
                </a:lnTo>
                <a:lnTo>
                  <a:pt x="227128" y="165099"/>
                </a:lnTo>
                <a:lnTo>
                  <a:pt x="232064" y="170179"/>
                </a:lnTo>
                <a:close/>
              </a:path>
              <a:path w="313690" h="275589">
                <a:moveTo>
                  <a:pt x="81687" y="227329"/>
                </a:moveTo>
                <a:lnTo>
                  <a:pt x="79158" y="226059"/>
                </a:lnTo>
                <a:lnTo>
                  <a:pt x="77549" y="224789"/>
                </a:lnTo>
                <a:lnTo>
                  <a:pt x="72951" y="224789"/>
                </a:lnTo>
                <a:lnTo>
                  <a:pt x="68813" y="222249"/>
                </a:lnTo>
                <a:lnTo>
                  <a:pt x="69196" y="219709"/>
                </a:lnTo>
                <a:lnTo>
                  <a:pt x="69732" y="215899"/>
                </a:lnTo>
                <a:lnTo>
                  <a:pt x="70039" y="212089"/>
                </a:lnTo>
                <a:lnTo>
                  <a:pt x="71648" y="209549"/>
                </a:lnTo>
                <a:lnTo>
                  <a:pt x="75729" y="201929"/>
                </a:lnTo>
                <a:lnTo>
                  <a:pt x="79924" y="195579"/>
                </a:lnTo>
                <a:lnTo>
                  <a:pt x="84235" y="189229"/>
                </a:lnTo>
                <a:lnTo>
                  <a:pt x="93072" y="175259"/>
                </a:lnTo>
                <a:lnTo>
                  <a:pt x="97635" y="168909"/>
                </a:lnTo>
                <a:lnTo>
                  <a:pt x="106898" y="156209"/>
                </a:lnTo>
                <a:lnTo>
                  <a:pt x="107204" y="156209"/>
                </a:lnTo>
                <a:lnTo>
                  <a:pt x="107511" y="154939"/>
                </a:lnTo>
                <a:lnTo>
                  <a:pt x="108047" y="153669"/>
                </a:lnTo>
                <a:lnTo>
                  <a:pt x="208231" y="153669"/>
                </a:lnTo>
                <a:lnTo>
                  <a:pt x="227896" y="170179"/>
                </a:lnTo>
                <a:lnTo>
                  <a:pt x="232064" y="170179"/>
                </a:lnTo>
                <a:lnTo>
                  <a:pt x="240228" y="177799"/>
                </a:lnTo>
                <a:lnTo>
                  <a:pt x="132109" y="177799"/>
                </a:lnTo>
                <a:lnTo>
                  <a:pt x="130423" y="179069"/>
                </a:lnTo>
                <a:lnTo>
                  <a:pt x="128661" y="181609"/>
                </a:lnTo>
                <a:lnTo>
                  <a:pt x="127051" y="182879"/>
                </a:lnTo>
                <a:lnTo>
                  <a:pt x="114570" y="198119"/>
                </a:lnTo>
                <a:lnTo>
                  <a:pt x="108355" y="204469"/>
                </a:lnTo>
                <a:lnTo>
                  <a:pt x="98469" y="217169"/>
                </a:lnTo>
                <a:lnTo>
                  <a:pt x="96476" y="218439"/>
                </a:lnTo>
                <a:lnTo>
                  <a:pt x="95940" y="219709"/>
                </a:lnTo>
                <a:lnTo>
                  <a:pt x="92568" y="219709"/>
                </a:lnTo>
                <a:lnTo>
                  <a:pt x="90576" y="220979"/>
                </a:lnTo>
                <a:lnTo>
                  <a:pt x="88813" y="223519"/>
                </a:lnTo>
                <a:lnTo>
                  <a:pt x="84905" y="223519"/>
                </a:lnTo>
                <a:lnTo>
                  <a:pt x="84445" y="224789"/>
                </a:lnTo>
                <a:lnTo>
                  <a:pt x="81687" y="227329"/>
                </a:lnTo>
                <a:close/>
              </a:path>
              <a:path w="313690" h="275589">
                <a:moveTo>
                  <a:pt x="161611" y="275589"/>
                </a:moveTo>
                <a:lnTo>
                  <a:pt x="143807" y="275589"/>
                </a:lnTo>
                <a:lnTo>
                  <a:pt x="141841" y="273049"/>
                </a:lnTo>
                <a:lnTo>
                  <a:pt x="140921" y="267969"/>
                </a:lnTo>
                <a:lnTo>
                  <a:pt x="139695" y="264159"/>
                </a:lnTo>
                <a:lnTo>
                  <a:pt x="137656" y="253999"/>
                </a:lnTo>
                <a:lnTo>
                  <a:pt x="136027" y="246379"/>
                </a:lnTo>
                <a:lnTo>
                  <a:pt x="134814" y="237489"/>
                </a:lnTo>
                <a:lnTo>
                  <a:pt x="134025" y="227329"/>
                </a:lnTo>
                <a:lnTo>
                  <a:pt x="133963" y="226059"/>
                </a:lnTo>
                <a:lnTo>
                  <a:pt x="133841" y="223519"/>
                </a:lnTo>
                <a:lnTo>
                  <a:pt x="133719" y="220979"/>
                </a:lnTo>
                <a:lnTo>
                  <a:pt x="133596" y="218439"/>
                </a:lnTo>
                <a:lnTo>
                  <a:pt x="133474" y="215899"/>
                </a:lnTo>
                <a:lnTo>
                  <a:pt x="133357" y="212089"/>
                </a:lnTo>
                <a:lnTo>
                  <a:pt x="133241" y="208279"/>
                </a:lnTo>
                <a:lnTo>
                  <a:pt x="133124" y="204469"/>
                </a:lnTo>
                <a:lnTo>
                  <a:pt x="133095" y="203199"/>
                </a:lnTo>
                <a:lnTo>
                  <a:pt x="132978" y="198119"/>
                </a:lnTo>
                <a:lnTo>
                  <a:pt x="132861" y="193039"/>
                </a:lnTo>
                <a:lnTo>
                  <a:pt x="132763" y="189229"/>
                </a:lnTo>
                <a:lnTo>
                  <a:pt x="132645" y="180339"/>
                </a:lnTo>
                <a:lnTo>
                  <a:pt x="132415" y="179069"/>
                </a:lnTo>
                <a:lnTo>
                  <a:pt x="132109" y="177799"/>
                </a:lnTo>
                <a:lnTo>
                  <a:pt x="240228" y="177799"/>
                </a:lnTo>
                <a:lnTo>
                  <a:pt x="241041" y="179069"/>
                </a:lnTo>
                <a:lnTo>
                  <a:pt x="174332" y="179069"/>
                </a:lnTo>
                <a:lnTo>
                  <a:pt x="173872" y="182879"/>
                </a:lnTo>
                <a:lnTo>
                  <a:pt x="173489" y="186689"/>
                </a:lnTo>
                <a:lnTo>
                  <a:pt x="173029" y="189229"/>
                </a:lnTo>
                <a:lnTo>
                  <a:pt x="172903" y="190499"/>
                </a:lnTo>
                <a:lnTo>
                  <a:pt x="141151" y="190499"/>
                </a:lnTo>
                <a:lnTo>
                  <a:pt x="141151" y="214629"/>
                </a:lnTo>
                <a:lnTo>
                  <a:pt x="171594" y="214629"/>
                </a:lnTo>
                <a:lnTo>
                  <a:pt x="171721" y="227329"/>
                </a:lnTo>
                <a:lnTo>
                  <a:pt x="171833" y="231755"/>
                </a:lnTo>
                <a:lnTo>
                  <a:pt x="172401" y="246379"/>
                </a:lnTo>
                <a:lnTo>
                  <a:pt x="172493" y="248919"/>
                </a:lnTo>
                <a:lnTo>
                  <a:pt x="171803" y="253999"/>
                </a:lnTo>
                <a:lnTo>
                  <a:pt x="171343" y="259079"/>
                </a:lnTo>
                <a:lnTo>
                  <a:pt x="171113" y="260349"/>
                </a:lnTo>
                <a:lnTo>
                  <a:pt x="170730" y="261619"/>
                </a:lnTo>
                <a:lnTo>
                  <a:pt x="170462" y="262889"/>
                </a:lnTo>
                <a:lnTo>
                  <a:pt x="167435" y="262889"/>
                </a:lnTo>
                <a:lnTo>
                  <a:pt x="166822" y="264159"/>
                </a:lnTo>
                <a:lnTo>
                  <a:pt x="165136" y="267969"/>
                </a:lnTo>
                <a:lnTo>
                  <a:pt x="164063" y="269239"/>
                </a:lnTo>
                <a:lnTo>
                  <a:pt x="163757" y="270509"/>
                </a:lnTo>
                <a:lnTo>
                  <a:pt x="162761" y="271779"/>
                </a:lnTo>
                <a:lnTo>
                  <a:pt x="161688" y="271779"/>
                </a:lnTo>
                <a:lnTo>
                  <a:pt x="161765" y="274319"/>
                </a:lnTo>
                <a:lnTo>
                  <a:pt x="161611" y="275589"/>
                </a:lnTo>
                <a:close/>
              </a:path>
              <a:path w="313690" h="275589">
                <a:moveTo>
                  <a:pt x="263222" y="242569"/>
                </a:moveTo>
                <a:lnTo>
                  <a:pt x="258778" y="242569"/>
                </a:lnTo>
                <a:lnTo>
                  <a:pt x="256632" y="241299"/>
                </a:lnTo>
                <a:lnTo>
                  <a:pt x="254640" y="240029"/>
                </a:lnTo>
                <a:lnTo>
                  <a:pt x="246201" y="234949"/>
                </a:lnTo>
                <a:lnTo>
                  <a:pt x="237992" y="229869"/>
                </a:lnTo>
                <a:lnTo>
                  <a:pt x="229984" y="223519"/>
                </a:lnTo>
                <a:lnTo>
                  <a:pt x="222149" y="217169"/>
                </a:lnTo>
                <a:lnTo>
                  <a:pt x="217704" y="214629"/>
                </a:lnTo>
                <a:lnTo>
                  <a:pt x="212953" y="212089"/>
                </a:lnTo>
                <a:lnTo>
                  <a:pt x="208585" y="208279"/>
                </a:lnTo>
                <a:lnTo>
                  <a:pt x="182761" y="186689"/>
                </a:lnTo>
                <a:lnTo>
                  <a:pt x="180462" y="184149"/>
                </a:lnTo>
                <a:lnTo>
                  <a:pt x="178317" y="181609"/>
                </a:lnTo>
                <a:lnTo>
                  <a:pt x="176094" y="180339"/>
                </a:lnTo>
                <a:lnTo>
                  <a:pt x="175481" y="179069"/>
                </a:lnTo>
                <a:lnTo>
                  <a:pt x="241041" y="179069"/>
                </a:lnTo>
                <a:lnTo>
                  <a:pt x="244295" y="181609"/>
                </a:lnTo>
                <a:lnTo>
                  <a:pt x="246210" y="184149"/>
                </a:lnTo>
                <a:lnTo>
                  <a:pt x="247896" y="185419"/>
                </a:lnTo>
                <a:lnTo>
                  <a:pt x="249812" y="187959"/>
                </a:lnTo>
                <a:lnTo>
                  <a:pt x="252494" y="190499"/>
                </a:lnTo>
                <a:lnTo>
                  <a:pt x="253414" y="193039"/>
                </a:lnTo>
                <a:lnTo>
                  <a:pt x="253873" y="196849"/>
                </a:lnTo>
                <a:lnTo>
                  <a:pt x="253279" y="198119"/>
                </a:lnTo>
                <a:lnTo>
                  <a:pt x="253107" y="198119"/>
                </a:lnTo>
                <a:lnTo>
                  <a:pt x="271466" y="215899"/>
                </a:lnTo>
                <a:lnTo>
                  <a:pt x="269506" y="215899"/>
                </a:lnTo>
                <a:lnTo>
                  <a:pt x="269812" y="218439"/>
                </a:lnTo>
                <a:lnTo>
                  <a:pt x="273107" y="218439"/>
                </a:lnTo>
                <a:lnTo>
                  <a:pt x="272686" y="219709"/>
                </a:lnTo>
                <a:lnTo>
                  <a:pt x="267820" y="219709"/>
                </a:lnTo>
                <a:lnTo>
                  <a:pt x="268950" y="222249"/>
                </a:lnTo>
                <a:lnTo>
                  <a:pt x="243528" y="222249"/>
                </a:lnTo>
                <a:lnTo>
                  <a:pt x="243145" y="223519"/>
                </a:lnTo>
                <a:lnTo>
                  <a:pt x="244755" y="224789"/>
                </a:lnTo>
                <a:lnTo>
                  <a:pt x="246287" y="226059"/>
                </a:lnTo>
                <a:lnTo>
                  <a:pt x="247973" y="227329"/>
                </a:lnTo>
                <a:lnTo>
                  <a:pt x="252188" y="229869"/>
                </a:lnTo>
                <a:lnTo>
                  <a:pt x="256479" y="233679"/>
                </a:lnTo>
                <a:lnTo>
                  <a:pt x="260617" y="236219"/>
                </a:lnTo>
                <a:lnTo>
                  <a:pt x="262533" y="237489"/>
                </a:lnTo>
                <a:lnTo>
                  <a:pt x="264295" y="238759"/>
                </a:lnTo>
                <a:lnTo>
                  <a:pt x="266287" y="241299"/>
                </a:lnTo>
                <a:lnTo>
                  <a:pt x="265751" y="241299"/>
                </a:lnTo>
                <a:lnTo>
                  <a:pt x="263222" y="242569"/>
                </a:lnTo>
                <a:close/>
              </a:path>
              <a:path w="313690" h="275589">
                <a:moveTo>
                  <a:pt x="171594" y="214629"/>
                </a:moveTo>
                <a:lnTo>
                  <a:pt x="142147" y="214629"/>
                </a:lnTo>
                <a:lnTo>
                  <a:pt x="142147" y="191769"/>
                </a:lnTo>
                <a:lnTo>
                  <a:pt x="141688" y="191769"/>
                </a:lnTo>
                <a:lnTo>
                  <a:pt x="141458" y="190499"/>
                </a:lnTo>
                <a:lnTo>
                  <a:pt x="172903" y="190499"/>
                </a:lnTo>
                <a:lnTo>
                  <a:pt x="171997" y="201929"/>
                </a:lnTo>
                <a:lnTo>
                  <a:pt x="171896" y="203199"/>
                </a:lnTo>
                <a:lnTo>
                  <a:pt x="171863" y="204469"/>
                </a:lnTo>
                <a:lnTo>
                  <a:pt x="171762" y="208279"/>
                </a:lnTo>
                <a:lnTo>
                  <a:pt x="171661" y="212089"/>
                </a:lnTo>
                <a:lnTo>
                  <a:pt x="171594" y="214629"/>
                </a:lnTo>
                <a:close/>
              </a:path>
              <a:path w="313690" h="275589">
                <a:moveTo>
                  <a:pt x="272265" y="217169"/>
                </a:moveTo>
                <a:lnTo>
                  <a:pt x="271958" y="217169"/>
                </a:lnTo>
                <a:lnTo>
                  <a:pt x="269506" y="215899"/>
                </a:lnTo>
                <a:lnTo>
                  <a:pt x="271466" y="215899"/>
                </a:lnTo>
                <a:lnTo>
                  <a:pt x="272265" y="217169"/>
                </a:lnTo>
                <a:close/>
              </a:path>
              <a:path w="313690" h="275589">
                <a:moveTo>
                  <a:pt x="272265" y="220979"/>
                </a:moveTo>
                <a:lnTo>
                  <a:pt x="267820" y="219709"/>
                </a:lnTo>
                <a:lnTo>
                  <a:pt x="272686" y="219709"/>
                </a:lnTo>
                <a:lnTo>
                  <a:pt x="272265" y="220979"/>
                </a:lnTo>
                <a:close/>
              </a:path>
              <a:path w="313690" h="275589">
                <a:moveTo>
                  <a:pt x="268740" y="238759"/>
                </a:moveTo>
                <a:lnTo>
                  <a:pt x="267130" y="237489"/>
                </a:lnTo>
                <a:lnTo>
                  <a:pt x="262762" y="234949"/>
                </a:lnTo>
                <a:lnTo>
                  <a:pt x="258471" y="231139"/>
                </a:lnTo>
                <a:lnTo>
                  <a:pt x="254103" y="229869"/>
                </a:lnTo>
                <a:lnTo>
                  <a:pt x="251345" y="227329"/>
                </a:lnTo>
                <a:lnTo>
                  <a:pt x="248663" y="224789"/>
                </a:lnTo>
                <a:lnTo>
                  <a:pt x="245827" y="223519"/>
                </a:lnTo>
                <a:lnTo>
                  <a:pt x="244295" y="223519"/>
                </a:lnTo>
                <a:lnTo>
                  <a:pt x="243528" y="222249"/>
                </a:lnTo>
                <a:lnTo>
                  <a:pt x="268950" y="222249"/>
                </a:lnTo>
                <a:lnTo>
                  <a:pt x="271211" y="227329"/>
                </a:lnTo>
                <a:lnTo>
                  <a:pt x="265751" y="227329"/>
                </a:lnTo>
                <a:lnTo>
                  <a:pt x="269531" y="231139"/>
                </a:lnTo>
                <a:lnTo>
                  <a:pt x="267897" y="231139"/>
                </a:lnTo>
                <a:lnTo>
                  <a:pt x="269494" y="231755"/>
                </a:lnTo>
                <a:lnTo>
                  <a:pt x="269825" y="232303"/>
                </a:lnTo>
                <a:lnTo>
                  <a:pt x="270115" y="232617"/>
                </a:lnTo>
                <a:lnTo>
                  <a:pt x="271268" y="233679"/>
                </a:lnTo>
                <a:lnTo>
                  <a:pt x="271651" y="234949"/>
                </a:lnTo>
                <a:lnTo>
                  <a:pt x="269966" y="237489"/>
                </a:lnTo>
                <a:lnTo>
                  <a:pt x="268740" y="238759"/>
                </a:lnTo>
                <a:close/>
              </a:path>
              <a:path w="313690" h="275589">
                <a:moveTo>
                  <a:pt x="272341" y="229869"/>
                </a:moveTo>
                <a:lnTo>
                  <a:pt x="271728" y="229869"/>
                </a:lnTo>
                <a:lnTo>
                  <a:pt x="266058" y="227329"/>
                </a:lnTo>
                <a:lnTo>
                  <a:pt x="271211" y="227329"/>
                </a:lnTo>
                <a:lnTo>
                  <a:pt x="272341" y="229869"/>
                </a:lnTo>
                <a:close/>
              </a:path>
              <a:path w="313690" h="275589">
                <a:moveTo>
                  <a:pt x="269494" y="231755"/>
                </a:moveTo>
                <a:lnTo>
                  <a:pt x="267897" y="231139"/>
                </a:lnTo>
                <a:lnTo>
                  <a:pt x="269123" y="231139"/>
                </a:lnTo>
                <a:lnTo>
                  <a:pt x="269494" y="231755"/>
                </a:lnTo>
                <a:close/>
              </a:path>
              <a:path w="313690" h="275589">
                <a:moveTo>
                  <a:pt x="271731" y="232617"/>
                </a:moveTo>
                <a:lnTo>
                  <a:pt x="269494" y="231755"/>
                </a:lnTo>
                <a:lnTo>
                  <a:pt x="269123" y="231139"/>
                </a:lnTo>
                <a:lnTo>
                  <a:pt x="269531" y="231139"/>
                </a:lnTo>
                <a:lnTo>
                  <a:pt x="271731" y="232617"/>
                </a:lnTo>
                <a:close/>
              </a:path>
              <a:path w="313690" h="275589">
                <a:moveTo>
                  <a:pt x="170194" y="264159"/>
                </a:moveTo>
                <a:lnTo>
                  <a:pt x="168815" y="264159"/>
                </a:lnTo>
                <a:lnTo>
                  <a:pt x="167742" y="262889"/>
                </a:lnTo>
                <a:lnTo>
                  <a:pt x="170462" y="262889"/>
                </a:lnTo>
                <a:lnTo>
                  <a:pt x="170194" y="264159"/>
                </a:lnTo>
                <a:close/>
              </a:path>
            </a:pathLst>
          </a:custGeom>
          <a:solidFill>
            <a:srgbClr val="93DE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6569447" y="6807638"/>
            <a:ext cx="313690" cy="275590"/>
          </a:xfrm>
          <a:custGeom>
            <a:avLst/>
            <a:gdLst/>
            <a:ahLst/>
            <a:cxnLst/>
            <a:rect l="l" t="t" r="r" b="b"/>
            <a:pathLst>
              <a:path w="313690" h="275590">
                <a:moveTo>
                  <a:pt x="145443" y="87629"/>
                </a:moveTo>
                <a:lnTo>
                  <a:pt x="136860" y="87629"/>
                </a:lnTo>
                <a:lnTo>
                  <a:pt x="137166" y="86359"/>
                </a:lnTo>
                <a:lnTo>
                  <a:pt x="138966" y="58419"/>
                </a:lnTo>
                <a:lnTo>
                  <a:pt x="139048" y="57149"/>
                </a:lnTo>
                <a:lnTo>
                  <a:pt x="139130" y="55879"/>
                </a:lnTo>
                <a:lnTo>
                  <a:pt x="139212" y="54609"/>
                </a:lnTo>
                <a:lnTo>
                  <a:pt x="139608" y="48259"/>
                </a:lnTo>
                <a:lnTo>
                  <a:pt x="139686" y="46989"/>
                </a:lnTo>
                <a:lnTo>
                  <a:pt x="139759" y="45796"/>
                </a:lnTo>
                <a:lnTo>
                  <a:pt x="139841" y="44449"/>
                </a:lnTo>
                <a:lnTo>
                  <a:pt x="139919" y="43179"/>
                </a:lnTo>
                <a:lnTo>
                  <a:pt x="139996" y="41909"/>
                </a:lnTo>
                <a:lnTo>
                  <a:pt x="140074" y="40639"/>
                </a:lnTo>
                <a:lnTo>
                  <a:pt x="140151" y="39369"/>
                </a:lnTo>
                <a:lnTo>
                  <a:pt x="140229" y="38099"/>
                </a:lnTo>
                <a:lnTo>
                  <a:pt x="140306" y="36829"/>
                </a:lnTo>
                <a:lnTo>
                  <a:pt x="140384" y="35559"/>
                </a:lnTo>
                <a:lnTo>
                  <a:pt x="145979" y="2539"/>
                </a:lnTo>
                <a:lnTo>
                  <a:pt x="147358" y="0"/>
                </a:lnTo>
                <a:lnTo>
                  <a:pt x="149274" y="0"/>
                </a:lnTo>
                <a:lnTo>
                  <a:pt x="151343" y="1269"/>
                </a:lnTo>
                <a:lnTo>
                  <a:pt x="153412" y="5079"/>
                </a:lnTo>
                <a:lnTo>
                  <a:pt x="176452" y="5079"/>
                </a:lnTo>
                <a:lnTo>
                  <a:pt x="176937" y="6349"/>
                </a:lnTo>
                <a:lnTo>
                  <a:pt x="177550" y="7619"/>
                </a:lnTo>
                <a:lnTo>
                  <a:pt x="178010" y="8889"/>
                </a:lnTo>
                <a:lnTo>
                  <a:pt x="178776" y="10159"/>
                </a:lnTo>
                <a:lnTo>
                  <a:pt x="179389" y="12699"/>
                </a:lnTo>
                <a:lnTo>
                  <a:pt x="181458" y="12699"/>
                </a:lnTo>
                <a:lnTo>
                  <a:pt x="182761" y="16509"/>
                </a:lnTo>
                <a:lnTo>
                  <a:pt x="184031" y="29209"/>
                </a:lnTo>
                <a:lnTo>
                  <a:pt x="184234" y="31749"/>
                </a:lnTo>
                <a:lnTo>
                  <a:pt x="184336" y="33019"/>
                </a:lnTo>
                <a:lnTo>
                  <a:pt x="184437" y="34289"/>
                </a:lnTo>
                <a:lnTo>
                  <a:pt x="184539" y="35559"/>
                </a:lnTo>
                <a:lnTo>
                  <a:pt x="184640" y="36829"/>
                </a:lnTo>
                <a:lnTo>
                  <a:pt x="184741" y="38099"/>
                </a:lnTo>
                <a:lnTo>
                  <a:pt x="184843" y="39369"/>
                </a:lnTo>
                <a:lnTo>
                  <a:pt x="184944" y="40639"/>
                </a:lnTo>
                <a:lnTo>
                  <a:pt x="185046" y="41909"/>
                </a:lnTo>
                <a:lnTo>
                  <a:pt x="185147" y="43179"/>
                </a:lnTo>
                <a:lnTo>
                  <a:pt x="185249" y="44449"/>
                </a:lnTo>
                <a:lnTo>
                  <a:pt x="185356" y="45796"/>
                </a:lnTo>
                <a:lnTo>
                  <a:pt x="185452" y="46989"/>
                </a:lnTo>
                <a:lnTo>
                  <a:pt x="185549" y="48259"/>
                </a:lnTo>
                <a:lnTo>
                  <a:pt x="185646" y="49529"/>
                </a:lnTo>
                <a:lnTo>
                  <a:pt x="185743" y="50799"/>
                </a:lnTo>
                <a:lnTo>
                  <a:pt x="185841" y="52069"/>
                </a:lnTo>
                <a:lnTo>
                  <a:pt x="185938" y="53339"/>
                </a:lnTo>
                <a:lnTo>
                  <a:pt x="186035" y="54609"/>
                </a:lnTo>
                <a:lnTo>
                  <a:pt x="186133" y="55879"/>
                </a:lnTo>
                <a:lnTo>
                  <a:pt x="186516" y="57149"/>
                </a:lnTo>
                <a:lnTo>
                  <a:pt x="231361" y="57149"/>
                </a:lnTo>
                <a:lnTo>
                  <a:pt x="216403" y="77469"/>
                </a:lnTo>
                <a:lnTo>
                  <a:pt x="145443" y="77469"/>
                </a:lnTo>
                <a:lnTo>
                  <a:pt x="145443" y="87629"/>
                </a:lnTo>
                <a:close/>
              </a:path>
              <a:path w="313690" h="275590">
                <a:moveTo>
                  <a:pt x="176452" y="5079"/>
                </a:moveTo>
                <a:lnTo>
                  <a:pt x="153412" y="5079"/>
                </a:lnTo>
                <a:lnTo>
                  <a:pt x="154638" y="3809"/>
                </a:lnTo>
                <a:lnTo>
                  <a:pt x="154561" y="2539"/>
                </a:lnTo>
                <a:lnTo>
                  <a:pt x="154485" y="1269"/>
                </a:lnTo>
                <a:lnTo>
                  <a:pt x="157167" y="0"/>
                </a:lnTo>
                <a:lnTo>
                  <a:pt x="160309" y="0"/>
                </a:lnTo>
                <a:lnTo>
                  <a:pt x="162837" y="1269"/>
                </a:lnTo>
                <a:lnTo>
                  <a:pt x="168125" y="1269"/>
                </a:lnTo>
                <a:lnTo>
                  <a:pt x="170884" y="2539"/>
                </a:lnTo>
                <a:lnTo>
                  <a:pt x="173182" y="3809"/>
                </a:lnTo>
                <a:lnTo>
                  <a:pt x="175481" y="3809"/>
                </a:lnTo>
                <a:lnTo>
                  <a:pt x="176452" y="5079"/>
                </a:lnTo>
                <a:close/>
              </a:path>
              <a:path w="313690" h="275590">
                <a:moveTo>
                  <a:pt x="168125" y="1269"/>
                </a:moveTo>
                <a:lnTo>
                  <a:pt x="162837" y="1269"/>
                </a:lnTo>
                <a:lnTo>
                  <a:pt x="165673" y="0"/>
                </a:lnTo>
                <a:lnTo>
                  <a:pt x="168125" y="1269"/>
                </a:lnTo>
                <a:close/>
              </a:path>
              <a:path w="313690" h="275590">
                <a:moveTo>
                  <a:pt x="181458" y="12699"/>
                </a:moveTo>
                <a:lnTo>
                  <a:pt x="179389" y="12699"/>
                </a:lnTo>
                <a:lnTo>
                  <a:pt x="179926" y="11429"/>
                </a:lnTo>
                <a:lnTo>
                  <a:pt x="178930" y="7619"/>
                </a:lnTo>
                <a:lnTo>
                  <a:pt x="180309" y="7619"/>
                </a:lnTo>
                <a:lnTo>
                  <a:pt x="180462" y="8889"/>
                </a:lnTo>
                <a:lnTo>
                  <a:pt x="181458" y="12699"/>
                </a:lnTo>
                <a:close/>
              </a:path>
              <a:path w="313690" h="275590">
                <a:moveTo>
                  <a:pt x="231361" y="57149"/>
                </a:moveTo>
                <a:lnTo>
                  <a:pt x="186516" y="57149"/>
                </a:lnTo>
                <a:lnTo>
                  <a:pt x="189734" y="53339"/>
                </a:lnTo>
                <a:lnTo>
                  <a:pt x="192800" y="49529"/>
                </a:lnTo>
                <a:lnTo>
                  <a:pt x="195788" y="46989"/>
                </a:lnTo>
                <a:lnTo>
                  <a:pt x="198087" y="43179"/>
                </a:lnTo>
                <a:lnTo>
                  <a:pt x="200079" y="40639"/>
                </a:lnTo>
                <a:lnTo>
                  <a:pt x="202838" y="39369"/>
                </a:lnTo>
                <a:lnTo>
                  <a:pt x="207819" y="35559"/>
                </a:lnTo>
                <a:lnTo>
                  <a:pt x="211344" y="31749"/>
                </a:lnTo>
                <a:lnTo>
                  <a:pt x="215712" y="26669"/>
                </a:lnTo>
                <a:lnTo>
                  <a:pt x="217704" y="25399"/>
                </a:lnTo>
                <a:lnTo>
                  <a:pt x="219467" y="22859"/>
                </a:lnTo>
                <a:lnTo>
                  <a:pt x="220923" y="20319"/>
                </a:lnTo>
                <a:lnTo>
                  <a:pt x="223911" y="16509"/>
                </a:lnTo>
                <a:lnTo>
                  <a:pt x="227436" y="12699"/>
                </a:lnTo>
                <a:lnTo>
                  <a:pt x="231881" y="10159"/>
                </a:lnTo>
                <a:lnTo>
                  <a:pt x="233413" y="8889"/>
                </a:lnTo>
                <a:lnTo>
                  <a:pt x="234256" y="8889"/>
                </a:lnTo>
                <a:lnTo>
                  <a:pt x="235942" y="7619"/>
                </a:lnTo>
                <a:lnTo>
                  <a:pt x="237168" y="8889"/>
                </a:lnTo>
                <a:lnTo>
                  <a:pt x="237475" y="10159"/>
                </a:lnTo>
                <a:lnTo>
                  <a:pt x="252749" y="10159"/>
                </a:lnTo>
                <a:lnTo>
                  <a:pt x="253260" y="11429"/>
                </a:lnTo>
                <a:lnTo>
                  <a:pt x="255406" y="11429"/>
                </a:lnTo>
                <a:lnTo>
                  <a:pt x="255789" y="12699"/>
                </a:lnTo>
                <a:lnTo>
                  <a:pt x="256019" y="13969"/>
                </a:lnTo>
                <a:lnTo>
                  <a:pt x="255942" y="15239"/>
                </a:lnTo>
                <a:lnTo>
                  <a:pt x="255636" y="16509"/>
                </a:lnTo>
                <a:lnTo>
                  <a:pt x="255253" y="19049"/>
                </a:lnTo>
                <a:lnTo>
                  <a:pt x="254716" y="20319"/>
                </a:lnTo>
                <a:lnTo>
                  <a:pt x="257694" y="20319"/>
                </a:lnTo>
                <a:lnTo>
                  <a:pt x="257168" y="22859"/>
                </a:lnTo>
                <a:lnTo>
                  <a:pt x="254333" y="26669"/>
                </a:lnTo>
                <a:lnTo>
                  <a:pt x="250961" y="31749"/>
                </a:lnTo>
                <a:lnTo>
                  <a:pt x="231361" y="57149"/>
                </a:lnTo>
                <a:close/>
              </a:path>
              <a:path w="313690" h="275590">
                <a:moveTo>
                  <a:pt x="244908" y="8889"/>
                </a:moveTo>
                <a:lnTo>
                  <a:pt x="240157" y="8889"/>
                </a:lnTo>
                <a:lnTo>
                  <a:pt x="241689" y="7619"/>
                </a:lnTo>
                <a:lnTo>
                  <a:pt x="243682" y="7619"/>
                </a:lnTo>
                <a:lnTo>
                  <a:pt x="244908" y="8889"/>
                </a:lnTo>
                <a:close/>
              </a:path>
              <a:path w="313690" h="275590">
                <a:moveTo>
                  <a:pt x="252749" y="10159"/>
                </a:moveTo>
                <a:lnTo>
                  <a:pt x="237475" y="10159"/>
                </a:lnTo>
                <a:lnTo>
                  <a:pt x="239314" y="8889"/>
                </a:lnTo>
                <a:lnTo>
                  <a:pt x="252494" y="8889"/>
                </a:lnTo>
                <a:lnTo>
                  <a:pt x="252749" y="10159"/>
                </a:lnTo>
                <a:close/>
              </a:path>
              <a:path w="313690" h="275590">
                <a:moveTo>
                  <a:pt x="257694" y="20319"/>
                </a:moveTo>
                <a:lnTo>
                  <a:pt x="255253" y="20319"/>
                </a:lnTo>
                <a:lnTo>
                  <a:pt x="258011" y="15239"/>
                </a:lnTo>
                <a:lnTo>
                  <a:pt x="258548" y="15239"/>
                </a:lnTo>
                <a:lnTo>
                  <a:pt x="258548" y="16509"/>
                </a:lnTo>
                <a:lnTo>
                  <a:pt x="258395" y="16509"/>
                </a:lnTo>
                <a:lnTo>
                  <a:pt x="257694" y="20319"/>
                </a:lnTo>
                <a:close/>
              </a:path>
              <a:path w="313690" h="275590">
                <a:moveTo>
                  <a:pt x="81916" y="38099"/>
                </a:moveTo>
                <a:lnTo>
                  <a:pt x="76629" y="38099"/>
                </a:lnTo>
                <a:lnTo>
                  <a:pt x="75480" y="35559"/>
                </a:lnTo>
                <a:lnTo>
                  <a:pt x="74254" y="34289"/>
                </a:lnTo>
                <a:lnTo>
                  <a:pt x="73104" y="31749"/>
                </a:lnTo>
                <a:lnTo>
                  <a:pt x="74790" y="31749"/>
                </a:lnTo>
                <a:lnTo>
                  <a:pt x="76936" y="34289"/>
                </a:lnTo>
                <a:lnTo>
                  <a:pt x="81916" y="38099"/>
                </a:lnTo>
                <a:close/>
              </a:path>
              <a:path w="313690" h="275590">
                <a:moveTo>
                  <a:pt x="88552" y="44449"/>
                </a:moveTo>
                <a:lnTo>
                  <a:pt x="62223" y="44449"/>
                </a:lnTo>
                <a:lnTo>
                  <a:pt x="61303" y="43179"/>
                </a:lnTo>
                <a:lnTo>
                  <a:pt x="60460" y="41909"/>
                </a:lnTo>
                <a:lnTo>
                  <a:pt x="58506" y="39369"/>
                </a:lnTo>
                <a:lnTo>
                  <a:pt x="70499" y="39369"/>
                </a:lnTo>
                <a:lnTo>
                  <a:pt x="69503" y="38099"/>
                </a:lnTo>
                <a:lnTo>
                  <a:pt x="67357" y="34289"/>
                </a:lnTo>
                <a:lnTo>
                  <a:pt x="68813" y="33019"/>
                </a:lnTo>
                <a:lnTo>
                  <a:pt x="69962" y="33019"/>
                </a:lnTo>
                <a:lnTo>
                  <a:pt x="71418" y="34289"/>
                </a:lnTo>
                <a:lnTo>
                  <a:pt x="72951" y="35559"/>
                </a:lnTo>
                <a:lnTo>
                  <a:pt x="74713" y="38099"/>
                </a:lnTo>
                <a:lnTo>
                  <a:pt x="81916" y="38099"/>
                </a:lnTo>
                <a:lnTo>
                  <a:pt x="82746" y="39369"/>
                </a:lnTo>
                <a:lnTo>
                  <a:pt x="88552" y="44449"/>
                </a:lnTo>
                <a:close/>
              </a:path>
              <a:path w="313690" h="275590">
                <a:moveTo>
                  <a:pt x="70499" y="39369"/>
                </a:moveTo>
                <a:lnTo>
                  <a:pt x="58698" y="39369"/>
                </a:lnTo>
                <a:lnTo>
                  <a:pt x="59847" y="38099"/>
                </a:lnTo>
                <a:lnTo>
                  <a:pt x="61456" y="38099"/>
                </a:lnTo>
                <a:lnTo>
                  <a:pt x="62989" y="36829"/>
                </a:lnTo>
                <a:lnTo>
                  <a:pt x="64675" y="35559"/>
                </a:lnTo>
                <a:lnTo>
                  <a:pt x="66667" y="35559"/>
                </a:lnTo>
                <a:lnTo>
                  <a:pt x="67893" y="36829"/>
                </a:lnTo>
                <a:lnTo>
                  <a:pt x="70499" y="39369"/>
                </a:lnTo>
                <a:close/>
              </a:path>
              <a:path w="313690" h="275590">
                <a:moveTo>
                  <a:pt x="103959" y="58419"/>
                </a:moveTo>
                <a:lnTo>
                  <a:pt x="60154" y="58419"/>
                </a:lnTo>
                <a:lnTo>
                  <a:pt x="60843" y="57149"/>
                </a:lnTo>
                <a:lnTo>
                  <a:pt x="60307" y="57149"/>
                </a:lnTo>
                <a:lnTo>
                  <a:pt x="53564" y="48259"/>
                </a:lnTo>
                <a:lnTo>
                  <a:pt x="51955" y="45796"/>
                </a:lnTo>
                <a:lnTo>
                  <a:pt x="54560" y="43179"/>
                </a:lnTo>
                <a:lnTo>
                  <a:pt x="56016" y="41909"/>
                </a:lnTo>
                <a:lnTo>
                  <a:pt x="56859" y="43179"/>
                </a:lnTo>
                <a:lnTo>
                  <a:pt x="60230" y="43179"/>
                </a:lnTo>
                <a:lnTo>
                  <a:pt x="60767" y="44449"/>
                </a:lnTo>
                <a:lnTo>
                  <a:pt x="88552" y="44449"/>
                </a:lnTo>
                <a:lnTo>
                  <a:pt x="99317" y="54609"/>
                </a:lnTo>
                <a:lnTo>
                  <a:pt x="103959" y="58419"/>
                </a:lnTo>
                <a:close/>
              </a:path>
              <a:path w="313690" h="275590">
                <a:moveTo>
                  <a:pt x="60230" y="43179"/>
                </a:moveTo>
                <a:lnTo>
                  <a:pt x="58621" y="43179"/>
                </a:lnTo>
                <a:lnTo>
                  <a:pt x="58161" y="41909"/>
                </a:lnTo>
                <a:lnTo>
                  <a:pt x="60230" y="43179"/>
                </a:lnTo>
                <a:close/>
              </a:path>
              <a:path w="313690" h="275590">
                <a:moveTo>
                  <a:pt x="52519" y="52069"/>
                </a:moveTo>
                <a:lnTo>
                  <a:pt x="50882" y="52069"/>
                </a:lnTo>
                <a:lnTo>
                  <a:pt x="49349" y="49529"/>
                </a:lnTo>
                <a:lnTo>
                  <a:pt x="49655" y="49529"/>
                </a:lnTo>
                <a:lnTo>
                  <a:pt x="52519" y="52069"/>
                </a:lnTo>
                <a:close/>
              </a:path>
              <a:path w="313690" h="275590">
                <a:moveTo>
                  <a:pt x="13793" y="171449"/>
                </a:moveTo>
                <a:lnTo>
                  <a:pt x="8812" y="168909"/>
                </a:lnTo>
                <a:lnTo>
                  <a:pt x="4214" y="166369"/>
                </a:lnTo>
                <a:lnTo>
                  <a:pt x="842" y="165099"/>
                </a:lnTo>
                <a:lnTo>
                  <a:pt x="0" y="161289"/>
                </a:lnTo>
                <a:lnTo>
                  <a:pt x="1455" y="157479"/>
                </a:lnTo>
                <a:lnTo>
                  <a:pt x="3065" y="153669"/>
                </a:lnTo>
                <a:lnTo>
                  <a:pt x="6360" y="152399"/>
                </a:lnTo>
                <a:lnTo>
                  <a:pt x="9961" y="149859"/>
                </a:lnTo>
                <a:lnTo>
                  <a:pt x="16628" y="147319"/>
                </a:lnTo>
                <a:lnTo>
                  <a:pt x="30268" y="140969"/>
                </a:lnTo>
                <a:lnTo>
                  <a:pt x="35939" y="140969"/>
                </a:lnTo>
                <a:lnTo>
                  <a:pt x="38697" y="138429"/>
                </a:lnTo>
                <a:lnTo>
                  <a:pt x="41609" y="138429"/>
                </a:lnTo>
                <a:lnTo>
                  <a:pt x="44368" y="137159"/>
                </a:lnTo>
                <a:lnTo>
                  <a:pt x="47280" y="135889"/>
                </a:lnTo>
                <a:lnTo>
                  <a:pt x="64866" y="129539"/>
                </a:lnTo>
                <a:lnTo>
                  <a:pt x="82453" y="124459"/>
                </a:lnTo>
                <a:lnTo>
                  <a:pt x="89809" y="121919"/>
                </a:lnTo>
                <a:lnTo>
                  <a:pt x="97242" y="120649"/>
                </a:lnTo>
                <a:lnTo>
                  <a:pt x="104676" y="118109"/>
                </a:lnTo>
                <a:lnTo>
                  <a:pt x="105518" y="118109"/>
                </a:lnTo>
                <a:lnTo>
                  <a:pt x="106285" y="116839"/>
                </a:lnTo>
                <a:lnTo>
                  <a:pt x="98928" y="111759"/>
                </a:lnTo>
                <a:lnTo>
                  <a:pt x="87284" y="100329"/>
                </a:lnTo>
                <a:lnTo>
                  <a:pt x="53717" y="67309"/>
                </a:lnTo>
                <a:lnTo>
                  <a:pt x="47280" y="57149"/>
                </a:lnTo>
                <a:lnTo>
                  <a:pt x="46514" y="55879"/>
                </a:lnTo>
                <a:lnTo>
                  <a:pt x="46590" y="54609"/>
                </a:lnTo>
                <a:lnTo>
                  <a:pt x="46667" y="53339"/>
                </a:lnTo>
                <a:lnTo>
                  <a:pt x="48583" y="50799"/>
                </a:lnTo>
                <a:lnTo>
                  <a:pt x="50652" y="52069"/>
                </a:lnTo>
                <a:lnTo>
                  <a:pt x="52519" y="52069"/>
                </a:lnTo>
                <a:lnTo>
                  <a:pt x="60154" y="58419"/>
                </a:lnTo>
                <a:lnTo>
                  <a:pt x="103959" y="58419"/>
                </a:lnTo>
                <a:lnTo>
                  <a:pt x="134868" y="86359"/>
                </a:lnTo>
                <a:lnTo>
                  <a:pt x="135404" y="87629"/>
                </a:lnTo>
                <a:lnTo>
                  <a:pt x="145443" y="87629"/>
                </a:lnTo>
                <a:lnTo>
                  <a:pt x="145443" y="95249"/>
                </a:lnTo>
                <a:lnTo>
                  <a:pt x="277359" y="95249"/>
                </a:lnTo>
                <a:lnTo>
                  <a:pt x="259544" y="102869"/>
                </a:lnTo>
                <a:lnTo>
                  <a:pt x="235348" y="111759"/>
                </a:lnTo>
                <a:lnTo>
                  <a:pt x="223207" y="115569"/>
                </a:lnTo>
                <a:lnTo>
                  <a:pt x="211037" y="120649"/>
                </a:lnTo>
                <a:lnTo>
                  <a:pt x="185826" y="129539"/>
                </a:lnTo>
                <a:lnTo>
                  <a:pt x="184983" y="129539"/>
                </a:lnTo>
                <a:lnTo>
                  <a:pt x="186669" y="130809"/>
                </a:lnTo>
                <a:lnTo>
                  <a:pt x="181305" y="130809"/>
                </a:lnTo>
                <a:lnTo>
                  <a:pt x="181075" y="132079"/>
                </a:lnTo>
                <a:lnTo>
                  <a:pt x="208231" y="153669"/>
                </a:lnTo>
                <a:lnTo>
                  <a:pt x="108047" y="153669"/>
                </a:lnTo>
                <a:lnTo>
                  <a:pt x="104292" y="154939"/>
                </a:lnTo>
                <a:lnTo>
                  <a:pt x="78775" y="160019"/>
                </a:lnTo>
                <a:lnTo>
                  <a:pt x="70556" y="161289"/>
                </a:lnTo>
                <a:lnTo>
                  <a:pt x="62338" y="163829"/>
                </a:lnTo>
                <a:lnTo>
                  <a:pt x="45901" y="167639"/>
                </a:lnTo>
                <a:lnTo>
                  <a:pt x="19234" y="170179"/>
                </a:lnTo>
                <a:lnTo>
                  <a:pt x="13793" y="171449"/>
                </a:lnTo>
                <a:close/>
              </a:path>
              <a:path w="313690" h="275590">
                <a:moveTo>
                  <a:pt x="300234" y="69849"/>
                </a:moveTo>
                <a:lnTo>
                  <a:pt x="292188" y="69849"/>
                </a:lnTo>
                <a:lnTo>
                  <a:pt x="293567" y="68579"/>
                </a:lnTo>
                <a:lnTo>
                  <a:pt x="296403" y="68579"/>
                </a:lnTo>
                <a:lnTo>
                  <a:pt x="300234" y="69849"/>
                </a:lnTo>
                <a:close/>
              </a:path>
              <a:path w="313690" h="275590">
                <a:moveTo>
                  <a:pt x="277359" y="95249"/>
                </a:moveTo>
                <a:lnTo>
                  <a:pt x="203988" y="95249"/>
                </a:lnTo>
                <a:lnTo>
                  <a:pt x="204302" y="94849"/>
                </a:lnTo>
                <a:lnTo>
                  <a:pt x="204932" y="93944"/>
                </a:lnTo>
                <a:lnTo>
                  <a:pt x="206329" y="93944"/>
                </a:lnTo>
                <a:lnTo>
                  <a:pt x="277705" y="72389"/>
                </a:lnTo>
                <a:lnTo>
                  <a:pt x="280694" y="72389"/>
                </a:lnTo>
                <a:lnTo>
                  <a:pt x="283529" y="71119"/>
                </a:lnTo>
                <a:lnTo>
                  <a:pt x="286518" y="69849"/>
                </a:lnTo>
                <a:lnTo>
                  <a:pt x="300234" y="69849"/>
                </a:lnTo>
                <a:lnTo>
                  <a:pt x="304449" y="68579"/>
                </a:lnTo>
                <a:lnTo>
                  <a:pt x="308051" y="72389"/>
                </a:lnTo>
                <a:lnTo>
                  <a:pt x="310349" y="73659"/>
                </a:lnTo>
                <a:lnTo>
                  <a:pt x="310924" y="73659"/>
                </a:lnTo>
                <a:lnTo>
                  <a:pt x="311039" y="74929"/>
                </a:lnTo>
                <a:lnTo>
                  <a:pt x="313568" y="74929"/>
                </a:lnTo>
                <a:lnTo>
                  <a:pt x="313108" y="77469"/>
                </a:lnTo>
                <a:lnTo>
                  <a:pt x="312572" y="81279"/>
                </a:lnTo>
                <a:lnTo>
                  <a:pt x="309736" y="82549"/>
                </a:lnTo>
                <a:lnTo>
                  <a:pt x="306978" y="83819"/>
                </a:lnTo>
                <a:lnTo>
                  <a:pt x="277359" y="95249"/>
                </a:lnTo>
                <a:close/>
              </a:path>
              <a:path w="313690" h="275590">
                <a:moveTo>
                  <a:pt x="310924" y="73659"/>
                </a:moveTo>
                <a:lnTo>
                  <a:pt x="310349" y="73659"/>
                </a:lnTo>
                <a:lnTo>
                  <a:pt x="310809" y="72389"/>
                </a:lnTo>
                <a:lnTo>
                  <a:pt x="310924" y="73659"/>
                </a:lnTo>
                <a:close/>
              </a:path>
              <a:path w="313690" h="275590">
                <a:moveTo>
                  <a:pt x="203988" y="95249"/>
                </a:moveTo>
                <a:lnTo>
                  <a:pt x="145596" y="95249"/>
                </a:lnTo>
                <a:lnTo>
                  <a:pt x="145596" y="77469"/>
                </a:lnTo>
                <a:lnTo>
                  <a:pt x="216403" y="77469"/>
                </a:lnTo>
                <a:lnTo>
                  <a:pt x="204302" y="94849"/>
                </a:lnTo>
                <a:lnTo>
                  <a:pt x="203988" y="95249"/>
                </a:lnTo>
                <a:close/>
              </a:path>
              <a:path w="313690" h="275590">
                <a:moveTo>
                  <a:pt x="232064" y="170179"/>
                </a:moveTo>
                <a:lnTo>
                  <a:pt x="227896" y="170179"/>
                </a:lnTo>
                <a:lnTo>
                  <a:pt x="228279" y="168909"/>
                </a:lnTo>
                <a:lnTo>
                  <a:pt x="226747" y="167639"/>
                </a:lnTo>
                <a:lnTo>
                  <a:pt x="225291" y="166369"/>
                </a:lnTo>
                <a:lnTo>
                  <a:pt x="223681" y="165099"/>
                </a:lnTo>
                <a:lnTo>
                  <a:pt x="213553" y="157479"/>
                </a:lnTo>
                <a:lnTo>
                  <a:pt x="183068" y="130809"/>
                </a:lnTo>
                <a:lnTo>
                  <a:pt x="186669" y="130809"/>
                </a:lnTo>
                <a:lnTo>
                  <a:pt x="187512" y="132079"/>
                </a:lnTo>
                <a:lnTo>
                  <a:pt x="189964" y="134619"/>
                </a:lnTo>
                <a:lnTo>
                  <a:pt x="199668" y="142239"/>
                </a:lnTo>
                <a:lnTo>
                  <a:pt x="221306" y="161289"/>
                </a:lnTo>
                <a:lnTo>
                  <a:pt x="227128" y="165099"/>
                </a:lnTo>
                <a:lnTo>
                  <a:pt x="232064" y="170179"/>
                </a:lnTo>
                <a:close/>
              </a:path>
              <a:path w="313690" h="275590">
                <a:moveTo>
                  <a:pt x="81687" y="227329"/>
                </a:moveTo>
                <a:lnTo>
                  <a:pt x="79158" y="226059"/>
                </a:lnTo>
                <a:lnTo>
                  <a:pt x="77549" y="224789"/>
                </a:lnTo>
                <a:lnTo>
                  <a:pt x="72951" y="224789"/>
                </a:lnTo>
                <a:lnTo>
                  <a:pt x="68813" y="222249"/>
                </a:lnTo>
                <a:lnTo>
                  <a:pt x="69196" y="219709"/>
                </a:lnTo>
                <a:lnTo>
                  <a:pt x="69732" y="215899"/>
                </a:lnTo>
                <a:lnTo>
                  <a:pt x="70039" y="212089"/>
                </a:lnTo>
                <a:lnTo>
                  <a:pt x="71648" y="209549"/>
                </a:lnTo>
                <a:lnTo>
                  <a:pt x="75729" y="201929"/>
                </a:lnTo>
                <a:lnTo>
                  <a:pt x="79924" y="195579"/>
                </a:lnTo>
                <a:lnTo>
                  <a:pt x="84235" y="189229"/>
                </a:lnTo>
                <a:lnTo>
                  <a:pt x="93072" y="175259"/>
                </a:lnTo>
                <a:lnTo>
                  <a:pt x="97635" y="168909"/>
                </a:lnTo>
                <a:lnTo>
                  <a:pt x="106898" y="156209"/>
                </a:lnTo>
                <a:lnTo>
                  <a:pt x="107204" y="156209"/>
                </a:lnTo>
                <a:lnTo>
                  <a:pt x="107511" y="154939"/>
                </a:lnTo>
                <a:lnTo>
                  <a:pt x="108047" y="153669"/>
                </a:lnTo>
                <a:lnTo>
                  <a:pt x="208231" y="153669"/>
                </a:lnTo>
                <a:lnTo>
                  <a:pt x="227896" y="170179"/>
                </a:lnTo>
                <a:lnTo>
                  <a:pt x="232064" y="170179"/>
                </a:lnTo>
                <a:lnTo>
                  <a:pt x="240228" y="177799"/>
                </a:lnTo>
                <a:lnTo>
                  <a:pt x="132109" y="177799"/>
                </a:lnTo>
                <a:lnTo>
                  <a:pt x="130423" y="179069"/>
                </a:lnTo>
                <a:lnTo>
                  <a:pt x="128661" y="181609"/>
                </a:lnTo>
                <a:lnTo>
                  <a:pt x="127051" y="182879"/>
                </a:lnTo>
                <a:lnTo>
                  <a:pt x="114570" y="198119"/>
                </a:lnTo>
                <a:lnTo>
                  <a:pt x="108355" y="204469"/>
                </a:lnTo>
                <a:lnTo>
                  <a:pt x="98469" y="217169"/>
                </a:lnTo>
                <a:lnTo>
                  <a:pt x="96476" y="218439"/>
                </a:lnTo>
                <a:lnTo>
                  <a:pt x="95940" y="219709"/>
                </a:lnTo>
                <a:lnTo>
                  <a:pt x="92568" y="219709"/>
                </a:lnTo>
                <a:lnTo>
                  <a:pt x="90576" y="220979"/>
                </a:lnTo>
                <a:lnTo>
                  <a:pt x="88813" y="223519"/>
                </a:lnTo>
                <a:lnTo>
                  <a:pt x="84905" y="223519"/>
                </a:lnTo>
                <a:lnTo>
                  <a:pt x="84445" y="224789"/>
                </a:lnTo>
                <a:lnTo>
                  <a:pt x="81687" y="227329"/>
                </a:lnTo>
                <a:close/>
              </a:path>
              <a:path w="313690" h="275590">
                <a:moveTo>
                  <a:pt x="161611" y="275589"/>
                </a:moveTo>
                <a:lnTo>
                  <a:pt x="143807" y="275589"/>
                </a:lnTo>
                <a:lnTo>
                  <a:pt x="141841" y="273049"/>
                </a:lnTo>
                <a:lnTo>
                  <a:pt x="140921" y="267969"/>
                </a:lnTo>
                <a:lnTo>
                  <a:pt x="139695" y="264159"/>
                </a:lnTo>
                <a:lnTo>
                  <a:pt x="137656" y="253999"/>
                </a:lnTo>
                <a:lnTo>
                  <a:pt x="136027" y="246379"/>
                </a:lnTo>
                <a:lnTo>
                  <a:pt x="134814" y="237489"/>
                </a:lnTo>
                <a:lnTo>
                  <a:pt x="134025" y="227329"/>
                </a:lnTo>
                <a:lnTo>
                  <a:pt x="133963" y="226059"/>
                </a:lnTo>
                <a:lnTo>
                  <a:pt x="133841" y="223519"/>
                </a:lnTo>
                <a:lnTo>
                  <a:pt x="133719" y="220979"/>
                </a:lnTo>
                <a:lnTo>
                  <a:pt x="133596" y="218439"/>
                </a:lnTo>
                <a:lnTo>
                  <a:pt x="133474" y="215899"/>
                </a:lnTo>
                <a:lnTo>
                  <a:pt x="133357" y="212089"/>
                </a:lnTo>
                <a:lnTo>
                  <a:pt x="133241" y="208279"/>
                </a:lnTo>
                <a:lnTo>
                  <a:pt x="133124" y="204469"/>
                </a:lnTo>
                <a:lnTo>
                  <a:pt x="133095" y="203199"/>
                </a:lnTo>
                <a:lnTo>
                  <a:pt x="132978" y="198119"/>
                </a:lnTo>
                <a:lnTo>
                  <a:pt x="132861" y="193039"/>
                </a:lnTo>
                <a:lnTo>
                  <a:pt x="132763" y="189229"/>
                </a:lnTo>
                <a:lnTo>
                  <a:pt x="132645" y="180339"/>
                </a:lnTo>
                <a:lnTo>
                  <a:pt x="132415" y="179069"/>
                </a:lnTo>
                <a:lnTo>
                  <a:pt x="132109" y="177799"/>
                </a:lnTo>
                <a:lnTo>
                  <a:pt x="240228" y="177799"/>
                </a:lnTo>
                <a:lnTo>
                  <a:pt x="241041" y="179069"/>
                </a:lnTo>
                <a:lnTo>
                  <a:pt x="174332" y="179069"/>
                </a:lnTo>
                <a:lnTo>
                  <a:pt x="173872" y="182879"/>
                </a:lnTo>
                <a:lnTo>
                  <a:pt x="173489" y="186689"/>
                </a:lnTo>
                <a:lnTo>
                  <a:pt x="173029" y="189229"/>
                </a:lnTo>
                <a:lnTo>
                  <a:pt x="172903" y="190499"/>
                </a:lnTo>
                <a:lnTo>
                  <a:pt x="141151" y="190499"/>
                </a:lnTo>
                <a:lnTo>
                  <a:pt x="141151" y="214629"/>
                </a:lnTo>
                <a:lnTo>
                  <a:pt x="171594" y="214629"/>
                </a:lnTo>
                <a:lnTo>
                  <a:pt x="171721" y="227329"/>
                </a:lnTo>
                <a:lnTo>
                  <a:pt x="171833" y="231755"/>
                </a:lnTo>
                <a:lnTo>
                  <a:pt x="172401" y="246379"/>
                </a:lnTo>
                <a:lnTo>
                  <a:pt x="172493" y="248919"/>
                </a:lnTo>
                <a:lnTo>
                  <a:pt x="171803" y="253999"/>
                </a:lnTo>
                <a:lnTo>
                  <a:pt x="171343" y="259079"/>
                </a:lnTo>
                <a:lnTo>
                  <a:pt x="171113" y="260349"/>
                </a:lnTo>
                <a:lnTo>
                  <a:pt x="170730" y="261619"/>
                </a:lnTo>
                <a:lnTo>
                  <a:pt x="170462" y="262889"/>
                </a:lnTo>
                <a:lnTo>
                  <a:pt x="167435" y="262889"/>
                </a:lnTo>
                <a:lnTo>
                  <a:pt x="166822" y="264159"/>
                </a:lnTo>
                <a:lnTo>
                  <a:pt x="165136" y="267969"/>
                </a:lnTo>
                <a:lnTo>
                  <a:pt x="164063" y="269239"/>
                </a:lnTo>
                <a:lnTo>
                  <a:pt x="163757" y="270509"/>
                </a:lnTo>
                <a:lnTo>
                  <a:pt x="162761" y="271779"/>
                </a:lnTo>
                <a:lnTo>
                  <a:pt x="161688" y="271779"/>
                </a:lnTo>
                <a:lnTo>
                  <a:pt x="161765" y="274319"/>
                </a:lnTo>
                <a:lnTo>
                  <a:pt x="161611" y="275589"/>
                </a:lnTo>
                <a:close/>
              </a:path>
              <a:path w="313690" h="275590">
                <a:moveTo>
                  <a:pt x="263222" y="242569"/>
                </a:moveTo>
                <a:lnTo>
                  <a:pt x="258778" y="242569"/>
                </a:lnTo>
                <a:lnTo>
                  <a:pt x="256632" y="241299"/>
                </a:lnTo>
                <a:lnTo>
                  <a:pt x="254640" y="240029"/>
                </a:lnTo>
                <a:lnTo>
                  <a:pt x="246201" y="234949"/>
                </a:lnTo>
                <a:lnTo>
                  <a:pt x="237992" y="229869"/>
                </a:lnTo>
                <a:lnTo>
                  <a:pt x="229984" y="223519"/>
                </a:lnTo>
                <a:lnTo>
                  <a:pt x="222149" y="217169"/>
                </a:lnTo>
                <a:lnTo>
                  <a:pt x="217704" y="214629"/>
                </a:lnTo>
                <a:lnTo>
                  <a:pt x="212953" y="212089"/>
                </a:lnTo>
                <a:lnTo>
                  <a:pt x="208585" y="208279"/>
                </a:lnTo>
                <a:lnTo>
                  <a:pt x="182761" y="186689"/>
                </a:lnTo>
                <a:lnTo>
                  <a:pt x="180462" y="184149"/>
                </a:lnTo>
                <a:lnTo>
                  <a:pt x="178317" y="181609"/>
                </a:lnTo>
                <a:lnTo>
                  <a:pt x="176094" y="180339"/>
                </a:lnTo>
                <a:lnTo>
                  <a:pt x="175481" y="179069"/>
                </a:lnTo>
                <a:lnTo>
                  <a:pt x="241041" y="179069"/>
                </a:lnTo>
                <a:lnTo>
                  <a:pt x="244295" y="181609"/>
                </a:lnTo>
                <a:lnTo>
                  <a:pt x="246210" y="184149"/>
                </a:lnTo>
                <a:lnTo>
                  <a:pt x="247896" y="185419"/>
                </a:lnTo>
                <a:lnTo>
                  <a:pt x="249812" y="187959"/>
                </a:lnTo>
                <a:lnTo>
                  <a:pt x="252494" y="190499"/>
                </a:lnTo>
                <a:lnTo>
                  <a:pt x="253414" y="193039"/>
                </a:lnTo>
                <a:lnTo>
                  <a:pt x="253873" y="196849"/>
                </a:lnTo>
                <a:lnTo>
                  <a:pt x="253279" y="198119"/>
                </a:lnTo>
                <a:lnTo>
                  <a:pt x="253107" y="198119"/>
                </a:lnTo>
                <a:lnTo>
                  <a:pt x="271466" y="215899"/>
                </a:lnTo>
                <a:lnTo>
                  <a:pt x="269506" y="215899"/>
                </a:lnTo>
                <a:lnTo>
                  <a:pt x="269812" y="218439"/>
                </a:lnTo>
                <a:lnTo>
                  <a:pt x="273107" y="218439"/>
                </a:lnTo>
                <a:lnTo>
                  <a:pt x="272686" y="219709"/>
                </a:lnTo>
                <a:lnTo>
                  <a:pt x="267820" y="219709"/>
                </a:lnTo>
                <a:lnTo>
                  <a:pt x="268950" y="222249"/>
                </a:lnTo>
                <a:lnTo>
                  <a:pt x="243528" y="222249"/>
                </a:lnTo>
                <a:lnTo>
                  <a:pt x="243145" y="223519"/>
                </a:lnTo>
                <a:lnTo>
                  <a:pt x="244755" y="224789"/>
                </a:lnTo>
                <a:lnTo>
                  <a:pt x="246287" y="226059"/>
                </a:lnTo>
                <a:lnTo>
                  <a:pt x="247973" y="227329"/>
                </a:lnTo>
                <a:lnTo>
                  <a:pt x="252188" y="229869"/>
                </a:lnTo>
                <a:lnTo>
                  <a:pt x="256479" y="233679"/>
                </a:lnTo>
                <a:lnTo>
                  <a:pt x="260617" y="236219"/>
                </a:lnTo>
                <a:lnTo>
                  <a:pt x="262533" y="237489"/>
                </a:lnTo>
                <a:lnTo>
                  <a:pt x="264295" y="238759"/>
                </a:lnTo>
                <a:lnTo>
                  <a:pt x="266287" y="241299"/>
                </a:lnTo>
                <a:lnTo>
                  <a:pt x="265751" y="241299"/>
                </a:lnTo>
                <a:lnTo>
                  <a:pt x="263222" y="242569"/>
                </a:lnTo>
                <a:close/>
              </a:path>
              <a:path w="313690" h="275590">
                <a:moveTo>
                  <a:pt x="171594" y="214629"/>
                </a:moveTo>
                <a:lnTo>
                  <a:pt x="142147" y="214629"/>
                </a:lnTo>
                <a:lnTo>
                  <a:pt x="142147" y="191769"/>
                </a:lnTo>
                <a:lnTo>
                  <a:pt x="141688" y="191769"/>
                </a:lnTo>
                <a:lnTo>
                  <a:pt x="141458" y="190499"/>
                </a:lnTo>
                <a:lnTo>
                  <a:pt x="172903" y="190499"/>
                </a:lnTo>
                <a:lnTo>
                  <a:pt x="171997" y="201929"/>
                </a:lnTo>
                <a:lnTo>
                  <a:pt x="171896" y="203199"/>
                </a:lnTo>
                <a:lnTo>
                  <a:pt x="171863" y="204469"/>
                </a:lnTo>
                <a:lnTo>
                  <a:pt x="171762" y="208279"/>
                </a:lnTo>
                <a:lnTo>
                  <a:pt x="171661" y="212089"/>
                </a:lnTo>
                <a:lnTo>
                  <a:pt x="171594" y="214629"/>
                </a:lnTo>
                <a:close/>
              </a:path>
              <a:path w="313690" h="275590">
                <a:moveTo>
                  <a:pt x="272265" y="217169"/>
                </a:moveTo>
                <a:lnTo>
                  <a:pt x="271958" y="217169"/>
                </a:lnTo>
                <a:lnTo>
                  <a:pt x="269506" y="215899"/>
                </a:lnTo>
                <a:lnTo>
                  <a:pt x="271466" y="215899"/>
                </a:lnTo>
                <a:lnTo>
                  <a:pt x="272265" y="217169"/>
                </a:lnTo>
                <a:close/>
              </a:path>
              <a:path w="313690" h="275590">
                <a:moveTo>
                  <a:pt x="272265" y="220979"/>
                </a:moveTo>
                <a:lnTo>
                  <a:pt x="267820" y="219709"/>
                </a:lnTo>
                <a:lnTo>
                  <a:pt x="272686" y="219709"/>
                </a:lnTo>
                <a:lnTo>
                  <a:pt x="272265" y="220979"/>
                </a:lnTo>
                <a:close/>
              </a:path>
              <a:path w="313690" h="275590">
                <a:moveTo>
                  <a:pt x="268740" y="238759"/>
                </a:moveTo>
                <a:lnTo>
                  <a:pt x="267130" y="237489"/>
                </a:lnTo>
                <a:lnTo>
                  <a:pt x="262762" y="234949"/>
                </a:lnTo>
                <a:lnTo>
                  <a:pt x="258471" y="231139"/>
                </a:lnTo>
                <a:lnTo>
                  <a:pt x="254103" y="229869"/>
                </a:lnTo>
                <a:lnTo>
                  <a:pt x="251345" y="227329"/>
                </a:lnTo>
                <a:lnTo>
                  <a:pt x="248663" y="224789"/>
                </a:lnTo>
                <a:lnTo>
                  <a:pt x="245827" y="223519"/>
                </a:lnTo>
                <a:lnTo>
                  <a:pt x="244295" y="223519"/>
                </a:lnTo>
                <a:lnTo>
                  <a:pt x="243528" y="222249"/>
                </a:lnTo>
                <a:lnTo>
                  <a:pt x="268950" y="222249"/>
                </a:lnTo>
                <a:lnTo>
                  <a:pt x="271211" y="227329"/>
                </a:lnTo>
                <a:lnTo>
                  <a:pt x="265751" y="227329"/>
                </a:lnTo>
                <a:lnTo>
                  <a:pt x="269531" y="231139"/>
                </a:lnTo>
                <a:lnTo>
                  <a:pt x="267897" y="231139"/>
                </a:lnTo>
                <a:lnTo>
                  <a:pt x="269494" y="231755"/>
                </a:lnTo>
                <a:lnTo>
                  <a:pt x="269825" y="232303"/>
                </a:lnTo>
                <a:lnTo>
                  <a:pt x="270115" y="232617"/>
                </a:lnTo>
                <a:lnTo>
                  <a:pt x="271268" y="233679"/>
                </a:lnTo>
                <a:lnTo>
                  <a:pt x="271651" y="234949"/>
                </a:lnTo>
                <a:lnTo>
                  <a:pt x="269966" y="237489"/>
                </a:lnTo>
                <a:lnTo>
                  <a:pt x="268740" y="238759"/>
                </a:lnTo>
                <a:close/>
              </a:path>
              <a:path w="313690" h="275590">
                <a:moveTo>
                  <a:pt x="272341" y="229869"/>
                </a:moveTo>
                <a:lnTo>
                  <a:pt x="271728" y="229869"/>
                </a:lnTo>
                <a:lnTo>
                  <a:pt x="266058" y="227329"/>
                </a:lnTo>
                <a:lnTo>
                  <a:pt x="271211" y="227329"/>
                </a:lnTo>
                <a:lnTo>
                  <a:pt x="272341" y="229869"/>
                </a:lnTo>
                <a:close/>
              </a:path>
              <a:path w="313690" h="275590">
                <a:moveTo>
                  <a:pt x="269494" y="231755"/>
                </a:moveTo>
                <a:lnTo>
                  <a:pt x="267897" y="231139"/>
                </a:lnTo>
                <a:lnTo>
                  <a:pt x="269123" y="231139"/>
                </a:lnTo>
                <a:lnTo>
                  <a:pt x="269494" y="231755"/>
                </a:lnTo>
                <a:close/>
              </a:path>
              <a:path w="313690" h="275590">
                <a:moveTo>
                  <a:pt x="271731" y="232617"/>
                </a:moveTo>
                <a:lnTo>
                  <a:pt x="269494" y="231755"/>
                </a:lnTo>
                <a:lnTo>
                  <a:pt x="269123" y="231139"/>
                </a:lnTo>
                <a:lnTo>
                  <a:pt x="269531" y="231139"/>
                </a:lnTo>
                <a:lnTo>
                  <a:pt x="271731" y="232617"/>
                </a:lnTo>
                <a:close/>
              </a:path>
              <a:path w="313690" h="275590">
                <a:moveTo>
                  <a:pt x="170194" y="264159"/>
                </a:moveTo>
                <a:lnTo>
                  <a:pt x="168815" y="264159"/>
                </a:lnTo>
                <a:lnTo>
                  <a:pt x="167742" y="262889"/>
                </a:lnTo>
                <a:lnTo>
                  <a:pt x="170462" y="262889"/>
                </a:lnTo>
                <a:lnTo>
                  <a:pt x="170194" y="264159"/>
                </a:lnTo>
                <a:close/>
              </a:path>
            </a:pathLst>
          </a:custGeom>
          <a:solidFill>
            <a:srgbClr val="93DE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6569447" y="8567209"/>
            <a:ext cx="313690" cy="275590"/>
          </a:xfrm>
          <a:custGeom>
            <a:avLst/>
            <a:gdLst/>
            <a:ahLst/>
            <a:cxnLst/>
            <a:rect l="l" t="t" r="r" b="b"/>
            <a:pathLst>
              <a:path w="313690" h="275590">
                <a:moveTo>
                  <a:pt x="145443" y="87629"/>
                </a:moveTo>
                <a:lnTo>
                  <a:pt x="136860" y="87629"/>
                </a:lnTo>
                <a:lnTo>
                  <a:pt x="137166" y="86359"/>
                </a:lnTo>
                <a:lnTo>
                  <a:pt x="138966" y="58419"/>
                </a:lnTo>
                <a:lnTo>
                  <a:pt x="139048" y="57149"/>
                </a:lnTo>
                <a:lnTo>
                  <a:pt x="139130" y="55879"/>
                </a:lnTo>
                <a:lnTo>
                  <a:pt x="139212" y="54609"/>
                </a:lnTo>
                <a:lnTo>
                  <a:pt x="139294" y="53339"/>
                </a:lnTo>
                <a:lnTo>
                  <a:pt x="139376" y="52069"/>
                </a:lnTo>
                <a:lnTo>
                  <a:pt x="139453" y="50799"/>
                </a:lnTo>
                <a:lnTo>
                  <a:pt x="139531" y="49529"/>
                </a:lnTo>
                <a:lnTo>
                  <a:pt x="139608" y="48259"/>
                </a:lnTo>
                <a:lnTo>
                  <a:pt x="139686" y="46989"/>
                </a:lnTo>
                <a:lnTo>
                  <a:pt x="139759" y="45796"/>
                </a:lnTo>
                <a:lnTo>
                  <a:pt x="139841" y="44449"/>
                </a:lnTo>
                <a:lnTo>
                  <a:pt x="139919" y="43179"/>
                </a:lnTo>
                <a:lnTo>
                  <a:pt x="139996" y="41909"/>
                </a:lnTo>
                <a:lnTo>
                  <a:pt x="140074" y="40639"/>
                </a:lnTo>
                <a:lnTo>
                  <a:pt x="140151" y="39369"/>
                </a:lnTo>
                <a:lnTo>
                  <a:pt x="140229" y="38099"/>
                </a:lnTo>
                <a:lnTo>
                  <a:pt x="140306" y="36829"/>
                </a:lnTo>
                <a:lnTo>
                  <a:pt x="140384" y="35559"/>
                </a:lnTo>
                <a:lnTo>
                  <a:pt x="145979" y="2539"/>
                </a:lnTo>
                <a:lnTo>
                  <a:pt x="147358" y="0"/>
                </a:lnTo>
                <a:lnTo>
                  <a:pt x="149274" y="0"/>
                </a:lnTo>
                <a:lnTo>
                  <a:pt x="151343" y="1269"/>
                </a:lnTo>
                <a:lnTo>
                  <a:pt x="153412" y="5079"/>
                </a:lnTo>
                <a:lnTo>
                  <a:pt x="176452" y="5079"/>
                </a:lnTo>
                <a:lnTo>
                  <a:pt x="176937" y="6349"/>
                </a:lnTo>
                <a:lnTo>
                  <a:pt x="177550" y="7619"/>
                </a:lnTo>
                <a:lnTo>
                  <a:pt x="178010" y="8889"/>
                </a:lnTo>
                <a:lnTo>
                  <a:pt x="178776" y="10159"/>
                </a:lnTo>
                <a:lnTo>
                  <a:pt x="179389" y="12699"/>
                </a:lnTo>
                <a:lnTo>
                  <a:pt x="181458" y="12699"/>
                </a:lnTo>
                <a:lnTo>
                  <a:pt x="182761" y="16509"/>
                </a:lnTo>
                <a:lnTo>
                  <a:pt x="184031" y="29209"/>
                </a:lnTo>
                <a:lnTo>
                  <a:pt x="184234" y="31749"/>
                </a:lnTo>
                <a:lnTo>
                  <a:pt x="184336" y="33019"/>
                </a:lnTo>
                <a:lnTo>
                  <a:pt x="184437" y="34289"/>
                </a:lnTo>
                <a:lnTo>
                  <a:pt x="184539" y="35559"/>
                </a:lnTo>
                <a:lnTo>
                  <a:pt x="184640" y="36829"/>
                </a:lnTo>
                <a:lnTo>
                  <a:pt x="184741" y="38099"/>
                </a:lnTo>
                <a:lnTo>
                  <a:pt x="184843" y="39369"/>
                </a:lnTo>
                <a:lnTo>
                  <a:pt x="184944" y="40639"/>
                </a:lnTo>
                <a:lnTo>
                  <a:pt x="185046" y="41909"/>
                </a:lnTo>
                <a:lnTo>
                  <a:pt x="185147" y="43179"/>
                </a:lnTo>
                <a:lnTo>
                  <a:pt x="185249" y="44449"/>
                </a:lnTo>
                <a:lnTo>
                  <a:pt x="185356" y="45796"/>
                </a:lnTo>
                <a:lnTo>
                  <a:pt x="185452" y="46989"/>
                </a:lnTo>
                <a:lnTo>
                  <a:pt x="185549" y="48259"/>
                </a:lnTo>
                <a:lnTo>
                  <a:pt x="185646" y="49529"/>
                </a:lnTo>
                <a:lnTo>
                  <a:pt x="185743" y="50799"/>
                </a:lnTo>
                <a:lnTo>
                  <a:pt x="185841" y="52069"/>
                </a:lnTo>
                <a:lnTo>
                  <a:pt x="185938" y="53339"/>
                </a:lnTo>
                <a:lnTo>
                  <a:pt x="186035" y="54609"/>
                </a:lnTo>
                <a:lnTo>
                  <a:pt x="186133" y="55879"/>
                </a:lnTo>
                <a:lnTo>
                  <a:pt x="186516" y="57149"/>
                </a:lnTo>
                <a:lnTo>
                  <a:pt x="231361" y="57149"/>
                </a:lnTo>
                <a:lnTo>
                  <a:pt x="216403" y="77469"/>
                </a:lnTo>
                <a:lnTo>
                  <a:pt x="145443" y="77469"/>
                </a:lnTo>
                <a:lnTo>
                  <a:pt x="145443" y="87629"/>
                </a:lnTo>
                <a:close/>
              </a:path>
              <a:path w="313690" h="275590">
                <a:moveTo>
                  <a:pt x="176452" y="5079"/>
                </a:moveTo>
                <a:lnTo>
                  <a:pt x="153412" y="5079"/>
                </a:lnTo>
                <a:lnTo>
                  <a:pt x="154638" y="3809"/>
                </a:lnTo>
                <a:lnTo>
                  <a:pt x="154561" y="2539"/>
                </a:lnTo>
                <a:lnTo>
                  <a:pt x="154485" y="1269"/>
                </a:lnTo>
                <a:lnTo>
                  <a:pt x="157167" y="0"/>
                </a:lnTo>
                <a:lnTo>
                  <a:pt x="160309" y="0"/>
                </a:lnTo>
                <a:lnTo>
                  <a:pt x="162837" y="1269"/>
                </a:lnTo>
                <a:lnTo>
                  <a:pt x="168125" y="1269"/>
                </a:lnTo>
                <a:lnTo>
                  <a:pt x="170884" y="2539"/>
                </a:lnTo>
                <a:lnTo>
                  <a:pt x="173182" y="3809"/>
                </a:lnTo>
                <a:lnTo>
                  <a:pt x="175481" y="3809"/>
                </a:lnTo>
                <a:lnTo>
                  <a:pt x="176452" y="5079"/>
                </a:lnTo>
                <a:close/>
              </a:path>
              <a:path w="313690" h="275590">
                <a:moveTo>
                  <a:pt x="168125" y="1269"/>
                </a:moveTo>
                <a:lnTo>
                  <a:pt x="162837" y="1269"/>
                </a:lnTo>
                <a:lnTo>
                  <a:pt x="165673" y="0"/>
                </a:lnTo>
                <a:lnTo>
                  <a:pt x="168125" y="1269"/>
                </a:lnTo>
                <a:close/>
              </a:path>
              <a:path w="313690" h="275590">
                <a:moveTo>
                  <a:pt x="181458" y="12699"/>
                </a:moveTo>
                <a:lnTo>
                  <a:pt x="179389" y="12699"/>
                </a:lnTo>
                <a:lnTo>
                  <a:pt x="179926" y="11429"/>
                </a:lnTo>
                <a:lnTo>
                  <a:pt x="178930" y="7619"/>
                </a:lnTo>
                <a:lnTo>
                  <a:pt x="180309" y="7619"/>
                </a:lnTo>
                <a:lnTo>
                  <a:pt x="180462" y="8889"/>
                </a:lnTo>
                <a:lnTo>
                  <a:pt x="181458" y="12699"/>
                </a:lnTo>
                <a:close/>
              </a:path>
              <a:path w="313690" h="275590">
                <a:moveTo>
                  <a:pt x="231361" y="57149"/>
                </a:moveTo>
                <a:lnTo>
                  <a:pt x="186516" y="57149"/>
                </a:lnTo>
                <a:lnTo>
                  <a:pt x="189734" y="53339"/>
                </a:lnTo>
                <a:lnTo>
                  <a:pt x="192800" y="49529"/>
                </a:lnTo>
                <a:lnTo>
                  <a:pt x="195788" y="46989"/>
                </a:lnTo>
                <a:lnTo>
                  <a:pt x="198087" y="43179"/>
                </a:lnTo>
                <a:lnTo>
                  <a:pt x="200079" y="40639"/>
                </a:lnTo>
                <a:lnTo>
                  <a:pt x="202838" y="39369"/>
                </a:lnTo>
                <a:lnTo>
                  <a:pt x="207819" y="35559"/>
                </a:lnTo>
                <a:lnTo>
                  <a:pt x="211344" y="31749"/>
                </a:lnTo>
                <a:lnTo>
                  <a:pt x="215712" y="26669"/>
                </a:lnTo>
                <a:lnTo>
                  <a:pt x="217704" y="25399"/>
                </a:lnTo>
                <a:lnTo>
                  <a:pt x="219467" y="22859"/>
                </a:lnTo>
                <a:lnTo>
                  <a:pt x="220923" y="20319"/>
                </a:lnTo>
                <a:lnTo>
                  <a:pt x="223911" y="16509"/>
                </a:lnTo>
                <a:lnTo>
                  <a:pt x="227436" y="12699"/>
                </a:lnTo>
                <a:lnTo>
                  <a:pt x="231881" y="10159"/>
                </a:lnTo>
                <a:lnTo>
                  <a:pt x="233413" y="8889"/>
                </a:lnTo>
                <a:lnTo>
                  <a:pt x="234256" y="8889"/>
                </a:lnTo>
                <a:lnTo>
                  <a:pt x="235942" y="7619"/>
                </a:lnTo>
                <a:lnTo>
                  <a:pt x="237168" y="8889"/>
                </a:lnTo>
                <a:lnTo>
                  <a:pt x="237475" y="10159"/>
                </a:lnTo>
                <a:lnTo>
                  <a:pt x="252749" y="10159"/>
                </a:lnTo>
                <a:lnTo>
                  <a:pt x="253260" y="11429"/>
                </a:lnTo>
                <a:lnTo>
                  <a:pt x="255406" y="11429"/>
                </a:lnTo>
                <a:lnTo>
                  <a:pt x="255789" y="12699"/>
                </a:lnTo>
                <a:lnTo>
                  <a:pt x="256019" y="13969"/>
                </a:lnTo>
                <a:lnTo>
                  <a:pt x="255942" y="15239"/>
                </a:lnTo>
                <a:lnTo>
                  <a:pt x="255636" y="16509"/>
                </a:lnTo>
                <a:lnTo>
                  <a:pt x="255253" y="19049"/>
                </a:lnTo>
                <a:lnTo>
                  <a:pt x="254716" y="20319"/>
                </a:lnTo>
                <a:lnTo>
                  <a:pt x="257694" y="20319"/>
                </a:lnTo>
                <a:lnTo>
                  <a:pt x="257168" y="22859"/>
                </a:lnTo>
                <a:lnTo>
                  <a:pt x="254333" y="26669"/>
                </a:lnTo>
                <a:lnTo>
                  <a:pt x="250961" y="31749"/>
                </a:lnTo>
                <a:lnTo>
                  <a:pt x="231361" y="57149"/>
                </a:lnTo>
                <a:close/>
              </a:path>
              <a:path w="313690" h="275590">
                <a:moveTo>
                  <a:pt x="244908" y="8889"/>
                </a:moveTo>
                <a:lnTo>
                  <a:pt x="240157" y="8889"/>
                </a:lnTo>
                <a:lnTo>
                  <a:pt x="241689" y="7619"/>
                </a:lnTo>
                <a:lnTo>
                  <a:pt x="243682" y="7619"/>
                </a:lnTo>
                <a:lnTo>
                  <a:pt x="244908" y="8889"/>
                </a:lnTo>
                <a:close/>
              </a:path>
              <a:path w="313690" h="275590">
                <a:moveTo>
                  <a:pt x="252749" y="10159"/>
                </a:moveTo>
                <a:lnTo>
                  <a:pt x="237475" y="10159"/>
                </a:lnTo>
                <a:lnTo>
                  <a:pt x="239314" y="8889"/>
                </a:lnTo>
                <a:lnTo>
                  <a:pt x="252494" y="8889"/>
                </a:lnTo>
                <a:lnTo>
                  <a:pt x="252749" y="10159"/>
                </a:lnTo>
                <a:close/>
              </a:path>
              <a:path w="313690" h="275590">
                <a:moveTo>
                  <a:pt x="257694" y="20319"/>
                </a:moveTo>
                <a:lnTo>
                  <a:pt x="255253" y="20319"/>
                </a:lnTo>
                <a:lnTo>
                  <a:pt x="258011" y="15239"/>
                </a:lnTo>
                <a:lnTo>
                  <a:pt x="258548" y="15239"/>
                </a:lnTo>
                <a:lnTo>
                  <a:pt x="258548" y="16509"/>
                </a:lnTo>
                <a:lnTo>
                  <a:pt x="258395" y="16509"/>
                </a:lnTo>
                <a:lnTo>
                  <a:pt x="257694" y="20319"/>
                </a:lnTo>
                <a:close/>
              </a:path>
              <a:path w="313690" h="275590">
                <a:moveTo>
                  <a:pt x="81916" y="38099"/>
                </a:moveTo>
                <a:lnTo>
                  <a:pt x="76629" y="38099"/>
                </a:lnTo>
                <a:lnTo>
                  <a:pt x="75480" y="35559"/>
                </a:lnTo>
                <a:lnTo>
                  <a:pt x="74254" y="34289"/>
                </a:lnTo>
                <a:lnTo>
                  <a:pt x="73104" y="31749"/>
                </a:lnTo>
                <a:lnTo>
                  <a:pt x="74790" y="31749"/>
                </a:lnTo>
                <a:lnTo>
                  <a:pt x="76936" y="34289"/>
                </a:lnTo>
                <a:lnTo>
                  <a:pt x="81916" y="38099"/>
                </a:lnTo>
                <a:close/>
              </a:path>
              <a:path w="313690" h="275590">
                <a:moveTo>
                  <a:pt x="88552" y="44449"/>
                </a:moveTo>
                <a:lnTo>
                  <a:pt x="62223" y="44449"/>
                </a:lnTo>
                <a:lnTo>
                  <a:pt x="61303" y="43179"/>
                </a:lnTo>
                <a:lnTo>
                  <a:pt x="60460" y="41909"/>
                </a:lnTo>
                <a:lnTo>
                  <a:pt x="58506" y="39369"/>
                </a:lnTo>
                <a:lnTo>
                  <a:pt x="70499" y="39369"/>
                </a:lnTo>
                <a:lnTo>
                  <a:pt x="69503" y="38099"/>
                </a:lnTo>
                <a:lnTo>
                  <a:pt x="67357" y="34289"/>
                </a:lnTo>
                <a:lnTo>
                  <a:pt x="68813" y="33019"/>
                </a:lnTo>
                <a:lnTo>
                  <a:pt x="69962" y="33019"/>
                </a:lnTo>
                <a:lnTo>
                  <a:pt x="71418" y="34289"/>
                </a:lnTo>
                <a:lnTo>
                  <a:pt x="72951" y="35559"/>
                </a:lnTo>
                <a:lnTo>
                  <a:pt x="74713" y="38099"/>
                </a:lnTo>
                <a:lnTo>
                  <a:pt x="81916" y="38099"/>
                </a:lnTo>
                <a:lnTo>
                  <a:pt x="82746" y="39369"/>
                </a:lnTo>
                <a:lnTo>
                  <a:pt x="88552" y="44449"/>
                </a:lnTo>
                <a:close/>
              </a:path>
              <a:path w="313690" h="275590">
                <a:moveTo>
                  <a:pt x="70499" y="39369"/>
                </a:moveTo>
                <a:lnTo>
                  <a:pt x="58698" y="39369"/>
                </a:lnTo>
                <a:lnTo>
                  <a:pt x="59847" y="38099"/>
                </a:lnTo>
                <a:lnTo>
                  <a:pt x="61456" y="38099"/>
                </a:lnTo>
                <a:lnTo>
                  <a:pt x="62989" y="36829"/>
                </a:lnTo>
                <a:lnTo>
                  <a:pt x="64675" y="35559"/>
                </a:lnTo>
                <a:lnTo>
                  <a:pt x="66667" y="35559"/>
                </a:lnTo>
                <a:lnTo>
                  <a:pt x="67893" y="36829"/>
                </a:lnTo>
                <a:lnTo>
                  <a:pt x="70499" y="39369"/>
                </a:lnTo>
                <a:close/>
              </a:path>
              <a:path w="313690" h="275590">
                <a:moveTo>
                  <a:pt x="103959" y="58419"/>
                </a:moveTo>
                <a:lnTo>
                  <a:pt x="60154" y="58419"/>
                </a:lnTo>
                <a:lnTo>
                  <a:pt x="60843" y="57149"/>
                </a:lnTo>
                <a:lnTo>
                  <a:pt x="60307" y="57149"/>
                </a:lnTo>
                <a:lnTo>
                  <a:pt x="53564" y="48259"/>
                </a:lnTo>
                <a:lnTo>
                  <a:pt x="51955" y="45796"/>
                </a:lnTo>
                <a:lnTo>
                  <a:pt x="54560" y="43179"/>
                </a:lnTo>
                <a:lnTo>
                  <a:pt x="56016" y="41909"/>
                </a:lnTo>
                <a:lnTo>
                  <a:pt x="56859" y="43179"/>
                </a:lnTo>
                <a:lnTo>
                  <a:pt x="60230" y="43179"/>
                </a:lnTo>
                <a:lnTo>
                  <a:pt x="60767" y="44449"/>
                </a:lnTo>
                <a:lnTo>
                  <a:pt x="88552" y="44449"/>
                </a:lnTo>
                <a:lnTo>
                  <a:pt x="99317" y="54609"/>
                </a:lnTo>
                <a:lnTo>
                  <a:pt x="103959" y="58419"/>
                </a:lnTo>
                <a:close/>
              </a:path>
              <a:path w="313690" h="275590">
                <a:moveTo>
                  <a:pt x="60230" y="43179"/>
                </a:moveTo>
                <a:lnTo>
                  <a:pt x="58621" y="43179"/>
                </a:lnTo>
                <a:lnTo>
                  <a:pt x="58161" y="41909"/>
                </a:lnTo>
                <a:lnTo>
                  <a:pt x="60230" y="43179"/>
                </a:lnTo>
                <a:close/>
              </a:path>
              <a:path w="313690" h="275590">
                <a:moveTo>
                  <a:pt x="52519" y="52069"/>
                </a:moveTo>
                <a:lnTo>
                  <a:pt x="50882" y="52069"/>
                </a:lnTo>
                <a:lnTo>
                  <a:pt x="49349" y="49529"/>
                </a:lnTo>
                <a:lnTo>
                  <a:pt x="49655" y="49529"/>
                </a:lnTo>
                <a:lnTo>
                  <a:pt x="52519" y="52069"/>
                </a:lnTo>
                <a:close/>
              </a:path>
              <a:path w="313690" h="275590">
                <a:moveTo>
                  <a:pt x="13793" y="171449"/>
                </a:moveTo>
                <a:lnTo>
                  <a:pt x="8812" y="168909"/>
                </a:lnTo>
                <a:lnTo>
                  <a:pt x="4214" y="166369"/>
                </a:lnTo>
                <a:lnTo>
                  <a:pt x="842" y="165099"/>
                </a:lnTo>
                <a:lnTo>
                  <a:pt x="0" y="161289"/>
                </a:lnTo>
                <a:lnTo>
                  <a:pt x="1455" y="157479"/>
                </a:lnTo>
                <a:lnTo>
                  <a:pt x="3065" y="153669"/>
                </a:lnTo>
                <a:lnTo>
                  <a:pt x="6360" y="152399"/>
                </a:lnTo>
                <a:lnTo>
                  <a:pt x="9961" y="149859"/>
                </a:lnTo>
                <a:lnTo>
                  <a:pt x="16628" y="147319"/>
                </a:lnTo>
                <a:lnTo>
                  <a:pt x="30268" y="140969"/>
                </a:lnTo>
                <a:lnTo>
                  <a:pt x="35939" y="140969"/>
                </a:lnTo>
                <a:lnTo>
                  <a:pt x="38697" y="138429"/>
                </a:lnTo>
                <a:lnTo>
                  <a:pt x="41609" y="138429"/>
                </a:lnTo>
                <a:lnTo>
                  <a:pt x="44368" y="137159"/>
                </a:lnTo>
                <a:lnTo>
                  <a:pt x="47280" y="135889"/>
                </a:lnTo>
                <a:lnTo>
                  <a:pt x="64866" y="129539"/>
                </a:lnTo>
                <a:lnTo>
                  <a:pt x="82453" y="124459"/>
                </a:lnTo>
                <a:lnTo>
                  <a:pt x="89809" y="121919"/>
                </a:lnTo>
                <a:lnTo>
                  <a:pt x="97242" y="120649"/>
                </a:lnTo>
                <a:lnTo>
                  <a:pt x="104676" y="118109"/>
                </a:lnTo>
                <a:lnTo>
                  <a:pt x="105518" y="118109"/>
                </a:lnTo>
                <a:lnTo>
                  <a:pt x="106285" y="116839"/>
                </a:lnTo>
                <a:lnTo>
                  <a:pt x="98928" y="111759"/>
                </a:lnTo>
                <a:lnTo>
                  <a:pt x="87284" y="100329"/>
                </a:lnTo>
                <a:lnTo>
                  <a:pt x="53717" y="67309"/>
                </a:lnTo>
                <a:lnTo>
                  <a:pt x="47280" y="57149"/>
                </a:lnTo>
                <a:lnTo>
                  <a:pt x="46514" y="55879"/>
                </a:lnTo>
                <a:lnTo>
                  <a:pt x="46590" y="54609"/>
                </a:lnTo>
                <a:lnTo>
                  <a:pt x="46667" y="53339"/>
                </a:lnTo>
                <a:lnTo>
                  <a:pt x="48583" y="50799"/>
                </a:lnTo>
                <a:lnTo>
                  <a:pt x="50652" y="52069"/>
                </a:lnTo>
                <a:lnTo>
                  <a:pt x="52519" y="52069"/>
                </a:lnTo>
                <a:lnTo>
                  <a:pt x="60154" y="58419"/>
                </a:lnTo>
                <a:lnTo>
                  <a:pt x="103959" y="58419"/>
                </a:lnTo>
                <a:lnTo>
                  <a:pt x="134868" y="86359"/>
                </a:lnTo>
                <a:lnTo>
                  <a:pt x="135404" y="87629"/>
                </a:lnTo>
                <a:lnTo>
                  <a:pt x="145443" y="87629"/>
                </a:lnTo>
                <a:lnTo>
                  <a:pt x="145443" y="95249"/>
                </a:lnTo>
                <a:lnTo>
                  <a:pt x="277359" y="95249"/>
                </a:lnTo>
                <a:lnTo>
                  <a:pt x="259544" y="102869"/>
                </a:lnTo>
                <a:lnTo>
                  <a:pt x="235348" y="111759"/>
                </a:lnTo>
                <a:lnTo>
                  <a:pt x="223207" y="115569"/>
                </a:lnTo>
                <a:lnTo>
                  <a:pt x="211037" y="120649"/>
                </a:lnTo>
                <a:lnTo>
                  <a:pt x="185826" y="129539"/>
                </a:lnTo>
                <a:lnTo>
                  <a:pt x="184983" y="129539"/>
                </a:lnTo>
                <a:lnTo>
                  <a:pt x="186669" y="130809"/>
                </a:lnTo>
                <a:lnTo>
                  <a:pt x="181305" y="130809"/>
                </a:lnTo>
                <a:lnTo>
                  <a:pt x="181075" y="132079"/>
                </a:lnTo>
                <a:lnTo>
                  <a:pt x="208231" y="153669"/>
                </a:lnTo>
                <a:lnTo>
                  <a:pt x="108047" y="153669"/>
                </a:lnTo>
                <a:lnTo>
                  <a:pt x="104292" y="154939"/>
                </a:lnTo>
                <a:lnTo>
                  <a:pt x="78775" y="160019"/>
                </a:lnTo>
                <a:lnTo>
                  <a:pt x="70556" y="161289"/>
                </a:lnTo>
                <a:lnTo>
                  <a:pt x="62338" y="163829"/>
                </a:lnTo>
                <a:lnTo>
                  <a:pt x="45901" y="167639"/>
                </a:lnTo>
                <a:lnTo>
                  <a:pt x="19234" y="170179"/>
                </a:lnTo>
                <a:lnTo>
                  <a:pt x="13793" y="171449"/>
                </a:lnTo>
                <a:close/>
              </a:path>
              <a:path w="313690" h="275590">
                <a:moveTo>
                  <a:pt x="300234" y="69849"/>
                </a:moveTo>
                <a:lnTo>
                  <a:pt x="292188" y="69849"/>
                </a:lnTo>
                <a:lnTo>
                  <a:pt x="293567" y="68579"/>
                </a:lnTo>
                <a:lnTo>
                  <a:pt x="296403" y="68579"/>
                </a:lnTo>
                <a:lnTo>
                  <a:pt x="300234" y="69849"/>
                </a:lnTo>
                <a:close/>
              </a:path>
              <a:path w="313690" h="275590">
                <a:moveTo>
                  <a:pt x="277359" y="95249"/>
                </a:moveTo>
                <a:lnTo>
                  <a:pt x="203988" y="95249"/>
                </a:lnTo>
                <a:lnTo>
                  <a:pt x="204302" y="94849"/>
                </a:lnTo>
                <a:lnTo>
                  <a:pt x="204932" y="93944"/>
                </a:lnTo>
                <a:lnTo>
                  <a:pt x="206329" y="93944"/>
                </a:lnTo>
                <a:lnTo>
                  <a:pt x="277705" y="72389"/>
                </a:lnTo>
                <a:lnTo>
                  <a:pt x="280694" y="72389"/>
                </a:lnTo>
                <a:lnTo>
                  <a:pt x="283529" y="71119"/>
                </a:lnTo>
                <a:lnTo>
                  <a:pt x="286518" y="69849"/>
                </a:lnTo>
                <a:lnTo>
                  <a:pt x="300234" y="69849"/>
                </a:lnTo>
                <a:lnTo>
                  <a:pt x="304449" y="68579"/>
                </a:lnTo>
                <a:lnTo>
                  <a:pt x="308051" y="72389"/>
                </a:lnTo>
                <a:lnTo>
                  <a:pt x="310349" y="73659"/>
                </a:lnTo>
                <a:lnTo>
                  <a:pt x="310924" y="73659"/>
                </a:lnTo>
                <a:lnTo>
                  <a:pt x="311039" y="74929"/>
                </a:lnTo>
                <a:lnTo>
                  <a:pt x="313568" y="74929"/>
                </a:lnTo>
                <a:lnTo>
                  <a:pt x="313108" y="77469"/>
                </a:lnTo>
                <a:lnTo>
                  <a:pt x="312572" y="81279"/>
                </a:lnTo>
                <a:lnTo>
                  <a:pt x="309736" y="82549"/>
                </a:lnTo>
                <a:lnTo>
                  <a:pt x="306978" y="83819"/>
                </a:lnTo>
                <a:lnTo>
                  <a:pt x="277359" y="95249"/>
                </a:lnTo>
                <a:close/>
              </a:path>
              <a:path w="313690" h="275590">
                <a:moveTo>
                  <a:pt x="310924" y="73659"/>
                </a:moveTo>
                <a:lnTo>
                  <a:pt x="310349" y="73659"/>
                </a:lnTo>
                <a:lnTo>
                  <a:pt x="310809" y="72389"/>
                </a:lnTo>
                <a:lnTo>
                  <a:pt x="310924" y="73659"/>
                </a:lnTo>
                <a:close/>
              </a:path>
              <a:path w="313690" h="275590">
                <a:moveTo>
                  <a:pt x="203988" y="95249"/>
                </a:moveTo>
                <a:lnTo>
                  <a:pt x="145596" y="95249"/>
                </a:lnTo>
                <a:lnTo>
                  <a:pt x="145596" y="77469"/>
                </a:lnTo>
                <a:lnTo>
                  <a:pt x="216403" y="77469"/>
                </a:lnTo>
                <a:lnTo>
                  <a:pt x="204302" y="94849"/>
                </a:lnTo>
                <a:lnTo>
                  <a:pt x="203988" y="95249"/>
                </a:lnTo>
                <a:close/>
              </a:path>
              <a:path w="313690" h="275590">
                <a:moveTo>
                  <a:pt x="232064" y="170179"/>
                </a:moveTo>
                <a:lnTo>
                  <a:pt x="227896" y="170179"/>
                </a:lnTo>
                <a:lnTo>
                  <a:pt x="228279" y="168909"/>
                </a:lnTo>
                <a:lnTo>
                  <a:pt x="226747" y="167639"/>
                </a:lnTo>
                <a:lnTo>
                  <a:pt x="225291" y="166369"/>
                </a:lnTo>
                <a:lnTo>
                  <a:pt x="223681" y="165099"/>
                </a:lnTo>
                <a:lnTo>
                  <a:pt x="213553" y="157479"/>
                </a:lnTo>
                <a:lnTo>
                  <a:pt x="183068" y="130809"/>
                </a:lnTo>
                <a:lnTo>
                  <a:pt x="186669" y="130809"/>
                </a:lnTo>
                <a:lnTo>
                  <a:pt x="187512" y="132079"/>
                </a:lnTo>
                <a:lnTo>
                  <a:pt x="189964" y="134619"/>
                </a:lnTo>
                <a:lnTo>
                  <a:pt x="199668" y="142239"/>
                </a:lnTo>
                <a:lnTo>
                  <a:pt x="221306" y="161289"/>
                </a:lnTo>
                <a:lnTo>
                  <a:pt x="227128" y="165099"/>
                </a:lnTo>
                <a:lnTo>
                  <a:pt x="232064" y="170179"/>
                </a:lnTo>
                <a:close/>
              </a:path>
              <a:path w="313690" h="275590">
                <a:moveTo>
                  <a:pt x="81687" y="227329"/>
                </a:moveTo>
                <a:lnTo>
                  <a:pt x="79158" y="226059"/>
                </a:lnTo>
                <a:lnTo>
                  <a:pt x="77549" y="224789"/>
                </a:lnTo>
                <a:lnTo>
                  <a:pt x="72951" y="224789"/>
                </a:lnTo>
                <a:lnTo>
                  <a:pt x="68813" y="222249"/>
                </a:lnTo>
                <a:lnTo>
                  <a:pt x="69196" y="219709"/>
                </a:lnTo>
                <a:lnTo>
                  <a:pt x="69732" y="215899"/>
                </a:lnTo>
                <a:lnTo>
                  <a:pt x="70039" y="212089"/>
                </a:lnTo>
                <a:lnTo>
                  <a:pt x="71648" y="209549"/>
                </a:lnTo>
                <a:lnTo>
                  <a:pt x="75729" y="201929"/>
                </a:lnTo>
                <a:lnTo>
                  <a:pt x="79924" y="195579"/>
                </a:lnTo>
                <a:lnTo>
                  <a:pt x="84235" y="189229"/>
                </a:lnTo>
                <a:lnTo>
                  <a:pt x="93072" y="175259"/>
                </a:lnTo>
                <a:lnTo>
                  <a:pt x="97635" y="168909"/>
                </a:lnTo>
                <a:lnTo>
                  <a:pt x="106898" y="156209"/>
                </a:lnTo>
                <a:lnTo>
                  <a:pt x="107204" y="156209"/>
                </a:lnTo>
                <a:lnTo>
                  <a:pt x="107511" y="154939"/>
                </a:lnTo>
                <a:lnTo>
                  <a:pt x="108047" y="153669"/>
                </a:lnTo>
                <a:lnTo>
                  <a:pt x="208231" y="153669"/>
                </a:lnTo>
                <a:lnTo>
                  <a:pt x="227896" y="170179"/>
                </a:lnTo>
                <a:lnTo>
                  <a:pt x="232064" y="170179"/>
                </a:lnTo>
                <a:lnTo>
                  <a:pt x="240228" y="177799"/>
                </a:lnTo>
                <a:lnTo>
                  <a:pt x="132109" y="177799"/>
                </a:lnTo>
                <a:lnTo>
                  <a:pt x="130423" y="179069"/>
                </a:lnTo>
                <a:lnTo>
                  <a:pt x="128661" y="181609"/>
                </a:lnTo>
                <a:lnTo>
                  <a:pt x="127051" y="182879"/>
                </a:lnTo>
                <a:lnTo>
                  <a:pt x="114570" y="198119"/>
                </a:lnTo>
                <a:lnTo>
                  <a:pt x="108355" y="204469"/>
                </a:lnTo>
                <a:lnTo>
                  <a:pt x="98469" y="217169"/>
                </a:lnTo>
                <a:lnTo>
                  <a:pt x="96476" y="218439"/>
                </a:lnTo>
                <a:lnTo>
                  <a:pt x="95940" y="219709"/>
                </a:lnTo>
                <a:lnTo>
                  <a:pt x="92568" y="219709"/>
                </a:lnTo>
                <a:lnTo>
                  <a:pt x="90576" y="220979"/>
                </a:lnTo>
                <a:lnTo>
                  <a:pt x="88813" y="223519"/>
                </a:lnTo>
                <a:lnTo>
                  <a:pt x="84905" y="223519"/>
                </a:lnTo>
                <a:lnTo>
                  <a:pt x="84445" y="224789"/>
                </a:lnTo>
                <a:lnTo>
                  <a:pt x="81687" y="227329"/>
                </a:lnTo>
                <a:close/>
              </a:path>
              <a:path w="313690" h="275590">
                <a:moveTo>
                  <a:pt x="161611" y="275589"/>
                </a:moveTo>
                <a:lnTo>
                  <a:pt x="143807" y="275589"/>
                </a:lnTo>
                <a:lnTo>
                  <a:pt x="141841" y="273049"/>
                </a:lnTo>
                <a:lnTo>
                  <a:pt x="140921" y="267969"/>
                </a:lnTo>
                <a:lnTo>
                  <a:pt x="139695" y="264159"/>
                </a:lnTo>
                <a:lnTo>
                  <a:pt x="137656" y="253999"/>
                </a:lnTo>
                <a:lnTo>
                  <a:pt x="136027" y="246379"/>
                </a:lnTo>
                <a:lnTo>
                  <a:pt x="134814" y="237489"/>
                </a:lnTo>
                <a:lnTo>
                  <a:pt x="134025" y="227329"/>
                </a:lnTo>
                <a:lnTo>
                  <a:pt x="133963" y="226059"/>
                </a:lnTo>
                <a:lnTo>
                  <a:pt x="133841" y="223519"/>
                </a:lnTo>
                <a:lnTo>
                  <a:pt x="133719" y="220979"/>
                </a:lnTo>
                <a:lnTo>
                  <a:pt x="133596" y="218439"/>
                </a:lnTo>
                <a:lnTo>
                  <a:pt x="133474" y="215899"/>
                </a:lnTo>
                <a:lnTo>
                  <a:pt x="133357" y="212089"/>
                </a:lnTo>
                <a:lnTo>
                  <a:pt x="133241" y="208279"/>
                </a:lnTo>
                <a:lnTo>
                  <a:pt x="133124" y="204469"/>
                </a:lnTo>
                <a:lnTo>
                  <a:pt x="133095" y="203199"/>
                </a:lnTo>
                <a:lnTo>
                  <a:pt x="132978" y="198119"/>
                </a:lnTo>
                <a:lnTo>
                  <a:pt x="132861" y="193039"/>
                </a:lnTo>
                <a:lnTo>
                  <a:pt x="132763" y="189229"/>
                </a:lnTo>
                <a:lnTo>
                  <a:pt x="132645" y="180339"/>
                </a:lnTo>
                <a:lnTo>
                  <a:pt x="132415" y="179069"/>
                </a:lnTo>
                <a:lnTo>
                  <a:pt x="132109" y="177799"/>
                </a:lnTo>
                <a:lnTo>
                  <a:pt x="240228" y="177799"/>
                </a:lnTo>
                <a:lnTo>
                  <a:pt x="241041" y="179069"/>
                </a:lnTo>
                <a:lnTo>
                  <a:pt x="174332" y="179069"/>
                </a:lnTo>
                <a:lnTo>
                  <a:pt x="173872" y="182879"/>
                </a:lnTo>
                <a:lnTo>
                  <a:pt x="173489" y="186689"/>
                </a:lnTo>
                <a:lnTo>
                  <a:pt x="173029" y="189229"/>
                </a:lnTo>
                <a:lnTo>
                  <a:pt x="172903" y="190499"/>
                </a:lnTo>
                <a:lnTo>
                  <a:pt x="141151" y="190499"/>
                </a:lnTo>
                <a:lnTo>
                  <a:pt x="141151" y="214629"/>
                </a:lnTo>
                <a:lnTo>
                  <a:pt x="171594" y="214629"/>
                </a:lnTo>
                <a:lnTo>
                  <a:pt x="171721" y="227329"/>
                </a:lnTo>
                <a:lnTo>
                  <a:pt x="171833" y="231755"/>
                </a:lnTo>
                <a:lnTo>
                  <a:pt x="172401" y="246379"/>
                </a:lnTo>
                <a:lnTo>
                  <a:pt x="172493" y="248919"/>
                </a:lnTo>
                <a:lnTo>
                  <a:pt x="171803" y="253999"/>
                </a:lnTo>
                <a:lnTo>
                  <a:pt x="171343" y="259079"/>
                </a:lnTo>
                <a:lnTo>
                  <a:pt x="171113" y="260349"/>
                </a:lnTo>
                <a:lnTo>
                  <a:pt x="170730" y="261619"/>
                </a:lnTo>
                <a:lnTo>
                  <a:pt x="170462" y="262889"/>
                </a:lnTo>
                <a:lnTo>
                  <a:pt x="167435" y="262889"/>
                </a:lnTo>
                <a:lnTo>
                  <a:pt x="166822" y="264159"/>
                </a:lnTo>
                <a:lnTo>
                  <a:pt x="165136" y="267969"/>
                </a:lnTo>
                <a:lnTo>
                  <a:pt x="164063" y="269239"/>
                </a:lnTo>
                <a:lnTo>
                  <a:pt x="163757" y="270509"/>
                </a:lnTo>
                <a:lnTo>
                  <a:pt x="162761" y="271779"/>
                </a:lnTo>
                <a:lnTo>
                  <a:pt x="161688" y="271779"/>
                </a:lnTo>
                <a:lnTo>
                  <a:pt x="161765" y="274319"/>
                </a:lnTo>
                <a:lnTo>
                  <a:pt x="161611" y="275589"/>
                </a:lnTo>
                <a:close/>
              </a:path>
              <a:path w="313690" h="275590">
                <a:moveTo>
                  <a:pt x="263222" y="242569"/>
                </a:moveTo>
                <a:lnTo>
                  <a:pt x="258778" y="242569"/>
                </a:lnTo>
                <a:lnTo>
                  <a:pt x="256632" y="241299"/>
                </a:lnTo>
                <a:lnTo>
                  <a:pt x="254640" y="240029"/>
                </a:lnTo>
                <a:lnTo>
                  <a:pt x="246201" y="234949"/>
                </a:lnTo>
                <a:lnTo>
                  <a:pt x="237992" y="229869"/>
                </a:lnTo>
                <a:lnTo>
                  <a:pt x="229984" y="223519"/>
                </a:lnTo>
                <a:lnTo>
                  <a:pt x="222149" y="217169"/>
                </a:lnTo>
                <a:lnTo>
                  <a:pt x="217704" y="214629"/>
                </a:lnTo>
                <a:lnTo>
                  <a:pt x="212953" y="212089"/>
                </a:lnTo>
                <a:lnTo>
                  <a:pt x="208585" y="208279"/>
                </a:lnTo>
                <a:lnTo>
                  <a:pt x="182761" y="186689"/>
                </a:lnTo>
                <a:lnTo>
                  <a:pt x="180462" y="184149"/>
                </a:lnTo>
                <a:lnTo>
                  <a:pt x="178317" y="181609"/>
                </a:lnTo>
                <a:lnTo>
                  <a:pt x="176094" y="180339"/>
                </a:lnTo>
                <a:lnTo>
                  <a:pt x="175481" y="179069"/>
                </a:lnTo>
                <a:lnTo>
                  <a:pt x="241041" y="179069"/>
                </a:lnTo>
                <a:lnTo>
                  <a:pt x="244295" y="181609"/>
                </a:lnTo>
                <a:lnTo>
                  <a:pt x="246210" y="184149"/>
                </a:lnTo>
                <a:lnTo>
                  <a:pt x="247896" y="185419"/>
                </a:lnTo>
                <a:lnTo>
                  <a:pt x="249812" y="187959"/>
                </a:lnTo>
                <a:lnTo>
                  <a:pt x="252494" y="190499"/>
                </a:lnTo>
                <a:lnTo>
                  <a:pt x="253414" y="193039"/>
                </a:lnTo>
                <a:lnTo>
                  <a:pt x="253873" y="196849"/>
                </a:lnTo>
                <a:lnTo>
                  <a:pt x="253279" y="198119"/>
                </a:lnTo>
                <a:lnTo>
                  <a:pt x="253107" y="198119"/>
                </a:lnTo>
                <a:lnTo>
                  <a:pt x="271466" y="215899"/>
                </a:lnTo>
                <a:lnTo>
                  <a:pt x="269506" y="215899"/>
                </a:lnTo>
                <a:lnTo>
                  <a:pt x="269812" y="218439"/>
                </a:lnTo>
                <a:lnTo>
                  <a:pt x="273107" y="218439"/>
                </a:lnTo>
                <a:lnTo>
                  <a:pt x="272686" y="219709"/>
                </a:lnTo>
                <a:lnTo>
                  <a:pt x="267820" y="219709"/>
                </a:lnTo>
                <a:lnTo>
                  <a:pt x="268950" y="222249"/>
                </a:lnTo>
                <a:lnTo>
                  <a:pt x="243528" y="222249"/>
                </a:lnTo>
                <a:lnTo>
                  <a:pt x="243145" y="223519"/>
                </a:lnTo>
                <a:lnTo>
                  <a:pt x="244755" y="224789"/>
                </a:lnTo>
                <a:lnTo>
                  <a:pt x="246287" y="226059"/>
                </a:lnTo>
                <a:lnTo>
                  <a:pt x="247973" y="227329"/>
                </a:lnTo>
                <a:lnTo>
                  <a:pt x="252188" y="229869"/>
                </a:lnTo>
                <a:lnTo>
                  <a:pt x="256479" y="233679"/>
                </a:lnTo>
                <a:lnTo>
                  <a:pt x="260617" y="236219"/>
                </a:lnTo>
                <a:lnTo>
                  <a:pt x="262533" y="237489"/>
                </a:lnTo>
                <a:lnTo>
                  <a:pt x="264295" y="238759"/>
                </a:lnTo>
                <a:lnTo>
                  <a:pt x="266287" y="241299"/>
                </a:lnTo>
                <a:lnTo>
                  <a:pt x="265751" y="241299"/>
                </a:lnTo>
                <a:lnTo>
                  <a:pt x="263222" y="242569"/>
                </a:lnTo>
                <a:close/>
              </a:path>
              <a:path w="313690" h="275590">
                <a:moveTo>
                  <a:pt x="171594" y="214629"/>
                </a:moveTo>
                <a:lnTo>
                  <a:pt x="142147" y="214629"/>
                </a:lnTo>
                <a:lnTo>
                  <a:pt x="142147" y="191769"/>
                </a:lnTo>
                <a:lnTo>
                  <a:pt x="141688" y="191769"/>
                </a:lnTo>
                <a:lnTo>
                  <a:pt x="141458" y="190499"/>
                </a:lnTo>
                <a:lnTo>
                  <a:pt x="172903" y="190499"/>
                </a:lnTo>
                <a:lnTo>
                  <a:pt x="171997" y="201929"/>
                </a:lnTo>
                <a:lnTo>
                  <a:pt x="171896" y="203199"/>
                </a:lnTo>
                <a:lnTo>
                  <a:pt x="171863" y="204469"/>
                </a:lnTo>
                <a:lnTo>
                  <a:pt x="171762" y="208279"/>
                </a:lnTo>
                <a:lnTo>
                  <a:pt x="171661" y="212089"/>
                </a:lnTo>
                <a:lnTo>
                  <a:pt x="171594" y="214629"/>
                </a:lnTo>
                <a:close/>
              </a:path>
              <a:path w="313690" h="275590">
                <a:moveTo>
                  <a:pt x="272265" y="217169"/>
                </a:moveTo>
                <a:lnTo>
                  <a:pt x="271958" y="217169"/>
                </a:lnTo>
                <a:lnTo>
                  <a:pt x="269506" y="215899"/>
                </a:lnTo>
                <a:lnTo>
                  <a:pt x="271466" y="215899"/>
                </a:lnTo>
                <a:lnTo>
                  <a:pt x="272265" y="217169"/>
                </a:lnTo>
                <a:close/>
              </a:path>
              <a:path w="313690" h="275590">
                <a:moveTo>
                  <a:pt x="272265" y="220979"/>
                </a:moveTo>
                <a:lnTo>
                  <a:pt x="267820" y="219709"/>
                </a:lnTo>
                <a:lnTo>
                  <a:pt x="272686" y="219709"/>
                </a:lnTo>
                <a:lnTo>
                  <a:pt x="272265" y="220979"/>
                </a:lnTo>
                <a:close/>
              </a:path>
              <a:path w="313690" h="275590">
                <a:moveTo>
                  <a:pt x="268740" y="238759"/>
                </a:moveTo>
                <a:lnTo>
                  <a:pt x="267130" y="237489"/>
                </a:lnTo>
                <a:lnTo>
                  <a:pt x="262762" y="234949"/>
                </a:lnTo>
                <a:lnTo>
                  <a:pt x="258471" y="231139"/>
                </a:lnTo>
                <a:lnTo>
                  <a:pt x="254103" y="229869"/>
                </a:lnTo>
                <a:lnTo>
                  <a:pt x="251345" y="227329"/>
                </a:lnTo>
                <a:lnTo>
                  <a:pt x="248663" y="224789"/>
                </a:lnTo>
                <a:lnTo>
                  <a:pt x="245827" y="223519"/>
                </a:lnTo>
                <a:lnTo>
                  <a:pt x="244295" y="223519"/>
                </a:lnTo>
                <a:lnTo>
                  <a:pt x="243528" y="222249"/>
                </a:lnTo>
                <a:lnTo>
                  <a:pt x="268950" y="222249"/>
                </a:lnTo>
                <a:lnTo>
                  <a:pt x="271211" y="227329"/>
                </a:lnTo>
                <a:lnTo>
                  <a:pt x="265751" y="227329"/>
                </a:lnTo>
                <a:lnTo>
                  <a:pt x="269531" y="231139"/>
                </a:lnTo>
                <a:lnTo>
                  <a:pt x="267897" y="231139"/>
                </a:lnTo>
                <a:lnTo>
                  <a:pt x="269494" y="231755"/>
                </a:lnTo>
                <a:lnTo>
                  <a:pt x="269825" y="232303"/>
                </a:lnTo>
                <a:lnTo>
                  <a:pt x="270115" y="232617"/>
                </a:lnTo>
                <a:lnTo>
                  <a:pt x="271268" y="233679"/>
                </a:lnTo>
                <a:lnTo>
                  <a:pt x="271651" y="234949"/>
                </a:lnTo>
                <a:lnTo>
                  <a:pt x="269966" y="237489"/>
                </a:lnTo>
                <a:lnTo>
                  <a:pt x="268740" y="238759"/>
                </a:lnTo>
                <a:close/>
              </a:path>
              <a:path w="313690" h="275590">
                <a:moveTo>
                  <a:pt x="272341" y="229869"/>
                </a:moveTo>
                <a:lnTo>
                  <a:pt x="271728" y="229869"/>
                </a:lnTo>
                <a:lnTo>
                  <a:pt x="266058" y="227329"/>
                </a:lnTo>
                <a:lnTo>
                  <a:pt x="271211" y="227329"/>
                </a:lnTo>
                <a:lnTo>
                  <a:pt x="272341" y="229869"/>
                </a:lnTo>
                <a:close/>
              </a:path>
              <a:path w="313690" h="275590">
                <a:moveTo>
                  <a:pt x="269494" y="231755"/>
                </a:moveTo>
                <a:lnTo>
                  <a:pt x="267897" y="231139"/>
                </a:lnTo>
                <a:lnTo>
                  <a:pt x="269123" y="231139"/>
                </a:lnTo>
                <a:lnTo>
                  <a:pt x="269494" y="231755"/>
                </a:lnTo>
                <a:close/>
              </a:path>
              <a:path w="313690" h="275590">
                <a:moveTo>
                  <a:pt x="271731" y="232617"/>
                </a:moveTo>
                <a:lnTo>
                  <a:pt x="269494" y="231755"/>
                </a:lnTo>
                <a:lnTo>
                  <a:pt x="269123" y="231139"/>
                </a:lnTo>
                <a:lnTo>
                  <a:pt x="269531" y="231139"/>
                </a:lnTo>
                <a:lnTo>
                  <a:pt x="271731" y="232617"/>
                </a:lnTo>
                <a:close/>
              </a:path>
              <a:path w="313690" h="275590">
                <a:moveTo>
                  <a:pt x="170194" y="264159"/>
                </a:moveTo>
                <a:lnTo>
                  <a:pt x="168815" y="264159"/>
                </a:lnTo>
                <a:lnTo>
                  <a:pt x="167742" y="262889"/>
                </a:lnTo>
                <a:lnTo>
                  <a:pt x="170462" y="262889"/>
                </a:lnTo>
                <a:lnTo>
                  <a:pt x="170194" y="264159"/>
                </a:lnTo>
                <a:close/>
              </a:path>
            </a:pathLst>
          </a:custGeom>
          <a:solidFill>
            <a:srgbClr val="93DE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9488147" y="5050548"/>
            <a:ext cx="313690" cy="275590"/>
          </a:xfrm>
          <a:custGeom>
            <a:avLst/>
            <a:gdLst/>
            <a:ahLst/>
            <a:cxnLst/>
            <a:rect l="l" t="t" r="r" b="b"/>
            <a:pathLst>
              <a:path w="313690" h="275589">
                <a:moveTo>
                  <a:pt x="145443" y="87629"/>
                </a:moveTo>
                <a:lnTo>
                  <a:pt x="136860" y="87629"/>
                </a:lnTo>
                <a:lnTo>
                  <a:pt x="137166" y="86359"/>
                </a:lnTo>
                <a:lnTo>
                  <a:pt x="138966" y="58419"/>
                </a:lnTo>
                <a:lnTo>
                  <a:pt x="139048" y="57149"/>
                </a:lnTo>
                <a:lnTo>
                  <a:pt x="139130" y="55879"/>
                </a:lnTo>
                <a:lnTo>
                  <a:pt x="139212" y="54609"/>
                </a:lnTo>
                <a:lnTo>
                  <a:pt x="139294" y="53339"/>
                </a:lnTo>
                <a:lnTo>
                  <a:pt x="139376" y="52069"/>
                </a:lnTo>
                <a:lnTo>
                  <a:pt x="139453" y="50799"/>
                </a:lnTo>
                <a:lnTo>
                  <a:pt x="139531" y="49529"/>
                </a:lnTo>
                <a:lnTo>
                  <a:pt x="139608" y="48259"/>
                </a:lnTo>
                <a:lnTo>
                  <a:pt x="139686" y="46989"/>
                </a:lnTo>
                <a:lnTo>
                  <a:pt x="139759" y="45796"/>
                </a:lnTo>
                <a:lnTo>
                  <a:pt x="139841" y="44449"/>
                </a:lnTo>
                <a:lnTo>
                  <a:pt x="139919" y="43179"/>
                </a:lnTo>
                <a:lnTo>
                  <a:pt x="139996" y="41909"/>
                </a:lnTo>
                <a:lnTo>
                  <a:pt x="140074" y="40639"/>
                </a:lnTo>
                <a:lnTo>
                  <a:pt x="140151" y="39369"/>
                </a:lnTo>
                <a:lnTo>
                  <a:pt x="140229" y="38099"/>
                </a:lnTo>
                <a:lnTo>
                  <a:pt x="140306" y="36829"/>
                </a:lnTo>
                <a:lnTo>
                  <a:pt x="140384" y="35559"/>
                </a:lnTo>
                <a:lnTo>
                  <a:pt x="140477" y="25399"/>
                </a:lnTo>
                <a:lnTo>
                  <a:pt x="140845" y="20319"/>
                </a:lnTo>
                <a:lnTo>
                  <a:pt x="145979" y="2539"/>
                </a:lnTo>
                <a:lnTo>
                  <a:pt x="147358" y="0"/>
                </a:lnTo>
                <a:lnTo>
                  <a:pt x="149274" y="0"/>
                </a:lnTo>
                <a:lnTo>
                  <a:pt x="151343" y="1269"/>
                </a:lnTo>
                <a:lnTo>
                  <a:pt x="153412" y="5079"/>
                </a:lnTo>
                <a:lnTo>
                  <a:pt x="176452" y="5079"/>
                </a:lnTo>
                <a:lnTo>
                  <a:pt x="176937" y="6349"/>
                </a:lnTo>
                <a:lnTo>
                  <a:pt x="177550" y="7619"/>
                </a:lnTo>
                <a:lnTo>
                  <a:pt x="178010" y="8889"/>
                </a:lnTo>
                <a:lnTo>
                  <a:pt x="178776" y="10159"/>
                </a:lnTo>
                <a:lnTo>
                  <a:pt x="179389" y="12699"/>
                </a:lnTo>
                <a:lnTo>
                  <a:pt x="181458" y="12699"/>
                </a:lnTo>
                <a:lnTo>
                  <a:pt x="182761" y="16509"/>
                </a:lnTo>
                <a:lnTo>
                  <a:pt x="184031" y="29209"/>
                </a:lnTo>
                <a:lnTo>
                  <a:pt x="184234" y="31749"/>
                </a:lnTo>
                <a:lnTo>
                  <a:pt x="184336" y="33019"/>
                </a:lnTo>
                <a:lnTo>
                  <a:pt x="184437" y="34289"/>
                </a:lnTo>
                <a:lnTo>
                  <a:pt x="184539" y="35559"/>
                </a:lnTo>
                <a:lnTo>
                  <a:pt x="184640" y="36829"/>
                </a:lnTo>
                <a:lnTo>
                  <a:pt x="184741" y="38099"/>
                </a:lnTo>
                <a:lnTo>
                  <a:pt x="184843" y="39369"/>
                </a:lnTo>
                <a:lnTo>
                  <a:pt x="184944" y="40639"/>
                </a:lnTo>
                <a:lnTo>
                  <a:pt x="185046" y="41909"/>
                </a:lnTo>
                <a:lnTo>
                  <a:pt x="185147" y="43179"/>
                </a:lnTo>
                <a:lnTo>
                  <a:pt x="185249" y="44449"/>
                </a:lnTo>
                <a:lnTo>
                  <a:pt x="185356" y="45796"/>
                </a:lnTo>
                <a:lnTo>
                  <a:pt x="185452" y="46989"/>
                </a:lnTo>
                <a:lnTo>
                  <a:pt x="185549" y="48259"/>
                </a:lnTo>
                <a:lnTo>
                  <a:pt x="185646" y="49529"/>
                </a:lnTo>
                <a:lnTo>
                  <a:pt x="185743" y="50799"/>
                </a:lnTo>
                <a:lnTo>
                  <a:pt x="185841" y="52069"/>
                </a:lnTo>
                <a:lnTo>
                  <a:pt x="185938" y="53339"/>
                </a:lnTo>
                <a:lnTo>
                  <a:pt x="186035" y="54609"/>
                </a:lnTo>
                <a:lnTo>
                  <a:pt x="186133" y="55879"/>
                </a:lnTo>
                <a:lnTo>
                  <a:pt x="186516" y="57149"/>
                </a:lnTo>
                <a:lnTo>
                  <a:pt x="231361" y="57149"/>
                </a:lnTo>
                <a:lnTo>
                  <a:pt x="216403" y="77469"/>
                </a:lnTo>
                <a:lnTo>
                  <a:pt x="145443" y="77469"/>
                </a:lnTo>
                <a:lnTo>
                  <a:pt x="145443" y="87629"/>
                </a:lnTo>
                <a:close/>
              </a:path>
              <a:path w="313690" h="275589">
                <a:moveTo>
                  <a:pt x="176452" y="5079"/>
                </a:moveTo>
                <a:lnTo>
                  <a:pt x="153412" y="5079"/>
                </a:lnTo>
                <a:lnTo>
                  <a:pt x="154638" y="3809"/>
                </a:lnTo>
                <a:lnTo>
                  <a:pt x="154561" y="2539"/>
                </a:lnTo>
                <a:lnTo>
                  <a:pt x="154485" y="1269"/>
                </a:lnTo>
                <a:lnTo>
                  <a:pt x="157167" y="0"/>
                </a:lnTo>
                <a:lnTo>
                  <a:pt x="160309" y="0"/>
                </a:lnTo>
                <a:lnTo>
                  <a:pt x="162837" y="1269"/>
                </a:lnTo>
                <a:lnTo>
                  <a:pt x="168125" y="1269"/>
                </a:lnTo>
                <a:lnTo>
                  <a:pt x="170884" y="2539"/>
                </a:lnTo>
                <a:lnTo>
                  <a:pt x="173182" y="3809"/>
                </a:lnTo>
                <a:lnTo>
                  <a:pt x="175481" y="3809"/>
                </a:lnTo>
                <a:lnTo>
                  <a:pt x="176452" y="5079"/>
                </a:lnTo>
                <a:close/>
              </a:path>
              <a:path w="313690" h="275589">
                <a:moveTo>
                  <a:pt x="168125" y="1269"/>
                </a:moveTo>
                <a:lnTo>
                  <a:pt x="162837" y="1269"/>
                </a:lnTo>
                <a:lnTo>
                  <a:pt x="165673" y="0"/>
                </a:lnTo>
                <a:lnTo>
                  <a:pt x="168125" y="1269"/>
                </a:lnTo>
                <a:close/>
              </a:path>
              <a:path w="313690" h="275589">
                <a:moveTo>
                  <a:pt x="181458" y="12699"/>
                </a:moveTo>
                <a:lnTo>
                  <a:pt x="179389" y="12699"/>
                </a:lnTo>
                <a:lnTo>
                  <a:pt x="179926" y="11429"/>
                </a:lnTo>
                <a:lnTo>
                  <a:pt x="178930" y="7619"/>
                </a:lnTo>
                <a:lnTo>
                  <a:pt x="180309" y="7619"/>
                </a:lnTo>
                <a:lnTo>
                  <a:pt x="180462" y="8889"/>
                </a:lnTo>
                <a:lnTo>
                  <a:pt x="181458" y="12699"/>
                </a:lnTo>
                <a:close/>
              </a:path>
              <a:path w="313690" h="275589">
                <a:moveTo>
                  <a:pt x="231361" y="57149"/>
                </a:moveTo>
                <a:lnTo>
                  <a:pt x="186516" y="57149"/>
                </a:lnTo>
                <a:lnTo>
                  <a:pt x="189734" y="53339"/>
                </a:lnTo>
                <a:lnTo>
                  <a:pt x="192800" y="49529"/>
                </a:lnTo>
                <a:lnTo>
                  <a:pt x="195788" y="46989"/>
                </a:lnTo>
                <a:lnTo>
                  <a:pt x="198087" y="43179"/>
                </a:lnTo>
                <a:lnTo>
                  <a:pt x="200079" y="40639"/>
                </a:lnTo>
                <a:lnTo>
                  <a:pt x="202838" y="39369"/>
                </a:lnTo>
                <a:lnTo>
                  <a:pt x="207819" y="35559"/>
                </a:lnTo>
                <a:lnTo>
                  <a:pt x="211344" y="31749"/>
                </a:lnTo>
                <a:lnTo>
                  <a:pt x="215712" y="26669"/>
                </a:lnTo>
                <a:lnTo>
                  <a:pt x="217704" y="25399"/>
                </a:lnTo>
                <a:lnTo>
                  <a:pt x="219467" y="22859"/>
                </a:lnTo>
                <a:lnTo>
                  <a:pt x="220923" y="20319"/>
                </a:lnTo>
                <a:lnTo>
                  <a:pt x="223911" y="16509"/>
                </a:lnTo>
                <a:lnTo>
                  <a:pt x="227436" y="12699"/>
                </a:lnTo>
                <a:lnTo>
                  <a:pt x="231881" y="10159"/>
                </a:lnTo>
                <a:lnTo>
                  <a:pt x="233413" y="8889"/>
                </a:lnTo>
                <a:lnTo>
                  <a:pt x="234256" y="8889"/>
                </a:lnTo>
                <a:lnTo>
                  <a:pt x="235942" y="7619"/>
                </a:lnTo>
                <a:lnTo>
                  <a:pt x="237168" y="8889"/>
                </a:lnTo>
                <a:lnTo>
                  <a:pt x="237475" y="10159"/>
                </a:lnTo>
                <a:lnTo>
                  <a:pt x="252749" y="10159"/>
                </a:lnTo>
                <a:lnTo>
                  <a:pt x="253260" y="11429"/>
                </a:lnTo>
                <a:lnTo>
                  <a:pt x="255406" y="11429"/>
                </a:lnTo>
                <a:lnTo>
                  <a:pt x="255789" y="12699"/>
                </a:lnTo>
                <a:lnTo>
                  <a:pt x="256019" y="13969"/>
                </a:lnTo>
                <a:lnTo>
                  <a:pt x="255942" y="15239"/>
                </a:lnTo>
                <a:lnTo>
                  <a:pt x="255636" y="16509"/>
                </a:lnTo>
                <a:lnTo>
                  <a:pt x="255253" y="19049"/>
                </a:lnTo>
                <a:lnTo>
                  <a:pt x="254716" y="20319"/>
                </a:lnTo>
                <a:lnTo>
                  <a:pt x="257694" y="20319"/>
                </a:lnTo>
                <a:lnTo>
                  <a:pt x="257168" y="22859"/>
                </a:lnTo>
                <a:lnTo>
                  <a:pt x="254333" y="26669"/>
                </a:lnTo>
                <a:lnTo>
                  <a:pt x="250961" y="31749"/>
                </a:lnTo>
                <a:lnTo>
                  <a:pt x="231361" y="57149"/>
                </a:lnTo>
                <a:close/>
              </a:path>
              <a:path w="313690" h="275589">
                <a:moveTo>
                  <a:pt x="244908" y="8889"/>
                </a:moveTo>
                <a:lnTo>
                  <a:pt x="240157" y="8889"/>
                </a:lnTo>
                <a:lnTo>
                  <a:pt x="241689" y="7619"/>
                </a:lnTo>
                <a:lnTo>
                  <a:pt x="243682" y="7619"/>
                </a:lnTo>
                <a:lnTo>
                  <a:pt x="244908" y="8889"/>
                </a:lnTo>
                <a:close/>
              </a:path>
              <a:path w="313690" h="275589">
                <a:moveTo>
                  <a:pt x="252749" y="10159"/>
                </a:moveTo>
                <a:lnTo>
                  <a:pt x="237475" y="10159"/>
                </a:lnTo>
                <a:lnTo>
                  <a:pt x="239314" y="8889"/>
                </a:lnTo>
                <a:lnTo>
                  <a:pt x="252494" y="8889"/>
                </a:lnTo>
                <a:lnTo>
                  <a:pt x="252749" y="10159"/>
                </a:lnTo>
                <a:close/>
              </a:path>
              <a:path w="313690" h="275589">
                <a:moveTo>
                  <a:pt x="257694" y="20319"/>
                </a:moveTo>
                <a:lnTo>
                  <a:pt x="255253" y="20319"/>
                </a:lnTo>
                <a:lnTo>
                  <a:pt x="258011" y="15239"/>
                </a:lnTo>
                <a:lnTo>
                  <a:pt x="258548" y="15239"/>
                </a:lnTo>
                <a:lnTo>
                  <a:pt x="258548" y="16509"/>
                </a:lnTo>
                <a:lnTo>
                  <a:pt x="258395" y="16509"/>
                </a:lnTo>
                <a:lnTo>
                  <a:pt x="257694" y="20319"/>
                </a:lnTo>
                <a:close/>
              </a:path>
              <a:path w="313690" h="275589">
                <a:moveTo>
                  <a:pt x="81916" y="38099"/>
                </a:moveTo>
                <a:lnTo>
                  <a:pt x="76629" y="38099"/>
                </a:lnTo>
                <a:lnTo>
                  <a:pt x="75480" y="35559"/>
                </a:lnTo>
                <a:lnTo>
                  <a:pt x="74254" y="34289"/>
                </a:lnTo>
                <a:lnTo>
                  <a:pt x="73104" y="31749"/>
                </a:lnTo>
                <a:lnTo>
                  <a:pt x="74790" y="31749"/>
                </a:lnTo>
                <a:lnTo>
                  <a:pt x="76936" y="34289"/>
                </a:lnTo>
                <a:lnTo>
                  <a:pt x="81916" y="38099"/>
                </a:lnTo>
                <a:close/>
              </a:path>
              <a:path w="313690" h="275589">
                <a:moveTo>
                  <a:pt x="88552" y="44449"/>
                </a:moveTo>
                <a:lnTo>
                  <a:pt x="62223" y="44449"/>
                </a:lnTo>
                <a:lnTo>
                  <a:pt x="61303" y="43179"/>
                </a:lnTo>
                <a:lnTo>
                  <a:pt x="60460" y="41909"/>
                </a:lnTo>
                <a:lnTo>
                  <a:pt x="58506" y="39369"/>
                </a:lnTo>
                <a:lnTo>
                  <a:pt x="70499" y="39369"/>
                </a:lnTo>
                <a:lnTo>
                  <a:pt x="69503" y="38099"/>
                </a:lnTo>
                <a:lnTo>
                  <a:pt x="67357" y="34289"/>
                </a:lnTo>
                <a:lnTo>
                  <a:pt x="68813" y="33019"/>
                </a:lnTo>
                <a:lnTo>
                  <a:pt x="69962" y="33019"/>
                </a:lnTo>
                <a:lnTo>
                  <a:pt x="71418" y="34289"/>
                </a:lnTo>
                <a:lnTo>
                  <a:pt x="72951" y="35559"/>
                </a:lnTo>
                <a:lnTo>
                  <a:pt x="74713" y="38099"/>
                </a:lnTo>
                <a:lnTo>
                  <a:pt x="81916" y="38099"/>
                </a:lnTo>
                <a:lnTo>
                  <a:pt x="82746" y="39369"/>
                </a:lnTo>
                <a:lnTo>
                  <a:pt x="88552" y="44449"/>
                </a:lnTo>
                <a:close/>
              </a:path>
              <a:path w="313690" h="275589">
                <a:moveTo>
                  <a:pt x="70499" y="39369"/>
                </a:moveTo>
                <a:lnTo>
                  <a:pt x="58698" y="39369"/>
                </a:lnTo>
                <a:lnTo>
                  <a:pt x="59847" y="38099"/>
                </a:lnTo>
                <a:lnTo>
                  <a:pt x="61456" y="38099"/>
                </a:lnTo>
                <a:lnTo>
                  <a:pt x="62989" y="36829"/>
                </a:lnTo>
                <a:lnTo>
                  <a:pt x="64675" y="35559"/>
                </a:lnTo>
                <a:lnTo>
                  <a:pt x="66667" y="35559"/>
                </a:lnTo>
                <a:lnTo>
                  <a:pt x="67893" y="36829"/>
                </a:lnTo>
                <a:lnTo>
                  <a:pt x="70499" y="39369"/>
                </a:lnTo>
                <a:close/>
              </a:path>
              <a:path w="313690" h="275589">
                <a:moveTo>
                  <a:pt x="103959" y="58419"/>
                </a:moveTo>
                <a:lnTo>
                  <a:pt x="60154" y="58419"/>
                </a:lnTo>
                <a:lnTo>
                  <a:pt x="60843" y="57149"/>
                </a:lnTo>
                <a:lnTo>
                  <a:pt x="60307" y="57149"/>
                </a:lnTo>
                <a:lnTo>
                  <a:pt x="53564" y="48259"/>
                </a:lnTo>
                <a:lnTo>
                  <a:pt x="51955" y="45796"/>
                </a:lnTo>
                <a:lnTo>
                  <a:pt x="54560" y="43179"/>
                </a:lnTo>
                <a:lnTo>
                  <a:pt x="56016" y="41909"/>
                </a:lnTo>
                <a:lnTo>
                  <a:pt x="56859" y="43179"/>
                </a:lnTo>
                <a:lnTo>
                  <a:pt x="60230" y="43179"/>
                </a:lnTo>
                <a:lnTo>
                  <a:pt x="60767" y="44449"/>
                </a:lnTo>
                <a:lnTo>
                  <a:pt x="88552" y="44449"/>
                </a:lnTo>
                <a:lnTo>
                  <a:pt x="99317" y="54609"/>
                </a:lnTo>
                <a:lnTo>
                  <a:pt x="103959" y="58419"/>
                </a:lnTo>
                <a:close/>
              </a:path>
              <a:path w="313690" h="275589">
                <a:moveTo>
                  <a:pt x="60230" y="43179"/>
                </a:moveTo>
                <a:lnTo>
                  <a:pt x="58621" y="43179"/>
                </a:lnTo>
                <a:lnTo>
                  <a:pt x="58161" y="41909"/>
                </a:lnTo>
                <a:lnTo>
                  <a:pt x="60230" y="43179"/>
                </a:lnTo>
                <a:close/>
              </a:path>
              <a:path w="313690" h="275589">
                <a:moveTo>
                  <a:pt x="52519" y="52069"/>
                </a:moveTo>
                <a:lnTo>
                  <a:pt x="50882" y="52069"/>
                </a:lnTo>
                <a:lnTo>
                  <a:pt x="49349" y="49529"/>
                </a:lnTo>
                <a:lnTo>
                  <a:pt x="49655" y="49529"/>
                </a:lnTo>
                <a:lnTo>
                  <a:pt x="52519" y="52069"/>
                </a:lnTo>
                <a:close/>
              </a:path>
              <a:path w="313690" h="275589">
                <a:moveTo>
                  <a:pt x="13793" y="171449"/>
                </a:moveTo>
                <a:lnTo>
                  <a:pt x="8812" y="168909"/>
                </a:lnTo>
                <a:lnTo>
                  <a:pt x="4214" y="166369"/>
                </a:lnTo>
                <a:lnTo>
                  <a:pt x="842" y="165099"/>
                </a:lnTo>
                <a:lnTo>
                  <a:pt x="0" y="161289"/>
                </a:lnTo>
                <a:lnTo>
                  <a:pt x="1455" y="157479"/>
                </a:lnTo>
                <a:lnTo>
                  <a:pt x="3065" y="153669"/>
                </a:lnTo>
                <a:lnTo>
                  <a:pt x="6360" y="152399"/>
                </a:lnTo>
                <a:lnTo>
                  <a:pt x="9961" y="149859"/>
                </a:lnTo>
                <a:lnTo>
                  <a:pt x="16628" y="147319"/>
                </a:lnTo>
                <a:lnTo>
                  <a:pt x="30268" y="140969"/>
                </a:lnTo>
                <a:lnTo>
                  <a:pt x="35939" y="140969"/>
                </a:lnTo>
                <a:lnTo>
                  <a:pt x="38697" y="138429"/>
                </a:lnTo>
                <a:lnTo>
                  <a:pt x="41609" y="138429"/>
                </a:lnTo>
                <a:lnTo>
                  <a:pt x="44368" y="137159"/>
                </a:lnTo>
                <a:lnTo>
                  <a:pt x="47280" y="135889"/>
                </a:lnTo>
                <a:lnTo>
                  <a:pt x="64866" y="129539"/>
                </a:lnTo>
                <a:lnTo>
                  <a:pt x="82453" y="124459"/>
                </a:lnTo>
                <a:lnTo>
                  <a:pt x="89809" y="121919"/>
                </a:lnTo>
                <a:lnTo>
                  <a:pt x="97242" y="120649"/>
                </a:lnTo>
                <a:lnTo>
                  <a:pt x="104676" y="118109"/>
                </a:lnTo>
                <a:lnTo>
                  <a:pt x="105518" y="118109"/>
                </a:lnTo>
                <a:lnTo>
                  <a:pt x="106285" y="116839"/>
                </a:lnTo>
                <a:lnTo>
                  <a:pt x="98928" y="111759"/>
                </a:lnTo>
                <a:lnTo>
                  <a:pt x="87284" y="100329"/>
                </a:lnTo>
                <a:lnTo>
                  <a:pt x="53717" y="67309"/>
                </a:lnTo>
                <a:lnTo>
                  <a:pt x="47280" y="57149"/>
                </a:lnTo>
                <a:lnTo>
                  <a:pt x="46514" y="55879"/>
                </a:lnTo>
                <a:lnTo>
                  <a:pt x="46590" y="54609"/>
                </a:lnTo>
                <a:lnTo>
                  <a:pt x="46667" y="53339"/>
                </a:lnTo>
                <a:lnTo>
                  <a:pt x="48583" y="50799"/>
                </a:lnTo>
                <a:lnTo>
                  <a:pt x="50652" y="52069"/>
                </a:lnTo>
                <a:lnTo>
                  <a:pt x="52519" y="52069"/>
                </a:lnTo>
                <a:lnTo>
                  <a:pt x="60154" y="58419"/>
                </a:lnTo>
                <a:lnTo>
                  <a:pt x="103959" y="58419"/>
                </a:lnTo>
                <a:lnTo>
                  <a:pt x="134868" y="86359"/>
                </a:lnTo>
                <a:lnTo>
                  <a:pt x="135404" y="87629"/>
                </a:lnTo>
                <a:lnTo>
                  <a:pt x="145443" y="87629"/>
                </a:lnTo>
                <a:lnTo>
                  <a:pt x="145443" y="95249"/>
                </a:lnTo>
                <a:lnTo>
                  <a:pt x="277359" y="95249"/>
                </a:lnTo>
                <a:lnTo>
                  <a:pt x="259544" y="102869"/>
                </a:lnTo>
                <a:lnTo>
                  <a:pt x="235348" y="111759"/>
                </a:lnTo>
                <a:lnTo>
                  <a:pt x="223207" y="115569"/>
                </a:lnTo>
                <a:lnTo>
                  <a:pt x="211037" y="120649"/>
                </a:lnTo>
                <a:lnTo>
                  <a:pt x="185826" y="129539"/>
                </a:lnTo>
                <a:lnTo>
                  <a:pt x="184983" y="129539"/>
                </a:lnTo>
                <a:lnTo>
                  <a:pt x="186669" y="130809"/>
                </a:lnTo>
                <a:lnTo>
                  <a:pt x="181305" y="130809"/>
                </a:lnTo>
                <a:lnTo>
                  <a:pt x="181075" y="132079"/>
                </a:lnTo>
                <a:lnTo>
                  <a:pt x="208231" y="153669"/>
                </a:lnTo>
                <a:lnTo>
                  <a:pt x="108047" y="153669"/>
                </a:lnTo>
                <a:lnTo>
                  <a:pt x="104292" y="154939"/>
                </a:lnTo>
                <a:lnTo>
                  <a:pt x="78775" y="160019"/>
                </a:lnTo>
                <a:lnTo>
                  <a:pt x="70556" y="161289"/>
                </a:lnTo>
                <a:lnTo>
                  <a:pt x="62338" y="163829"/>
                </a:lnTo>
                <a:lnTo>
                  <a:pt x="45901" y="167639"/>
                </a:lnTo>
                <a:lnTo>
                  <a:pt x="19234" y="170179"/>
                </a:lnTo>
                <a:lnTo>
                  <a:pt x="13793" y="171449"/>
                </a:lnTo>
                <a:close/>
              </a:path>
              <a:path w="313690" h="275589">
                <a:moveTo>
                  <a:pt x="300234" y="69849"/>
                </a:moveTo>
                <a:lnTo>
                  <a:pt x="292188" y="69849"/>
                </a:lnTo>
                <a:lnTo>
                  <a:pt x="293567" y="68579"/>
                </a:lnTo>
                <a:lnTo>
                  <a:pt x="296403" y="68579"/>
                </a:lnTo>
                <a:lnTo>
                  <a:pt x="300234" y="69849"/>
                </a:lnTo>
                <a:close/>
              </a:path>
              <a:path w="313690" h="275589">
                <a:moveTo>
                  <a:pt x="277359" y="95249"/>
                </a:moveTo>
                <a:lnTo>
                  <a:pt x="203988" y="95249"/>
                </a:lnTo>
                <a:lnTo>
                  <a:pt x="204302" y="94849"/>
                </a:lnTo>
                <a:lnTo>
                  <a:pt x="204932" y="93944"/>
                </a:lnTo>
                <a:lnTo>
                  <a:pt x="206329" y="93944"/>
                </a:lnTo>
                <a:lnTo>
                  <a:pt x="277705" y="72389"/>
                </a:lnTo>
                <a:lnTo>
                  <a:pt x="280694" y="72389"/>
                </a:lnTo>
                <a:lnTo>
                  <a:pt x="283529" y="71119"/>
                </a:lnTo>
                <a:lnTo>
                  <a:pt x="286518" y="69849"/>
                </a:lnTo>
                <a:lnTo>
                  <a:pt x="300234" y="69849"/>
                </a:lnTo>
                <a:lnTo>
                  <a:pt x="304449" y="68579"/>
                </a:lnTo>
                <a:lnTo>
                  <a:pt x="308051" y="72389"/>
                </a:lnTo>
                <a:lnTo>
                  <a:pt x="310349" y="73659"/>
                </a:lnTo>
                <a:lnTo>
                  <a:pt x="310924" y="73659"/>
                </a:lnTo>
                <a:lnTo>
                  <a:pt x="311039" y="74929"/>
                </a:lnTo>
                <a:lnTo>
                  <a:pt x="313568" y="74929"/>
                </a:lnTo>
                <a:lnTo>
                  <a:pt x="313108" y="77469"/>
                </a:lnTo>
                <a:lnTo>
                  <a:pt x="312572" y="81279"/>
                </a:lnTo>
                <a:lnTo>
                  <a:pt x="309736" y="82549"/>
                </a:lnTo>
                <a:lnTo>
                  <a:pt x="306978" y="83819"/>
                </a:lnTo>
                <a:lnTo>
                  <a:pt x="277359" y="95249"/>
                </a:lnTo>
                <a:close/>
              </a:path>
              <a:path w="313690" h="275589">
                <a:moveTo>
                  <a:pt x="310924" y="73659"/>
                </a:moveTo>
                <a:lnTo>
                  <a:pt x="310349" y="73659"/>
                </a:lnTo>
                <a:lnTo>
                  <a:pt x="310809" y="72389"/>
                </a:lnTo>
                <a:lnTo>
                  <a:pt x="310924" y="73659"/>
                </a:lnTo>
                <a:close/>
              </a:path>
              <a:path w="313690" h="275589">
                <a:moveTo>
                  <a:pt x="203988" y="95249"/>
                </a:moveTo>
                <a:lnTo>
                  <a:pt x="145596" y="95249"/>
                </a:lnTo>
                <a:lnTo>
                  <a:pt x="145596" y="77469"/>
                </a:lnTo>
                <a:lnTo>
                  <a:pt x="216403" y="77469"/>
                </a:lnTo>
                <a:lnTo>
                  <a:pt x="204302" y="94849"/>
                </a:lnTo>
                <a:lnTo>
                  <a:pt x="203988" y="95249"/>
                </a:lnTo>
                <a:close/>
              </a:path>
              <a:path w="313690" h="275589">
                <a:moveTo>
                  <a:pt x="232064" y="170179"/>
                </a:moveTo>
                <a:lnTo>
                  <a:pt x="227896" y="170179"/>
                </a:lnTo>
                <a:lnTo>
                  <a:pt x="228279" y="168909"/>
                </a:lnTo>
                <a:lnTo>
                  <a:pt x="226747" y="167639"/>
                </a:lnTo>
                <a:lnTo>
                  <a:pt x="225291" y="166369"/>
                </a:lnTo>
                <a:lnTo>
                  <a:pt x="223681" y="165099"/>
                </a:lnTo>
                <a:lnTo>
                  <a:pt x="213553" y="157479"/>
                </a:lnTo>
                <a:lnTo>
                  <a:pt x="183068" y="130809"/>
                </a:lnTo>
                <a:lnTo>
                  <a:pt x="186669" y="130809"/>
                </a:lnTo>
                <a:lnTo>
                  <a:pt x="187512" y="132079"/>
                </a:lnTo>
                <a:lnTo>
                  <a:pt x="189964" y="134619"/>
                </a:lnTo>
                <a:lnTo>
                  <a:pt x="199668" y="142239"/>
                </a:lnTo>
                <a:lnTo>
                  <a:pt x="221306" y="161289"/>
                </a:lnTo>
                <a:lnTo>
                  <a:pt x="227128" y="165099"/>
                </a:lnTo>
                <a:lnTo>
                  <a:pt x="232064" y="170179"/>
                </a:lnTo>
                <a:close/>
              </a:path>
              <a:path w="313690" h="275589">
                <a:moveTo>
                  <a:pt x="81687" y="227329"/>
                </a:moveTo>
                <a:lnTo>
                  <a:pt x="79158" y="226059"/>
                </a:lnTo>
                <a:lnTo>
                  <a:pt x="77549" y="224789"/>
                </a:lnTo>
                <a:lnTo>
                  <a:pt x="72951" y="224789"/>
                </a:lnTo>
                <a:lnTo>
                  <a:pt x="68813" y="222249"/>
                </a:lnTo>
                <a:lnTo>
                  <a:pt x="69196" y="219709"/>
                </a:lnTo>
                <a:lnTo>
                  <a:pt x="69732" y="215899"/>
                </a:lnTo>
                <a:lnTo>
                  <a:pt x="70039" y="212089"/>
                </a:lnTo>
                <a:lnTo>
                  <a:pt x="71648" y="209549"/>
                </a:lnTo>
                <a:lnTo>
                  <a:pt x="75729" y="201929"/>
                </a:lnTo>
                <a:lnTo>
                  <a:pt x="79924" y="195579"/>
                </a:lnTo>
                <a:lnTo>
                  <a:pt x="84235" y="189229"/>
                </a:lnTo>
                <a:lnTo>
                  <a:pt x="93072" y="175259"/>
                </a:lnTo>
                <a:lnTo>
                  <a:pt x="97635" y="168909"/>
                </a:lnTo>
                <a:lnTo>
                  <a:pt x="106898" y="156209"/>
                </a:lnTo>
                <a:lnTo>
                  <a:pt x="107204" y="156209"/>
                </a:lnTo>
                <a:lnTo>
                  <a:pt x="107511" y="154939"/>
                </a:lnTo>
                <a:lnTo>
                  <a:pt x="108047" y="153669"/>
                </a:lnTo>
                <a:lnTo>
                  <a:pt x="208231" y="153669"/>
                </a:lnTo>
                <a:lnTo>
                  <a:pt x="227896" y="170179"/>
                </a:lnTo>
                <a:lnTo>
                  <a:pt x="232064" y="170179"/>
                </a:lnTo>
                <a:lnTo>
                  <a:pt x="240228" y="177799"/>
                </a:lnTo>
                <a:lnTo>
                  <a:pt x="132109" y="177799"/>
                </a:lnTo>
                <a:lnTo>
                  <a:pt x="130423" y="179069"/>
                </a:lnTo>
                <a:lnTo>
                  <a:pt x="128661" y="181609"/>
                </a:lnTo>
                <a:lnTo>
                  <a:pt x="127051" y="182879"/>
                </a:lnTo>
                <a:lnTo>
                  <a:pt x="114570" y="198119"/>
                </a:lnTo>
                <a:lnTo>
                  <a:pt x="108355" y="204469"/>
                </a:lnTo>
                <a:lnTo>
                  <a:pt x="98469" y="217169"/>
                </a:lnTo>
                <a:lnTo>
                  <a:pt x="96476" y="218439"/>
                </a:lnTo>
                <a:lnTo>
                  <a:pt x="95940" y="219709"/>
                </a:lnTo>
                <a:lnTo>
                  <a:pt x="92568" y="219709"/>
                </a:lnTo>
                <a:lnTo>
                  <a:pt x="90576" y="220979"/>
                </a:lnTo>
                <a:lnTo>
                  <a:pt x="88813" y="223519"/>
                </a:lnTo>
                <a:lnTo>
                  <a:pt x="84905" y="223519"/>
                </a:lnTo>
                <a:lnTo>
                  <a:pt x="84445" y="224789"/>
                </a:lnTo>
                <a:lnTo>
                  <a:pt x="81687" y="227329"/>
                </a:lnTo>
                <a:close/>
              </a:path>
              <a:path w="313690" h="275589">
                <a:moveTo>
                  <a:pt x="161611" y="275589"/>
                </a:moveTo>
                <a:lnTo>
                  <a:pt x="143807" y="275589"/>
                </a:lnTo>
                <a:lnTo>
                  <a:pt x="141841" y="273049"/>
                </a:lnTo>
                <a:lnTo>
                  <a:pt x="140921" y="267969"/>
                </a:lnTo>
                <a:lnTo>
                  <a:pt x="139695" y="264159"/>
                </a:lnTo>
                <a:lnTo>
                  <a:pt x="137656" y="253999"/>
                </a:lnTo>
                <a:lnTo>
                  <a:pt x="136027" y="246379"/>
                </a:lnTo>
                <a:lnTo>
                  <a:pt x="134814" y="237489"/>
                </a:lnTo>
                <a:lnTo>
                  <a:pt x="134025" y="227329"/>
                </a:lnTo>
                <a:lnTo>
                  <a:pt x="133963" y="226059"/>
                </a:lnTo>
                <a:lnTo>
                  <a:pt x="133841" y="223519"/>
                </a:lnTo>
                <a:lnTo>
                  <a:pt x="133719" y="220979"/>
                </a:lnTo>
                <a:lnTo>
                  <a:pt x="133596" y="218439"/>
                </a:lnTo>
                <a:lnTo>
                  <a:pt x="133474" y="215899"/>
                </a:lnTo>
                <a:lnTo>
                  <a:pt x="133357" y="212089"/>
                </a:lnTo>
                <a:lnTo>
                  <a:pt x="133241" y="208279"/>
                </a:lnTo>
                <a:lnTo>
                  <a:pt x="133124" y="204469"/>
                </a:lnTo>
                <a:lnTo>
                  <a:pt x="133095" y="203199"/>
                </a:lnTo>
                <a:lnTo>
                  <a:pt x="132978" y="198119"/>
                </a:lnTo>
                <a:lnTo>
                  <a:pt x="132861" y="193039"/>
                </a:lnTo>
                <a:lnTo>
                  <a:pt x="132763" y="189229"/>
                </a:lnTo>
                <a:lnTo>
                  <a:pt x="132645" y="180339"/>
                </a:lnTo>
                <a:lnTo>
                  <a:pt x="132415" y="179069"/>
                </a:lnTo>
                <a:lnTo>
                  <a:pt x="132109" y="177799"/>
                </a:lnTo>
                <a:lnTo>
                  <a:pt x="240228" y="177799"/>
                </a:lnTo>
                <a:lnTo>
                  <a:pt x="241041" y="179069"/>
                </a:lnTo>
                <a:lnTo>
                  <a:pt x="174332" y="179069"/>
                </a:lnTo>
                <a:lnTo>
                  <a:pt x="173872" y="182879"/>
                </a:lnTo>
                <a:lnTo>
                  <a:pt x="173489" y="186689"/>
                </a:lnTo>
                <a:lnTo>
                  <a:pt x="173029" y="189229"/>
                </a:lnTo>
                <a:lnTo>
                  <a:pt x="172903" y="190499"/>
                </a:lnTo>
                <a:lnTo>
                  <a:pt x="141151" y="190499"/>
                </a:lnTo>
                <a:lnTo>
                  <a:pt x="141151" y="214629"/>
                </a:lnTo>
                <a:lnTo>
                  <a:pt x="171594" y="214629"/>
                </a:lnTo>
                <a:lnTo>
                  <a:pt x="171721" y="227329"/>
                </a:lnTo>
                <a:lnTo>
                  <a:pt x="171833" y="231755"/>
                </a:lnTo>
                <a:lnTo>
                  <a:pt x="172401" y="246379"/>
                </a:lnTo>
                <a:lnTo>
                  <a:pt x="172493" y="248919"/>
                </a:lnTo>
                <a:lnTo>
                  <a:pt x="171803" y="253999"/>
                </a:lnTo>
                <a:lnTo>
                  <a:pt x="171343" y="259079"/>
                </a:lnTo>
                <a:lnTo>
                  <a:pt x="171113" y="260349"/>
                </a:lnTo>
                <a:lnTo>
                  <a:pt x="170730" y="261619"/>
                </a:lnTo>
                <a:lnTo>
                  <a:pt x="170462" y="262889"/>
                </a:lnTo>
                <a:lnTo>
                  <a:pt x="167435" y="262889"/>
                </a:lnTo>
                <a:lnTo>
                  <a:pt x="166822" y="264159"/>
                </a:lnTo>
                <a:lnTo>
                  <a:pt x="165136" y="267969"/>
                </a:lnTo>
                <a:lnTo>
                  <a:pt x="164063" y="269239"/>
                </a:lnTo>
                <a:lnTo>
                  <a:pt x="163757" y="270509"/>
                </a:lnTo>
                <a:lnTo>
                  <a:pt x="162761" y="271779"/>
                </a:lnTo>
                <a:lnTo>
                  <a:pt x="161688" y="271779"/>
                </a:lnTo>
                <a:lnTo>
                  <a:pt x="161765" y="274319"/>
                </a:lnTo>
                <a:lnTo>
                  <a:pt x="161611" y="275589"/>
                </a:lnTo>
                <a:close/>
              </a:path>
              <a:path w="313690" h="275589">
                <a:moveTo>
                  <a:pt x="263222" y="242569"/>
                </a:moveTo>
                <a:lnTo>
                  <a:pt x="258778" y="242569"/>
                </a:lnTo>
                <a:lnTo>
                  <a:pt x="256632" y="241299"/>
                </a:lnTo>
                <a:lnTo>
                  <a:pt x="254640" y="240029"/>
                </a:lnTo>
                <a:lnTo>
                  <a:pt x="246201" y="234949"/>
                </a:lnTo>
                <a:lnTo>
                  <a:pt x="237992" y="229869"/>
                </a:lnTo>
                <a:lnTo>
                  <a:pt x="229984" y="223519"/>
                </a:lnTo>
                <a:lnTo>
                  <a:pt x="222149" y="217169"/>
                </a:lnTo>
                <a:lnTo>
                  <a:pt x="217704" y="214629"/>
                </a:lnTo>
                <a:lnTo>
                  <a:pt x="212953" y="212089"/>
                </a:lnTo>
                <a:lnTo>
                  <a:pt x="208585" y="208279"/>
                </a:lnTo>
                <a:lnTo>
                  <a:pt x="182761" y="186689"/>
                </a:lnTo>
                <a:lnTo>
                  <a:pt x="180462" y="184149"/>
                </a:lnTo>
                <a:lnTo>
                  <a:pt x="178317" y="181609"/>
                </a:lnTo>
                <a:lnTo>
                  <a:pt x="176094" y="180339"/>
                </a:lnTo>
                <a:lnTo>
                  <a:pt x="175481" y="179069"/>
                </a:lnTo>
                <a:lnTo>
                  <a:pt x="241041" y="179069"/>
                </a:lnTo>
                <a:lnTo>
                  <a:pt x="244295" y="181609"/>
                </a:lnTo>
                <a:lnTo>
                  <a:pt x="246210" y="184149"/>
                </a:lnTo>
                <a:lnTo>
                  <a:pt x="247896" y="185419"/>
                </a:lnTo>
                <a:lnTo>
                  <a:pt x="249812" y="187959"/>
                </a:lnTo>
                <a:lnTo>
                  <a:pt x="252494" y="190499"/>
                </a:lnTo>
                <a:lnTo>
                  <a:pt x="253414" y="193039"/>
                </a:lnTo>
                <a:lnTo>
                  <a:pt x="253873" y="196849"/>
                </a:lnTo>
                <a:lnTo>
                  <a:pt x="253279" y="198119"/>
                </a:lnTo>
                <a:lnTo>
                  <a:pt x="253107" y="198119"/>
                </a:lnTo>
                <a:lnTo>
                  <a:pt x="271466" y="215899"/>
                </a:lnTo>
                <a:lnTo>
                  <a:pt x="269506" y="215899"/>
                </a:lnTo>
                <a:lnTo>
                  <a:pt x="269812" y="218439"/>
                </a:lnTo>
                <a:lnTo>
                  <a:pt x="273107" y="218439"/>
                </a:lnTo>
                <a:lnTo>
                  <a:pt x="272686" y="219709"/>
                </a:lnTo>
                <a:lnTo>
                  <a:pt x="267820" y="219709"/>
                </a:lnTo>
                <a:lnTo>
                  <a:pt x="268950" y="222249"/>
                </a:lnTo>
                <a:lnTo>
                  <a:pt x="243528" y="222249"/>
                </a:lnTo>
                <a:lnTo>
                  <a:pt x="243145" y="223519"/>
                </a:lnTo>
                <a:lnTo>
                  <a:pt x="244755" y="224789"/>
                </a:lnTo>
                <a:lnTo>
                  <a:pt x="246287" y="226059"/>
                </a:lnTo>
                <a:lnTo>
                  <a:pt x="247973" y="227329"/>
                </a:lnTo>
                <a:lnTo>
                  <a:pt x="252188" y="229869"/>
                </a:lnTo>
                <a:lnTo>
                  <a:pt x="256479" y="233679"/>
                </a:lnTo>
                <a:lnTo>
                  <a:pt x="260617" y="236219"/>
                </a:lnTo>
                <a:lnTo>
                  <a:pt x="262533" y="237489"/>
                </a:lnTo>
                <a:lnTo>
                  <a:pt x="264295" y="238759"/>
                </a:lnTo>
                <a:lnTo>
                  <a:pt x="266287" y="241299"/>
                </a:lnTo>
                <a:lnTo>
                  <a:pt x="265751" y="241299"/>
                </a:lnTo>
                <a:lnTo>
                  <a:pt x="263222" y="242569"/>
                </a:lnTo>
                <a:close/>
              </a:path>
              <a:path w="313690" h="275589">
                <a:moveTo>
                  <a:pt x="171594" y="214629"/>
                </a:moveTo>
                <a:lnTo>
                  <a:pt x="142147" y="214629"/>
                </a:lnTo>
                <a:lnTo>
                  <a:pt x="142147" y="191769"/>
                </a:lnTo>
                <a:lnTo>
                  <a:pt x="141688" y="191769"/>
                </a:lnTo>
                <a:lnTo>
                  <a:pt x="141458" y="190499"/>
                </a:lnTo>
                <a:lnTo>
                  <a:pt x="172903" y="190499"/>
                </a:lnTo>
                <a:lnTo>
                  <a:pt x="171997" y="201929"/>
                </a:lnTo>
                <a:lnTo>
                  <a:pt x="171896" y="203199"/>
                </a:lnTo>
                <a:lnTo>
                  <a:pt x="171863" y="204469"/>
                </a:lnTo>
                <a:lnTo>
                  <a:pt x="171762" y="208279"/>
                </a:lnTo>
                <a:lnTo>
                  <a:pt x="171661" y="212089"/>
                </a:lnTo>
                <a:lnTo>
                  <a:pt x="171594" y="214629"/>
                </a:lnTo>
                <a:close/>
              </a:path>
              <a:path w="313690" h="275589">
                <a:moveTo>
                  <a:pt x="272265" y="217169"/>
                </a:moveTo>
                <a:lnTo>
                  <a:pt x="271958" y="217169"/>
                </a:lnTo>
                <a:lnTo>
                  <a:pt x="269506" y="215899"/>
                </a:lnTo>
                <a:lnTo>
                  <a:pt x="271466" y="215899"/>
                </a:lnTo>
                <a:lnTo>
                  <a:pt x="272265" y="217169"/>
                </a:lnTo>
                <a:close/>
              </a:path>
              <a:path w="313690" h="275589">
                <a:moveTo>
                  <a:pt x="272265" y="220979"/>
                </a:moveTo>
                <a:lnTo>
                  <a:pt x="267820" y="219709"/>
                </a:lnTo>
                <a:lnTo>
                  <a:pt x="272686" y="219709"/>
                </a:lnTo>
                <a:lnTo>
                  <a:pt x="272265" y="220979"/>
                </a:lnTo>
                <a:close/>
              </a:path>
              <a:path w="313690" h="275589">
                <a:moveTo>
                  <a:pt x="268740" y="238759"/>
                </a:moveTo>
                <a:lnTo>
                  <a:pt x="267130" y="237489"/>
                </a:lnTo>
                <a:lnTo>
                  <a:pt x="262762" y="234949"/>
                </a:lnTo>
                <a:lnTo>
                  <a:pt x="258471" y="231139"/>
                </a:lnTo>
                <a:lnTo>
                  <a:pt x="254103" y="229869"/>
                </a:lnTo>
                <a:lnTo>
                  <a:pt x="251345" y="227329"/>
                </a:lnTo>
                <a:lnTo>
                  <a:pt x="248663" y="224789"/>
                </a:lnTo>
                <a:lnTo>
                  <a:pt x="245827" y="223519"/>
                </a:lnTo>
                <a:lnTo>
                  <a:pt x="244295" y="223519"/>
                </a:lnTo>
                <a:lnTo>
                  <a:pt x="243528" y="222249"/>
                </a:lnTo>
                <a:lnTo>
                  <a:pt x="268950" y="222249"/>
                </a:lnTo>
                <a:lnTo>
                  <a:pt x="271211" y="227329"/>
                </a:lnTo>
                <a:lnTo>
                  <a:pt x="265751" y="227329"/>
                </a:lnTo>
                <a:lnTo>
                  <a:pt x="269531" y="231139"/>
                </a:lnTo>
                <a:lnTo>
                  <a:pt x="267897" y="231139"/>
                </a:lnTo>
                <a:lnTo>
                  <a:pt x="269494" y="231755"/>
                </a:lnTo>
                <a:lnTo>
                  <a:pt x="269825" y="232303"/>
                </a:lnTo>
                <a:lnTo>
                  <a:pt x="270115" y="232617"/>
                </a:lnTo>
                <a:lnTo>
                  <a:pt x="271268" y="233679"/>
                </a:lnTo>
                <a:lnTo>
                  <a:pt x="271651" y="234949"/>
                </a:lnTo>
                <a:lnTo>
                  <a:pt x="269966" y="237489"/>
                </a:lnTo>
                <a:lnTo>
                  <a:pt x="268740" y="238759"/>
                </a:lnTo>
                <a:close/>
              </a:path>
              <a:path w="313690" h="275589">
                <a:moveTo>
                  <a:pt x="272341" y="229869"/>
                </a:moveTo>
                <a:lnTo>
                  <a:pt x="271728" y="229869"/>
                </a:lnTo>
                <a:lnTo>
                  <a:pt x="266058" y="227329"/>
                </a:lnTo>
                <a:lnTo>
                  <a:pt x="271211" y="227329"/>
                </a:lnTo>
                <a:lnTo>
                  <a:pt x="272341" y="229869"/>
                </a:lnTo>
                <a:close/>
              </a:path>
              <a:path w="313690" h="275589">
                <a:moveTo>
                  <a:pt x="269494" y="231755"/>
                </a:moveTo>
                <a:lnTo>
                  <a:pt x="267897" y="231139"/>
                </a:lnTo>
                <a:lnTo>
                  <a:pt x="269123" y="231139"/>
                </a:lnTo>
                <a:lnTo>
                  <a:pt x="269494" y="231755"/>
                </a:lnTo>
                <a:close/>
              </a:path>
              <a:path w="313690" h="275589">
                <a:moveTo>
                  <a:pt x="271731" y="232617"/>
                </a:moveTo>
                <a:lnTo>
                  <a:pt x="269494" y="231755"/>
                </a:lnTo>
                <a:lnTo>
                  <a:pt x="269123" y="231139"/>
                </a:lnTo>
                <a:lnTo>
                  <a:pt x="269531" y="231139"/>
                </a:lnTo>
                <a:lnTo>
                  <a:pt x="271731" y="232617"/>
                </a:lnTo>
                <a:close/>
              </a:path>
              <a:path w="313690" h="275589">
                <a:moveTo>
                  <a:pt x="170194" y="264159"/>
                </a:moveTo>
                <a:lnTo>
                  <a:pt x="168815" y="264159"/>
                </a:lnTo>
                <a:lnTo>
                  <a:pt x="167742" y="262889"/>
                </a:lnTo>
                <a:lnTo>
                  <a:pt x="170462" y="262889"/>
                </a:lnTo>
                <a:lnTo>
                  <a:pt x="170194" y="264159"/>
                </a:lnTo>
                <a:close/>
              </a:path>
            </a:pathLst>
          </a:custGeom>
          <a:solidFill>
            <a:srgbClr val="86CD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9488147" y="6807638"/>
            <a:ext cx="313690" cy="275590"/>
          </a:xfrm>
          <a:custGeom>
            <a:avLst/>
            <a:gdLst/>
            <a:ahLst/>
            <a:cxnLst/>
            <a:rect l="l" t="t" r="r" b="b"/>
            <a:pathLst>
              <a:path w="313690" h="275590">
                <a:moveTo>
                  <a:pt x="145443" y="87629"/>
                </a:moveTo>
                <a:lnTo>
                  <a:pt x="136860" y="87629"/>
                </a:lnTo>
                <a:lnTo>
                  <a:pt x="137166" y="86359"/>
                </a:lnTo>
                <a:lnTo>
                  <a:pt x="138966" y="58419"/>
                </a:lnTo>
                <a:lnTo>
                  <a:pt x="139048" y="57149"/>
                </a:lnTo>
                <a:lnTo>
                  <a:pt x="139130" y="55879"/>
                </a:lnTo>
                <a:lnTo>
                  <a:pt x="139212" y="54609"/>
                </a:lnTo>
                <a:lnTo>
                  <a:pt x="139294" y="53339"/>
                </a:lnTo>
                <a:lnTo>
                  <a:pt x="139376" y="52069"/>
                </a:lnTo>
                <a:lnTo>
                  <a:pt x="139453" y="50799"/>
                </a:lnTo>
                <a:lnTo>
                  <a:pt x="139531" y="49529"/>
                </a:lnTo>
                <a:lnTo>
                  <a:pt x="139608" y="48259"/>
                </a:lnTo>
                <a:lnTo>
                  <a:pt x="139686" y="46989"/>
                </a:lnTo>
                <a:lnTo>
                  <a:pt x="139759" y="45796"/>
                </a:lnTo>
                <a:lnTo>
                  <a:pt x="139841" y="44449"/>
                </a:lnTo>
                <a:lnTo>
                  <a:pt x="139919" y="43179"/>
                </a:lnTo>
                <a:lnTo>
                  <a:pt x="139996" y="41909"/>
                </a:lnTo>
                <a:lnTo>
                  <a:pt x="140074" y="40639"/>
                </a:lnTo>
                <a:lnTo>
                  <a:pt x="140151" y="39369"/>
                </a:lnTo>
                <a:lnTo>
                  <a:pt x="140229" y="38099"/>
                </a:lnTo>
                <a:lnTo>
                  <a:pt x="140306" y="36829"/>
                </a:lnTo>
                <a:lnTo>
                  <a:pt x="140384" y="35559"/>
                </a:lnTo>
                <a:lnTo>
                  <a:pt x="140477" y="25399"/>
                </a:lnTo>
                <a:lnTo>
                  <a:pt x="140845" y="20319"/>
                </a:lnTo>
                <a:lnTo>
                  <a:pt x="145979" y="2539"/>
                </a:lnTo>
                <a:lnTo>
                  <a:pt x="147358" y="0"/>
                </a:lnTo>
                <a:lnTo>
                  <a:pt x="149274" y="0"/>
                </a:lnTo>
                <a:lnTo>
                  <a:pt x="151343" y="1269"/>
                </a:lnTo>
                <a:lnTo>
                  <a:pt x="153412" y="5079"/>
                </a:lnTo>
                <a:lnTo>
                  <a:pt x="176452" y="5079"/>
                </a:lnTo>
                <a:lnTo>
                  <a:pt x="176937" y="6349"/>
                </a:lnTo>
                <a:lnTo>
                  <a:pt x="177550" y="7619"/>
                </a:lnTo>
                <a:lnTo>
                  <a:pt x="178010" y="8889"/>
                </a:lnTo>
                <a:lnTo>
                  <a:pt x="178776" y="10159"/>
                </a:lnTo>
                <a:lnTo>
                  <a:pt x="179389" y="12699"/>
                </a:lnTo>
                <a:lnTo>
                  <a:pt x="181458" y="12699"/>
                </a:lnTo>
                <a:lnTo>
                  <a:pt x="182761" y="16509"/>
                </a:lnTo>
                <a:lnTo>
                  <a:pt x="184031" y="29209"/>
                </a:lnTo>
                <a:lnTo>
                  <a:pt x="184234" y="31749"/>
                </a:lnTo>
                <a:lnTo>
                  <a:pt x="184336" y="33019"/>
                </a:lnTo>
                <a:lnTo>
                  <a:pt x="184437" y="34289"/>
                </a:lnTo>
                <a:lnTo>
                  <a:pt x="184539" y="35559"/>
                </a:lnTo>
                <a:lnTo>
                  <a:pt x="184640" y="36829"/>
                </a:lnTo>
                <a:lnTo>
                  <a:pt x="184741" y="38099"/>
                </a:lnTo>
                <a:lnTo>
                  <a:pt x="184843" y="39369"/>
                </a:lnTo>
                <a:lnTo>
                  <a:pt x="184944" y="40639"/>
                </a:lnTo>
                <a:lnTo>
                  <a:pt x="185046" y="41909"/>
                </a:lnTo>
                <a:lnTo>
                  <a:pt x="185147" y="43179"/>
                </a:lnTo>
                <a:lnTo>
                  <a:pt x="185249" y="44449"/>
                </a:lnTo>
                <a:lnTo>
                  <a:pt x="185356" y="45796"/>
                </a:lnTo>
                <a:lnTo>
                  <a:pt x="185452" y="46989"/>
                </a:lnTo>
                <a:lnTo>
                  <a:pt x="185549" y="48259"/>
                </a:lnTo>
                <a:lnTo>
                  <a:pt x="185646" y="49529"/>
                </a:lnTo>
                <a:lnTo>
                  <a:pt x="185743" y="50799"/>
                </a:lnTo>
                <a:lnTo>
                  <a:pt x="185841" y="52069"/>
                </a:lnTo>
                <a:lnTo>
                  <a:pt x="185938" y="53339"/>
                </a:lnTo>
                <a:lnTo>
                  <a:pt x="186035" y="54609"/>
                </a:lnTo>
                <a:lnTo>
                  <a:pt x="186133" y="55879"/>
                </a:lnTo>
                <a:lnTo>
                  <a:pt x="186516" y="57149"/>
                </a:lnTo>
                <a:lnTo>
                  <a:pt x="231361" y="57149"/>
                </a:lnTo>
                <a:lnTo>
                  <a:pt x="216403" y="77469"/>
                </a:lnTo>
                <a:lnTo>
                  <a:pt x="145443" y="77469"/>
                </a:lnTo>
                <a:lnTo>
                  <a:pt x="145443" y="87629"/>
                </a:lnTo>
                <a:close/>
              </a:path>
              <a:path w="313690" h="275590">
                <a:moveTo>
                  <a:pt x="176452" y="5079"/>
                </a:moveTo>
                <a:lnTo>
                  <a:pt x="153412" y="5079"/>
                </a:lnTo>
                <a:lnTo>
                  <a:pt x="154638" y="3809"/>
                </a:lnTo>
                <a:lnTo>
                  <a:pt x="154561" y="2539"/>
                </a:lnTo>
                <a:lnTo>
                  <a:pt x="154485" y="1269"/>
                </a:lnTo>
                <a:lnTo>
                  <a:pt x="157167" y="0"/>
                </a:lnTo>
                <a:lnTo>
                  <a:pt x="160309" y="0"/>
                </a:lnTo>
                <a:lnTo>
                  <a:pt x="162837" y="1269"/>
                </a:lnTo>
                <a:lnTo>
                  <a:pt x="168125" y="1269"/>
                </a:lnTo>
                <a:lnTo>
                  <a:pt x="170884" y="2539"/>
                </a:lnTo>
                <a:lnTo>
                  <a:pt x="173182" y="3809"/>
                </a:lnTo>
                <a:lnTo>
                  <a:pt x="175481" y="3809"/>
                </a:lnTo>
                <a:lnTo>
                  <a:pt x="176452" y="5079"/>
                </a:lnTo>
                <a:close/>
              </a:path>
              <a:path w="313690" h="275590">
                <a:moveTo>
                  <a:pt x="168125" y="1269"/>
                </a:moveTo>
                <a:lnTo>
                  <a:pt x="162837" y="1269"/>
                </a:lnTo>
                <a:lnTo>
                  <a:pt x="165673" y="0"/>
                </a:lnTo>
                <a:lnTo>
                  <a:pt x="168125" y="1269"/>
                </a:lnTo>
                <a:close/>
              </a:path>
              <a:path w="313690" h="275590">
                <a:moveTo>
                  <a:pt x="181458" y="12699"/>
                </a:moveTo>
                <a:lnTo>
                  <a:pt x="179389" y="12699"/>
                </a:lnTo>
                <a:lnTo>
                  <a:pt x="179926" y="11429"/>
                </a:lnTo>
                <a:lnTo>
                  <a:pt x="178930" y="7619"/>
                </a:lnTo>
                <a:lnTo>
                  <a:pt x="180309" y="7619"/>
                </a:lnTo>
                <a:lnTo>
                  <a:pt x="180462" y="8889"/>
                </a:lnTo>
                <a:lnTo>
                  <a:pt x="181458" y="12699"/>
                </a:lnTo>
                <a:close/>
              </a:path>
              <a:path w="313690" h="275590">
                <a:moveTo>
                  <a:pt x="231361" y="57149"/>
                </a:moveTo>
                <a:lnTo>
                  <a:pt x="186516" y="57149"/>
                </a:lnTo>
                <a:lnTo>
                  <a:pt x="189734" y="53339"/>
                </a:lnTo>
                <a:lnTo>
                  <a:pt x="192800" y="49529"/>
                </a:lnTo>
                <a:lnTo>
                  <a:pt x="195788" y="46989"/>
                </a:lnTo>
                <a:lnTo>
                  <a:pt x="198087" y="43179"/>
                </a:lnTo>
                <a:lnTo>
                  <a:pt x="200079" y="40639"/>
                </a:lnTo>
                <a:lnTo>
                  <a:pt x="202838" y="39369"/>
                </a:lnTo>
                <a:lnTo>
                  <a:pt x="207819" y="35559"/>
                </a:lnTo>
                <a:lnTo>
                  <a:pt x="211344" y="31749"/>
                </a:lnTo>
                <a:lnTo>
                  <a:pt x="215712" y="26669"/>
                </a:lnTo>
                <a:lnTo>
                  <a:pt x="217704" y="25399"/>
                </a:lnTo>
                <a:lnTo>
                  <a:pt x="219467" y="22859"/>
                </a:lnTo>
                <a:lnTo>
                  <a:pt x="220923" y="20319"/>
                </a:lnTo>
                <a:lnTo>
                  <a:pt x="223911" y="16509"/>
                </a:lnTo>
                <a:lnTo>
                  <a:pt x="227436" y="12699"/>
                </a:lnTo>
                <a:lnTo>
                  <a:pt x="231881" y="10159"/>
                </a:lnTo>
                <a:lnTo>
                  <a:pt x="233413" y="8889"/>
                </a:lnTo>
                <a:lnTo>
                  <a:pt x="234256" y="8889"/>
                </a:lnTo>
                <a:lnTo>
                  <a:pt x="235942" y="7619"/>
                </a:lnTo>
                <a:lnTo>
                  <a:pt x="237168" y="8889"/>
                </a:lnTo>
                <a:lnTo>
                  <a:pt x="237475" y="10159"/>
                </a:lnTo>
                <a:lnTo>
                  <a:pt x="252749" y="10159"/>
                </a:lnTo>
                <a:lnTo>
                  <a:pt x="253260" y="11429"/>
                </a:lnTo>
                <a:lnTo>
                  <a:pt x="255406" y="11429"/>
                </a:lnTo>
                <a:lnTo>
                  <a:pt x="255789" y="12699"/>
                </a:lnTo>
                <a:lnTo>
                  <a:pt x="256019" y="13969"/>
                </a:lnTo>
                <a:lnTo>
                  <a:pt x="255942" y="15239"/>
                </a:lnTo>
                <a:lnTo>
                  <a:pt x="255636" y="16509"/>
                </a:lnTo>
                <a:lnTo>
                  <a:pt x="255253" y="19049"/>
                </a:lnTo>
                <a:lnTo>
                  <a:pt x="254716" y="20319"/>
                </a:lnTo>
                <a:lnTo>
                  <a:pt x="257694" y="20319"/>
                </a:lnTo>
                <a:lnTo>
                  <a:pt x="257168" y="22859"/>
                </a:lnTo>
                <a:lnTo>
                  <a:pt x="254333" y="26669"/>
                </a:lnTo>
                <a:lnTo>
                  <a:pt x="250961" y="31749"/>
                </a:lnTo>
                <a:lnTo>
                  <a:pt x="231361" y="57149"/>
                </a:lnTo>
                <a:close/>
              </a:path>
              <a:path w="313690" h="275590">
                <a:moveTo>
                  <a:pt x="244908" y="8889"/>
                </a:moveTo>
                <a:lnTo>
                  <a:pt x="240157" y="8889"/>
                </a:lnTo>
                <a:lnTo>
                  <a:pt x="241689" y="7619"/>
                </a:lnTo>
                <a:lnTo>
                  <a:pt x="243682" y="7619"/>
                </a:lnTo>
                <a:lnTo>
                  <a:pt x="244908" y="8889"/>
                </a:lnTo>
                <a:close/>
              </a:path>
              <a:path w="313690" h="275590">
                <a:moveTo>
                  <a:pt x="252749" y="10159"/>
                </a:moveTo>
                <a:lnTo>
                  <a:pt x="237475" y="10159"/>
                </a:lnTo>
                <a:lnTo>
                  <a:pt x="239314" y="8889"/>
                </a:lnTo>
                <a:lnTo>
                  <a:pt x="252494" y="8889"/>
                </a:lnTo>
                <a:lnTo>
                  <a:pt x="252749" y="10159"/>
                </a:lnTo>
                <a:close/>
              </a:path>
              <a:path w="313690" h="275590">
                <a:moveTo>
                  <a:pt x="257694" y="20319"/>
                </a:moveTo>
                <a:lnTo>
                  <a:pt x="255253" y="20319"/>
                </a:lnTo>
                <a:lnTo>
                  <a:pt x="258011" y="15239"/>
                </a:lnTo>
                <a:lnTo>
                  <a:pt x="258548" y="15239"/>
                </a:lnTo>
                <a:lnTo>
                  <a:pt x="258548" y="16509"/>
                </a:lnTo>
                <a:lnTo>
                  <a:pt x="258395" y="16509"/>
                </a:lnTo>
                <a:lnTo>
                  <a:pt x="257694" y="20319"/>
                </a:lnTo>
                <a:close/>
              </a:path>
              <a:path w="313690" h="275590">
                <a:moveTo>
                  <a:pt x="81916" y="38099"/>
                </a:moveTo>
                <a:lnTo>
                  <a:pt x="76629" y="38099"/>
                </a:lnTo>
                <a:lnTo>
                  <a:pt x="75480" y="35559"/>
                </a:lnTo>
                <a:lnTo>
                  <a:pt x="74254" y="34289"/>
                </a:lnTo>
                <a:lnTo>
                  <a:pt x="73104" y="31749"/>
                </a:lnTo>
                <a:lnTo>
                  <a:pt x="74790" y="31749"/>
                </a:lnTo>
                <a:lnTo>
                  <a:pt x="76936" y="34289"/>
                </a:lnTo>
                <a:lnTo>
                  <a:pt x="81916" y="38099"/>
                </a:lnTo>
                <a:close/>
              </a:path>
              <a:path w="313690" h="275590">
                <a:moveTo>
                  <a:pt x="88552" y="44449"/>
                </a:moveTo>
                <a:lnTo>
                  <a:pt x="62223" y="44449"/>
                </a:lnTo>
                <a:lnTo>
                  <a:pt x="61303" y="43179"/>
                </a:lnTo>
                <a:lnTo>
                  <a:pt x="60460" y="41909"/>
                </a:lnTo>
                <a:lnTo>
                  <a:pt x="58506" y="39369"/>
                </a:lnTo>
                <a:lnTo>
                  <a:pt x="70499" y="39369"/>
                </a:lnTo>
                <a:lnTo>
                  <a:pt x="69503" y="38099"/>
                </a:lnTo>
                <a:lnTo>
                  <a:pt x="67357" y="34289"/>
                </a:lnTo>
                <a:lnTo>
                  <a:pt x="68813" y="33019"/>
                </a:lnTo>
                <a:lnTo>
                  <a:pt x="69962" y="33019"/>
                </a:lnTo>
                <a:lnTo>
                  <a:pt x="71418" y="34289"/>
                </a:lnTo>
                <a:lnTo>
                  <a:pt x="72951" y="35559"/>
                </a:lnTo>
                <a:lnTo>
                  <a:pt x="74713" y="38099"/>
                </a:lnTo>
                <a:lnTo>
                  <a:pt x="81916" y="38099"/>
                </a:lnTo>
                <a:lnTo>
                  <a:pt x="82746" y="39369"/>
                </a:lnTo>
                <a:lnTo>
                  <a:pt x="88552" y="44449"/>
                </a:lnTo>
                <a:close/>
              </a:path>
              <a:path w="313690" h="275590">
                <a:moveTo>
                  <a:pt x="70499" y="39369"/>
                </a:moveTo>
                <a:lnTo>
                  <a:pt x="58698" y="39369"/>
                </a:lnTo>
                <a:lnTo>
                  <a:pt x="59847" y="38099"/>
                </a:lnTo>
                <a:lnTo>
                  <a:pt x="61456" y="38099"/>
                </a:lnTo>
                <a:lnTo>
                  <a:pt x="62989" y="36829"/>
                </a:lnTo>
                <a:lnTo>
                  <a:pt x="64675" y="35559"/>
                </a:lnTo>
                <a:lnTo>
                  <a:pt x="66667" y="35559"/>
                </a:lnTo>
                <a:lnTo>
                  <a:pt x="67893" y="36829"/>
                </a:lnTo>
                <a:lnTo>
                  <a:pt x="70499" y="39369"/>
                </a:lnTo>
                <a:close/>
              </a:path>
              <a:path w="313690" h="275590">
                <a:moveTo>
                  <a:pt x="103959" y="58419"/>
                </a:moveTo>
                <a:lnTo>
                  <a:pt x="60154" y="58419"/>
                </a:lnTo>
                <a:lnTo>
                  <a:pt x="60843" y="57149"/>
                </a:lnTo>
                <a:lnTo>
                  <a:pt x="60307" y="57149"/>
                </a:lnTo>
                <a:lnTo>
                  <a:pt x="53564" y="48259"/>
                </a:lnTo>
                <a:lnTo>
                  <a:pt x="51955" y="45796"/>
                </a:lnTo>
                <a:lnTo>
                  <a:pt x="54560" y="43179"/>
                </a:lnTo>
                <a:lnTo>
                  <a:pt x="56016" y="41909"/>
                </a:lnTo>
                <a:lnTo>
                  <a:pt x="56859" y="43179"/>
                </a:lnTo>
                <a:lnTo>
                  <a:pt x="60230" y="43179"/>
                </a:lnTo>
                <a:lnTo>
                  <a:pt x="60767" y="44449"/>
                </a:lnTo>
                <a:lnTo>
                  <a:pt x="88552" y="44449"/>
                </a:lnTo>
                <a:lnTo>
                  <a:pt x="99317" y="54609"/>
                </a:lnTo>
                <a:lnTo>
                  <a:pt x="103959" y="58419"/>
                </a:lnTo>
                <a:close/>
              </a:path>
              <a:path w="313690" h="275590">
                <a:moveTo>
                  <a:pt x="60230" y="43179"/>
                </a:moveTo>
                <a:lnTo>
                  <a:pt x="58621" y="43179"/>
                </a:lnTo>
                <a:lnTo>
                  <a:pt x="58161" y="41909"/>
                </a:lnTo>
                <a:lnTo>
                  <a:pt x="60230" y="43179"/>
                </a:lnTo>
                <a:close/>
              </a:path>
              <a:path w="313690" h="275590">
                <a:moveTo>
                  <a:pt x="52519" y="52069"/>
                </a:moveTo>
                <a:lnTo>
                  <a:pt x="50882" y="52069"/>
                </a:lnTo>
                <a:lnTo>
                  <a:pt x="49349" y="49529"/>
                </a:lnTo>
                <a:lnTo>
                  <a:pt x="49655" y="49529"/>
                </a:lnTo>
                <a:lnTo>
                  <a:pt x="52519" y="52069"/>
                </a:lnTo>
                <a:close/>
              </a:path>
              <a:path w="313690" h="275590">
                <a:moveTo>
                  <a:pt x="13793" y="171449"/>
                </a:moveTo>
                <a:lnTo>
                  <a:pt x="8812" y="168909"/>
                </a:lnTo>
                <a:lnTo>
                  <a:pt x="4214" y="166369"/>
                </a:lnTo>
                <a:lnTo>
                  <a:pt x="842" y="165099"/>
                </a:lnTo>
                <a:lnTo>
                  <a:pt x="0" y="161289"/>
                </a:lnTo>
                <a:lnTo>
                  <a:pt x="1455" y="157479"/>
                </a:lnTo>
                <a:lnTo>
                  <a:pt x="3065" y="153669"/>
                </a:lnTo>
                <a:lnTo>
                  <a:pt x="6360" y="152399"/>
                </a:lnTo>
                <a:lnTo>
                  <a:pt x="9961" y="149859"/>
                </a:lnTo>
                <a:lnTo>
                  <a:pt x="16628" y="147319"/>
                </a:lnTo>
                <a:lnTo>
                  <a:pt x="30268" y="140969"/>
                </a:lnTo>
                <a:lnTo>
                  <a:pt x="35939" y="140969"/>
                </a:lnTo>
                <a:lnTo>
                  <a:pt x="38697" y="138429"/>
                </a:lnTo>
                <a:lnTo>
                  <a:pt x="41609" y="138429"/>
                </a:lnTo>
                <a:lnTo>
                  <a:pt x="44368" y="137159"/>
                </a:lnTo>
                <a:lnTo>
                  <a:pt x="47280" y="135889"/>
                </a:lnTo>
                <a:lnTo>
                  <a:pt x="64866" y="129539"/>
                </a:lnTo>
                <a:lnTo>
                  <a:pt x="82453" y="124459"/>
                </a:lnTo>
                <a:lnTo>
                  <a:pt x="89809" y="121919"/>
                </a:lnTo>
                <a:lnTo>
                  <a:pt x="97242" y="120649"/>
                </a:lnTo>
                <a:lnTo>
                  <a:pt x="104676" y="118109"/>
                </a:lnTo>
                <a:lnTo>
                  <a:pt x="105518" y="118109"/>
                </a:lnTo>
                <a:lnTo>
                  <a:pt x="106285" y="116839"/>
                </a:lnTo>
                <a:lnTo>
                  <a:pt x="98928" y="111759"/>
                </a:lnTo>
                <a:lnTo>
                  <a:pt x="87284" y="100329"/>
                </a:lnTo>
                <a:lnTo>
                  <a:pt x="53717" y="67309"/>
                </a:lnTo>
                <a:lnTo>
                  <a:pt x="47280" y="57149"/>
                </a:lnTo>
                <a:lnTo>
                  <a:pt x="46514" y="55879"/>
                </a:lnTo>
                <a:lnTo>
                  <a:pt x="46590" y="54609"/>
                </a:lnTo>
                <a:lnTo>
                  <a:pt x="46667" y="53339"/>
                </a:lnTo>
                <a:lnTo>
                  <a:pt x="48583" y="50799"/>
                </a:lnTo>
                <a:lnTo>
                  <a:pt x="50652" y="52069"/>
                </a:lnTo>
                <a:lnTo>
                  <a:pt x="52519" y="52069"/>
                </a:lnTo>
                <a:lnTo>
                  <a:pt x="60154" y="58419"/>
                </a:lnTo>
                <a:lnTo>
                  <a:pt x="103959" y="58419"/>
                </a:lnTo>
                <a:lnTo>
                  <a:pt x="134868" y="86359"/>
                </a:lnTo>
                <a:lnTo>
                  <a:pt x="135404" y="87629"/>
                </a:lnTo>
                <a:lnTo>
                  <a:pt x="145443" y="87629"/>
                </a:lnTo>
                <a:lnTo>
                  <a:pt x="145443" y="95249"/>
                </a:lnTo>
                <a:lnTo>
                  <a:pt x="277359" y="95249"/>
                </a:lnTo>
                <a:lnTo>
                  <a:pt x="259544" y="102869"/>
                </a:lnTo>
                <a:lnTo>
                  <a:pt x="235348" y="111759"/>
                </a:lnTo>
                <a:lnTo>
                  <a:pt x="223207" y="115569"/>
                </a:lnTo>
                <a:lnTo>
                  <a:pt x="211037" y="120649"/>
                </a:lnTo>
                <a:lnTo>
                  <a:pt x="185826" y="129539"/>
                </a:lnTo>
                <a:lnTo>
                  <a:pt x="184983" y="129539"/>
                </a:lnTo>
                <a:lnTo>
                  <a:pt x="186669" y="130809"/>
                </a:lnTo>
                <a:lnTo>
                  <a:pt x="181305" y="130809"/>
                </a:lnTo>
                <a:lnTo>
                  <a:pt x="181075" y="132079"/>
                </a:lnTo>
                <a:lnTo>
                  <a:pt x="208231" y="153669"/>
                </a:lnTo>
                <a:lnTo>
                  <a:pt x="108047" y="153669"/>
                </a:lnTo>
                <a:lnTo>
                  <a:pt x="104292" y="154939"/>
                </a:lnTo>
                <a:lnTo>
                  <a:pt x="78775" y="160019"/>
                </a:lnTo>
                <a:lnTo>
                  <a:pt x="70556" y="161289"/>
                </a:lnTo>
                <a:lnTo>
                  <a:pt x="62338" y="163829"/>
                </a:lnTo>
                <a:lnTo>
                  <a:pt x="45901" y="167639"/>
                </a:lnTo>
                <a:lnTo>
                  <a:pt x="19234" y="170179"/>
                </a:lnTo>
                <a:lnTo>
                  <a:pt x="13793" y="171449"/>
                </a:lnTo>
                <a:close/>
              </a:path>
              <a:path w="313690" h="275590">
                <a:moveTo>
                  <a:pt x="300234" y="69849"/>
                </a:moveTo>
                <a:lnTo>
                  <a:pt x="292188" y="69849"/>
                </a:lnTo>
                <a:lnTo>
                  <a:pt x="293567" y="68579"/>
                </a:lnTo>
                <a:lnTo>
                  <a:pt x="296403" y="68579"/>
                </a:lnTo>
                <a:lnTo>
                  <a:pt x="300234" y="69849"/>
                </a:lnTo>
                <a:close/>
              </a:path>
              <a:path w="313690" h="275590">
                <a:moveTo>
                  <a:pt x="277359" y="95249"/>
                </a:moveTo>
                <a:lnTo>
                  <a:pt x="203988" y="95249"/>
                </a:lnTo>
                <a:lnTo>
                  <a:pt x="204302" y="94849"/>
                </a:lnTo>
                <a:lnTo>
                  <a:pt x="204932" y="93944"/>
                </a:lnTo>
                <a:lnTo>
                  <a:pt x="206329" y="93944"/>
                </a:lnTo>
                <a:lnTo>
                  <a:pt x="277705" y="72389"/>
                </a:lnTo>
                <a:lnTo>
                  <a:pt x="280694" y="72389"/>
                </a:lnTo>
                <a:lnTo>
                  <a:pt x="283529" y="71119"/>
                </a:lnTo>
                <a:lnTo>
                  <a:pt x="286518" y="69849"/>
                </a:lnTo>
                <a:lnTo>
                  <a:pt x="300234" y="69849"/>
                </a:lnTo>
                <a:lnTo>
                  <a:pt x="304449" y="68579"/>
                </a:lnTo>
                <a:lnTo>
                  <a:pt x="308051" y="72389"/>
                </a:lnTo>
                <a:lnTo>
                  <a:pt x="310349" y="73659"/>
                </a:lnTo>
                <a:lnTo>
                  <a:pt x="310924" y="73659"/>
                </a:lnTo>
                <a:lnTo>
                  <a:pt x="311039" y="74929"/>
                </a:lnTo>
                <a:lnTo>
                  <a:pt x="313568" y="74929"/>
                </a:lnTo>
                <a:lnTo>
                  <a:pt x="313108" y="77469"/>
                </a:lnTo>
                <a:lnTo>
                  <a:pt x="312572" y="81279"/>
                </a:lnTo>
                <a:lnTo>
                  <a:pt x="309736" y="82549"/>
                </a:lnTo>
                <a:lnTo>
                  <a:pt x="306978" y="83819"/>
                </a:lnTo>
                <a:lnTo>
                  <a:pt x="277359" y="95249"/>
                </a:lnTo>
                <a:close/>
              </a:path>
              <a:path w="313690" h="275590">
                <a:moveTo>
                  <a:pt x="310924" y="73659"/>
                </a:moveTo>
                <a:lnTo>
                  <a:pt x="310349" y="73659"/>
                </a:lnTo>
                <a:lnTo>
                  <a:pt x="310809" y="72389"/>
                </a:lnTo>
                <a:lnTo>
                  <a:pt x="310924" y="73659"/>
                </a:lnTo>
                <a:close/>
              </a:path>
              <a:path w="313690" h="275590">
                <a:moveTo>
                  <a:pt x="203988" y="95249"/>
                </a:moveTo>
                <a:lnTo>
                  <a:pt x="145596" y="95249"/>
                </a:lnTo>
                <a:lnTo>
                  <a:pt x="145596" y="77469"/>
                </a:lnTo>
                <a:lnTo>
                  <a:pt x="216403" y="77469"/>
                </a:lnTo>
                <a:lnTo>
                  <a:pt x="204302" y="94849"/>
                </a:lnTo>
                <a:lnTo>
                  <a:pt x="203988" y="95249"/>
                </a:lnTo>
                <a:close/>
              </a:path>
              <a:path w="313690" h="275590">
                <a:moveTo>
                  <a:pt x="232064" y="170179"/>
                </a:moveTo>
                <a:lnTo>
                  <a:pt x="227896" y="170179"/>
                </a:lnTo>
                <a:lnTo>
                  <a:pt x="228279" y="168909"/>
                </a:lnTo>
                <a:lnTo>
                  <a:pt x="226747" y="167639"/>
                </a:lnTo>
                <a:lnTo>
                  <a:pt x="225291" y="166369"/>
                </a:lnTo>
                <a:lnTo>
                  <a:pt x="223681" y="165099"/>
                </a:lnTo>
                <a:lnTo>
                  <a:pt x="213553" y="157479"/>
                </a:lnTo>
                <a:lnTo>
                  <a:pt x="183068" y="130809"/>
                </a:lnTo>
                <a:lnTo>
                  <a:pt x="186669" y="130809"/>
                </a:lnTo>
                <a:lnTo>
                  <a:pt x="187512" y="132079"/>
                </a:lnTo>
                <a:lnTo>
                  <a:pt x="189964" y="134619"/>
                </a:lnTo>
                <a:lnTo>
                  <a:pt x="199668" y="142239"/>
                </a:lnTo>
                <a:lnTo>
                  <a:pt x="221306" y="161289"/>
                </a:lnTo>
                <a:lnTo>
                  <a:pt x="227128" y="165099"/>
                </a:lnTo>
                <a:lnTo>
                  <a:pt x="232064" y="170179"/>
                </a:lnTo>
                <a:close/>
              </a:path>
              <a:path w="313690" h="275590">
                <a:moveTo>
                  <a:pt x="81687" y="227329"/>
                </a:moveTo>
                <a:lnTo>
                  <a:pt x="79158" y="226059"/>
                </a:lnTo>
                <a:lnTo>
                  <a:pt x="77549" y="224789"/>
                </a:lnTo>
                <a:lnTo>
                  <a:pt x="72951" y="224789"/>
                </a:lnTo>
                <a:lnTo>
                  <a:pt x="68813" y="222249"/>
                </a:lnTo>
                <a:lnTo>
                  <a:pt x="69196" y="219709"/>
                </a:lnTo>
                <a:lnTo>
                  <a:pt x="69732" y="215899"/>
                </a:lnTo>
                <a:lnTo>
                  <a:pt x="70039" y="212089"/>
                </a:lnTo>
                <a:lnTo>
                  <a:pt x="71648" y="209549"/>
                </a:lnTo>
                <a:lnTo>
                  <a:pt x="75729" y="201929"/>
                </a:lnTo>
                <a:lnTo>
                  <a:pt x="79924" y="195579"/>
                </a:lnTo>
                <a:lnTo>
                  <a:pt x="84235" y="189229"/>
                </a:lnTo>
                <a:lnTo>
                  <a:pt x="93072" y="175259"/>
                </a:lnTo>
                <a:lnTo>
                  <a:pt x="97635" y="168909"/>
                </a:lnTo>
                <a:lnTo>
                  <a:pt x="106898" y="156209"/>
                </a:lnTo>
                <a:lnTo>
                  <a:pt x="107204" y="156209"/>
                </a:lnTo>
                <a:lnTo>
                  <a:pt x="107511" y="154939"/>
                </a:lnTo>
                <a:lnTo>
                  <a:pt x="108047" y="153669"/>
                </a:lnTo>
                <a:lnTo>
                  <a:pt x="208231" y="153669"/>
                </a:lnTo>
                <a:lnTo>
                  <a:pt x="227896" y="170179"/>
                </a:lnTo>
                <a:lnTo>
                  <a:pt x="232064" y="170179"/>
                </a:lnTo>
                <a:lnTo>
                  <a:pt x="240228" y="177799"/>
                </a:lnTo>
                <a:lnTo>
                  <a:pt x="132109" y="177799"/>
                </a:lnTo>
                <a:lnTo>
                  <a:pt x="130423" y="179069"/>
                </a:lnTo>
                <a:lnTo>
                  <a:pt x="128661" y="181609"/>
                </a:lnTo>
                <a:lnTo>
                  <a:pt x="127051" y="182879"/>
                </a:lnTo>
                <a:lnTo>
                  <a:pt x="114570" y="198119"/>
                </a:lnTo>
                <a:lnTo>
                  <a:pt x="108355" y="204469"/>
                </a:lnTo>
                <a:lnTo>
                  <a:pt x="98469" y="217169"/>
                </a:lnTo>
                <a:lnTo>
                  <a:pt x="96476" y="218439"/>
                </a:lnTo>
                <a:lnTo>
                  <a:pt x="95940" y="219709"/>
                </a:lnTo>
                <a:lnTo>
                  <a:pt x="92568" y="219709"/>
                </a:lnTo>
                <a:lnTo>
                  <a:pt x="90576" y="220979"/>
                </a:lnTo>
                <a:lnTo>
                  <a:pt x="88813" y="223519"/>
                </a:lnTo>
                <a:lnTo>
                  <a:pt x="84905" y="223519"/>
                </a:lnTo>
                <a:lnTo>
                  <a:pt x="84445" y="224789"/>
                </a:lnTo>
                <a:lnTo>
                  <a:pt x="81687" y="227329"/>
                </a:lnTo>
                <a:close/>
              </a:path>
              <a:path w="313690" h="275590">
                <a:moveTo>
                  <a:pt x="161611" y="275589"/>
                </a:moveTo>
                <a:lnTo>
                  <a:pt x="143807" y="275589"/>
                </a:lnTo>
                <a:lnTo>
                  <a:pt x="141841" y="273049"/>
                </a:lnTo>
                <a:lnTo>
                  <a:pt x="140921" y="267969"/>
                </a:lnTo>
                <a:lnTo>
                  <a:pt x="139695" y="264159"/>
                </a:lnTo>
                <a:lnTo>
                  <a:pt x="137656" y="253999"/>
                </a:lnTo>
                <a:lnTo>
                  <a:pt x="136027" y="246379"/>
                </a:lnTo>
                <a:lnTo>
                  <a:pt x="134814" y="237489"/>
                </a:lnTo>
                <a:lnTo>
                  <a:pt x="134025" y="227329"/>
                </a:lnTo>
                <a:lnTo>
                  <a:pt x="133963" y="226059"/>
                </a:lnTo>
                <a:lnTo>
                  <a:pt x="133841" y="223519"/>
                </a:lnTo>
                <a:lnTo>
                  <a:pt x="133719" y="220979"/>
                </a:lnTo>
                <a:lnTo>
                  <a:pt x="133596" y="218439"/>
                </a:lnTo>
                <a:lnTo>
                  <a:pt x="133474" y="215899"/>
                </a:lnTo>
                <a:lnTo>
                  <a:pt x="133357" y="212089"/>
                </a:lnTo>
                <a:lnTo>
                  <a:pt x="133241" y="208279"/>
                </a:lnTo>
                <a:lnTo>
                  <a:pt x="133124" y="204469"/>
                </a:lnTo>
                <a:lnTo>
                  <a:pt x="133095" y="203199"/>
                </a:lnTo>
                <a:lnTo>
                  <a:pt x="132978" y="198119"/>
                </a:lnTo>
                <a:lnTo>
                  <a:pt x="132861" y="193039"/>
                </a:lnTo>
                <a:lnTo>
                  <a:pt x="132763" y="189229"/>
                </a:lnTo>
                <a:lnTo>
                  <a:pt x="132645" y="180339"/>
                </a:lnTo>
                <a:lnTo>
                  <a:pt x="132415" y="179069"/>
                </a:lnTo>
                <a:lnTo>
                  <a:pt x="132109" y="177799"/>
                </a:lnTo>
                <a:lnTo>
                  <a:pt x="240228" y="177799"/>
                </a:lnTo>
                <a:lnTo>
                  <a:pt x="241041" y="179069"/>
                </a:lnTo>
                <a:lnTo>
                  <a:pt x="174332" y="179069"/>
                </a:lnTo>
                <a:lnTo>
                  <a:pt x="173872" y="182879"/>
                </a:lnTo>
                <a:lnTo>
                  <a:pt x="173489" y="186689"/>
                </a:lnTo>
                <a:lnTo>
                  <a:pt x="173029" y="189229"/>
                </a:lnTo>
                <a:lnTo>
                  <a:pt x="172903" y="190499"/>
                </a:lnTo>
                <a:lnTo>
                  <a:pt x="141151" y="190499"/>
                </a:lnTo>
                <a:lnTo>
                  <a:pt x="141151" y="214629"/>
                </a:lnTo>
                <a:lnTo>
                  <a:pt x="171594" y="214629"/>
                </a:lnTo>
                <a:lnTo>
                  <a:pt x="171721" y="227329"/>
                </a:lnTo>
                <a:lnTo>
                  <a:pt x="171833" y="231755"/>
                </a:lnTo>
                <a:lnTo>
                  <a:pt x="172401" y="246379"/>
                </a:lnTo>
                <a:lnTo>
                  <a:pt x="172493" y="248919"/>
                </a:lnTo>
                <a:lnTo>
                  <a:pt x="171803" y="253999"/>
                </a:lnTo>
                <a:lnTo>
                  <a:pt x="171343" y="259079"/>
                </a:lnTo>
                <a:lnTo>
                  <a:pt x="171113" y="260349"/>
                </a:lnTo>
                <a:lnTo>
                  <a:pt x="170730" y="261619"/>
                </a:lnTo>
                <a:lnTo>
                  <a:pt x="170462" y="262889"/>
                </a:lnTo>
                <a:lnTo>
                  <a:pt x="167435" y="262889"/>
                </a:lnTo>
                <a:lnTo>
                  <a:pt x="166822" y="264159"/>
                </a:lnTo>
                <a:lnTo>
                  <a:pt x="165136" y="267969"/>
                </a:lnTo>
                <a:lnTo>
                  <a:pt x="164063" y="269239"/>
                </a:lnTo>
                <a:lnTo>
                  <a:pt x="163757" y="270509"/>
                </a:lnTo>
                <a:lnTo>
                  <a:pt x="162761" y="271779"/>
                </a:lnTo>
                <a:lnTo>
                  <a:pt x="161688" y="271779"/>
                </a:lnTo>
                <a:lnTo>
                  <a:pt x="161765" y="274319"/>
                </a:lnTo>
                <a:lnTo>
                  <a:pt x="161611" y="275589"/>
                </a:lnTo>
                <a:close/>
              </a:path>
              <a:path w="313690" h="275590">
                <a:moveTo>
                  <a:pt x="263222" y="242569"/>
                </a:moveTo>
                <a:lnTo>
                  <a:pt x="258778" y="242569"/>
                </a:lnTo>
                <a:lnTo>
                  <a:pt x="256632" y="241299"/>
                </a:lnTo>
                <a:lnTo>
                  <a:pt x="254640" y="240029"/>
                </a:lnTo>
                <a:lnTo>
                  <a:pt x="246201" y="234949"/>
                </a:lnTo>
                <a:lnTo>
                  <a:pt x="237992" y="229869"/>
                </a:lnTo>
                <a:lnTo>
                  <a:pt x="229984" y="223519"/>
                </a:lnTo>
                <a:lnTo>
                  <a:pt x="222149" y="217169"/>
                </a:lnTo>
                <a:lnTo>
                  <a:pt x="217704" y="214629"/>
                </a:lnTo>
                <a:lnTo>
                  <a:pt x="212953" y="212089"/>
                </a:lnTo>
                <a:lnTo>
                  <a:pt x="208585" y="208279"/>
                </a:lnTo>
                <a:lnTo>
                  <a:pt x="182761" y="186689"/>
                </a:lnTo>
                <a:lnTo>
                  <a:pt x="180462" y="184149"/>
                </a:lnTo>
                <a:lnTo>
                  <a:pt x="178317" y="181609"/>
                </a:lnTo>
                <a:lnTo>
                  <a:pt x="176094" y="180339"/>
                </a:lnTo>
                <a:lnTo>
                  <a:pt x="175481" y="179069"/>
                </a:lnTo>
                <a:lnTo>
                  <a:pt x="241041" y="179069"/>
                </a:lnTo>
                <a:lnTo>
                  <a:pt x="244295" y="181609"/>
                </a:lnTo>
                <a:lnTo>
                  <a:pt x="246210" y="184149"/>
                </a:lnTo>
                <a:lnTo>
                  <a:pt x="247896" y="185419"/>
                </a:lnTo>
                <a:lnTo>
                  <a:pt x="249812" y="187959"/>
                </a:lnTo>
                <a:lnTo>
                  <a:pt x="252494" y="190499"/>
                </a:lnTo>
                <a:lnTo>
                  <a:pt x="253414" y="193039"/>
                </a:lnTo>
                <a:lnTo>
                  <a:pt x="253873" y="196849"/>
                </a:lnTo>
                <a:lnTo>
                  <a:pt x="253279" y="198119"/>
                </a:lnTo>
                <a:lnTo>
                  <a:pt x="253107" y="198119"/>
                </a:lnTo>
                <a:lnTo>
                  <a:pt x="271466" y="215899"/>
                </a:lnTo>
                <a:lnTo>
                  <a:pt x="269506" y="215899"/>
                </a:lnTo>
                <a:lnTo>
                  <a:pt x="269812" y="218439"/>
                </a:lnTo>
                <a:lnTo>
                  <a:pt x="273107" y="218439"/>
                </a:lnTo>
                <a:lnTo>
                  <a:pt x="272686" y="219709"/>
                </a:lnTo>
                <a:lnTo>
                  <a:pt x="267820" y="219709"/>
                </a:lnTo>
                <a:lnTo>
                  <a:pt x="268950" y="222249"/>
                </a:lnTo>
                <a:lnTo>
                  <a:pt x="243528" y="222249"/>
                </a:lnTo>
                <a:lnTo>
                  <a:pt x="243145" y="223519"/>
                </a:lnTo>
                <a:lnTo>
                  <a:pt x="244755" y="224789"/>
                </a:lnTo>
                <a:lnTo>
                  <a:pt x="246287" y="226059"/>
                </a:lnTo>
                <a:lnTo>
                  <a:pt x="247973" y="227329"/>
                </a:lnTo>
                <a:lnTo>
                  <a:pt x="252188" y="229869"/>
                </a:lnTo>
                <a:lnTo>
                  <a:pt x="256479" y="233679"/>
                </a:lnTo>
                <a:lnTo>
                  <a:pt x="260617" y="236219"/>
                </a:lnTo>
                <a:lnTo>
                  <a:pt x="262533" y="237489"/>
                </a:lnTo>
                <a:lnTo>
                  <a:pt x="264295" y="238759"/>
                </a:lnTo>
                <a:lnTo>
                  <a:pt x="266287" y="241299"/>
                </a:lnTo>
                <a:lnTo>
                  <a:pt x="265751" y="241299"/>
                </a:lnTo>
                <a:lnTo>
                  <a:pt x="263222" y="242569"/>
                </a:lnTo>
                <a:close/>
              </a:path>
              <a:path w="313690" h="275590">
                <a:moveTo>
                  <a:pt x="171594" y="214629"/>
                </a:moveTo>
                <a:lnTo>
                  <a:pt x="142147" y="214629"/>
                </a:lnTo>
                <a:lnTo>
                  <a:pt x="142147" y="191769"/>
                </a:lnTo>
                <a:lnTo>
                  <a:pt x="141688" y="191769"/>
                </a:lnTo>
                <a:lnTo>
                  <a:pt x="141458" y="190499"/>
                </a:lnTo>
                <a:lnTo>
                  <a:pt x="172903" y="190499"/>
                </a:lnTo>
                <a:lnTo>
                  <a:pt x="171997" y="201929"/>
                </a:lnTo>
                <a:lnTo>
                  <a:pt x="171896" y="203199"/>
                </a:lnTo>
                <a:lnTo>
                  <a:pt x="171863" y="204469"/>
                </a:lnTo>
                <a:lnTo>
                  <a:pt x="171762" y="208279"/>
                </a:lnTo>
                <a:lnTo>
                  <a:pt x="171661" y="212089"/>
                </a:lnTo>
                <a:lnTo>
                  <a:pt x="171594" y="214629"/>
                </a:lnTo>
                <a:close/>
              </a:path>
              <a:path w="313690" h="275590">
                <a:moveTo>
                  <a:pt x="272265" y="217169"/>
                </a:moveTo>
                <a:lnTo>
                  <a:pt x="271958" y="217169"/>
                </a:lnTo>
                <a:lnTo>
                  <a:pt x="269506" y="215899"/>
                </a:lnTo>
                <a:lnTo>
                  <a:pt x="271466" y="215899"/>
                </a:lnTo>
                <a:lnTo>
                  <a:pt x="272265" y="217169"/>
                </a:lnTo>
                <a:close/>
              </a:path>
              <a:path w="313690" h="275590">
                <a:moveTo>
                  <a:pt x="272265" y="220979"/>
                </a:moveTo>
                <a:lnTo>
                  <a:pt x="267820" y="219709"/>
                </a:lnTo>
                <a:lnTo>
                  <a:pt x="272686" y="219709"/>
                </a:lnTo>
                <a:lnTo>
                  <a:pt x="272265" y="220979"/>
                </a:lnTo>
                <a:close/>
              </a:path>
              <a:path w="313690" h="275590">
                <a:moveTo>
                  <a:pt x="268740" y="238759"/>
                </a:moveTo>
                <a:lnTo>
                  <a:pt x="267130" y="237489"/>
                </a:lnTo>
                <a:lnTo>
                  <a:pt x="262762" y="234949"/>
                </a:lnTo>
                <a:lnTo>
                  <a:pt x="258471" y="231139"/>
                </a:lnTo>
                <a:lnTo>
                  <a:pt x="254103" y="229869"/>
                </a:lnTo>
                <a:lnTo>
                  <a:pt x="251345" y="227329"/>
                </a:lnTo>
                <a:lnTo>
                  <a:pt x="248663" y="224789"/>
                </a:lnTo>
                <a:lnTo>
                  <a:pt x="245827" y="223519"/>
                </a:lnTo>
                <a:lnTo>
                  <a:pt x="244295" y="223519"/>
                </a:lnTo>
                <a:lnTo>
                  <a:pt x="243528" y="222249"/>
                </a:lnTo>
                <a:lnTo>
                  <a:pt x="268950" y="222249"/>
                </a:lnTo>
                <a:lnTo>
                  <a:pt x="271211" y="227329"/>
                </a:lnTo>
                <a:lnTo>
                  <a:pt x="265751" y="227329"/>
                </a:lnTo>
                <a:lnTo>
                  <a:pt x="269531" y="231139"/>
                </a:lnTo>
                <a:lnTo>
                  <a:pt x="267897" y="231139"/>
                </a:lnTo>
                <a:lnTo>
                  <a:pt x="269494" y="231755"/>
                </a:lnTo>
                <a:lnTo>
                  <a:pt x="269825" y="232303"/>
                </a:lnTo>
                <a:lnTo>
                  <a:pt x="270115" y="232617"/>
                </a:lnTo>
                <a:lnTo>
                  <a:pt x="271268" y="233679"/>
                </a:lnTo>
                <a:lnTo>
                  <a:pt x="271651" y="234949"/>
                </a:lnTo>
                <a:lnTo>
                  <a:pt x="269966" y="237489"/>
                </a:lnTo>
                <a:lnTo>
                  <a:pt x="268740" y="238759"/>
                </a:lnTo>
                <a:close/>
              </a:path>
              <a:path w="313690" h="275590">
                <a:moveTo>
                  <a:pt x="272341" y="229869"/>
                </a:moveTo>
                <a:lnTo>
                  <a:pt x="271728" y="229869"/>
                </a:lnTo>
                <a:lnTo>
                  <a:pt x="266058" y="227329"/>
                </a:lnTo>
                <a:lnTo>
                  <a:pt x="271211" y="227329"/>
                </a:lnTo>
                <a:lnTo>
                  <a:pt x="272341" y="229869"/>
                </a:lnTo>
                <a:close/>
              </a:path>
              <a:path w="313690" h="275590">
                <a:moveTo>
                  <a:pt x="269494" y="231755"/>
                </a:moveTo>
                <a:lnTo>
                  <a:pt x="267897" y="231139"/>
                </a:lnTo>
                <a:lnTo>
                  <a:pt x="269123" y="231139"/>
                </a:lnTo>
                <a:lnTo>
                  <a:pt x="269494" y="231755"/>
                </a:lnTo>
                <a:close/>
              </a:path>
              <a:path w="313690" h="275590">
                <a:moveTo>
                  <a:pt x="271731" y="232617"/>
                </a:moveTo>
                <a:lnTo>
                  <a:pt x="269494" y="231755"/>
                </a:lnTo>
                <a:lnTo>
                  <a:pt x="269123" y="231139"/>
                </a:lnTo>
                <a:lnTo>
                  <a:pt x="269531" y="231139"/>
                </a:lnTo>
                <a:lnTo>
                  <a:pt x="271731" y="232617"/>
                </a:lnTo>
                <a:close/>
              </a:path>
              <a:path w="313690" h="275590">
                <a:moveTo>
                  <a:pt x="170194" y="264159"/>
                </a:moveTo>
                <a:lnTo>
                  <a:pt x="168815" y="264159"/>
                </a:lnTo>
                <a:lnTo>
                  <a:pt x="167742" y="262889"/>
                </a:lnTo>
                <a:lnTo>
                  <a:pt x="170462" y="262889"/>
                </a:lnTo>
                <a:lnTo>
                  <a:pt x="170194" y="264159"/>
                </a:lnTo>
                <a:close/>
              </a:path>
            </a:pathLst>
          </a:custGeom>
          <a:solidFill>
            <a:srgbClr val="86CD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9488147" y="8567209"/>
            <a:ext cx="313690" cy="275590"/>
          </a:xfrm>
          <a:custGeom>
            <a:avLst/>
            <a:gdLst/>
            <a:ahLst/>
            <a:cxnLst/>
            <a:rect l="l" t="t" r="r" b="b"/>
            <a:pathLst>
              <a:path w="313690" h="275590">
                <a:moveTo>
                  <a:pt x="145443" y="87629"/>
                </a:moveTo>
                <a:lnTo>
                  <a:pt x="136860" y="87629"/>
                </a:lnTo>
                <a:lnTo>
                  <a:pt x="137166" y="86359"/>
                </a:lnTo>
                <a:lnTo>
                  <a:pt x="138966" y="58419"/>
                </a:lnTo>
                <a:lnTo>
                  <a:pt x="139048" y="57149"/>
                </a:lnTo>
                <a:lnTo>
                  <a:pt x="139130" y="55879"/>
                </a:lnTo>
                <a:lnTo>
                  <a:pt x="139212" y="54609"/>
                </a:lnTo>
                <a:lnTo>
                  <a:pt x="139294" y="53339"/>
                </a:lnTo>
                <a:lnTo>
                  <a:pt x="139376" y="52069"/>
                </a:lnTo>
                <a:lnTo>
                  <a:pt x="139453" y="50799"/>
                </a:lnTo>
                <a:lnTo>
                  <a:pt x="139531" y="49529"/>
                </a:lnTo>
                <a:lnTo>
                  <a:pt x="139608" y="48259"/>
                </a:lnTo>
                <a:lnTo>
                  <a:pt x="139686" y="46989"/>
                </a:lnTo>
                <a:lnTo>
                  <a:pt x="139759" y="45796"/>
                </a:lnTo>
                <a:lnTo>
                  <a:pt x="139841" y="44449"/>
                </a:lnTo>
                <a:lnTo>
                  <a:pt x="139919" y="43179"/>
                </a:lnTo>
                <a:lnTo>
                  <a:pt x="139996" y="41909"/>
                </a:lnTo>
                <a:lnTo>
                  <a:pt x="140074" y="40639"/>
                </a:lnTo>
                <a:lnTo>
                  <a:pt x="140151" y="39369"/>
                </a:lnTo>
                <a:lnTo>
                  <a:pt x="140229" y="38099"/>
                </a:lnTo>
                <a:lnTo>
                  <a:pt x="140306" y="36829"/>
                </a:lnTo>
                <a:lnTo>
                  <a:pt x="140384" y="35559"/>
                </a:lnTo>
                <a:lnTo>
                  <a:pt x="140477" y="25399"/>
                </a:lnTo>
                <a:lnTo>
                  <a:pt x="140845" y="20319"/>
                </a:lnTo>
                <a:lnTo>
                  <a:pt x="145979" y="2539"/>
                </a:lnTo>
                <a:lnTo>
                  <a:pt x="147358" y="0"/>
                </a:lnTo>
                <a:lnTo>
                  <a:pt x="149274" y="0"/>
                </a:lnTo>
                <a:lnTo>
                  <a:pt x="151343" y="1269"/>
                </a:lnTo>
                <a:lnTo>
                  <a:pt x="153412" y="5079"/>
                </a:lnTo>
                <a:lnTo>
                  <a:pt x="176452" y="5079"/>
                </a:lnTo>
                <a:lnTo>
                  <a:pt x="176937" y="6349"/>
                </a:lnTo>
                <a:lnTo>
                  <a:pt x="177550" y="7619"/>
                </a:lnTo>
                <a:lnTo>
                  <a:pt x="178010" y="8889"/>
                </a:lnTo>
                <a:lnTo>
                  <a:pt x="178776" y="10159"/>
                </a:lnTo>
                <a:lnTo>
                  <a:pt x="179389" y="12699"/>
                </a:lnTo>
                <a:lnTo>
                  <a:pt x="181458" y="12699"/>
                </a:lnTo>
                <a:lnTo>
                  <a:pt x="182761" y="16509"/>
                </a:lnTo>
                <a:lnTo>
                  <a:pt x="184031" y="29209"/>
                </a:lnTo>
                <a:lnTo>
                  <a:pt x="184234" y="31749"/>
                </a:lnTo>
                <a:lnTo>
                  <a:pt x="184336" y="33019"/>
                </a:lnTo>
                <a:lnTo>
                  <a:pt x="184437" y="34289"/>
                </a:lnTo>
                <a:lnTo>
                  <a:pt x="184539" y="35559"/>
                </a:lnTo>
                <a:lnTo>
                  <a:pt x="184640" y="36829"/>
                </a:lnTo>
                <a:lnTo>
                  <a:pt x="184741" y="38099"/>
                </a:lnTo>
                <a:lnTo>
                  <a:pt x="184843" y="39369"/>
                </a:lnTo>
                <a:lnTo>
                  <a:pt x="184944" y="40639"/>
                </a:lnTo>
                <a:lnTo>
                  <a:pt x="185046" y="41909"/>
                </a:lnTo>
                <a:lnTo>
                  <a:pt x="185147" y="43179"/>
                </a:lnTo>
                <a:lnTo>
                  <a:pt x="185249" y="44449"/>
                </a:lnTo>
                <a:lnTo>
                  <a:pt x="185356" y="45796"/>
                </a:lnTo>
                <a:lnTo>
                  <a:pt x="185452" y="46989"/>
                </a:lnTo>
                <a:lnTo>
                  <a:pt x="185549" y="48259"/>
                </a:lnTo>
                <a:lnTo>
                  <a:pt x="185646" y="49529"/>
                </a:lnTo>
                <a:lnTo>
                  <a:pt x="185743" y="50799"/>
                </a:lnTo>
                <a:lnTo>
                  <a:pt x="185841" y="52069"/>
                </a:lnTo>
                <a:lnTo>
                  <a:pt x="185938" y="53339"/>
                </a:lnTo>
                <a:lnTo>
                  <a:pt x="186035" y="54609"/>
                </a:lnTo>
                <a:lnTo>
                  <a:pt x="186133" y="55879"/>
                </a:lnTo>
                <a:lnTo>
                  <a:pt x="186516" y="57149"/>
                </a:lnTo>
                <a:lnTo>
                  <a:pt x="231361" y="57149"/>
                </a:lnTo>
                <a:lnTo>
                  <a:pt x="216403" y="77469"/>
                </a:lnTo>
                <a:lnTo>
                  <a:pt x="145443" y="77469"/>
                </a:lnTo>
                <a:lnTo>
                  <a:pt x="145443" y="87629"/>
                </a:lnTo>
                <a:close/>
              </a:path>
              <a:path w="313690" h="275590">
                <a:moveTo>
                  <a:pt x="176452" y="5079"/>
                </a:moveTo>
                <a:lnTo>
                  <a:pt x="153412" y="5079"/>
                </a:lnTo>
                <a:lnTo>
                  <a:pt x="154638" y="3809"/>
                </a:lnTo>
                <a:lnTo>
                  <a:pt x="154561" y="2539"/>
                </a:lnTo>
                <a:lnTo>
                  <a:pt x="154485" y="1269"/>
                </a:lnTo>
                <a:lnTo>
                  <a:pt x="157167" y="0"/>
                </a:lnTo>
                <a:lnTo>
                  <a:pt x="160309" y="0"/>
                </a:lnTo>
                <a:lnTo>
                  <a:pt x="162837" y="1269"/>
                </a:lnTo>
                <a:lnTo>
                  <a:pt x="168125" y="1269"/>
                </a:lnTo>
                <a:lnTo>
                  <a:pt x="170884" y="2539"/>
                </a:lnTo>
                <a:lnTo>
                  <a:pt x="173182" y="3809"/>
                </a:lnTo>
                <a:lnTo>
                  <a:pt x="175481" y="3809"/>
                </a:lnTo>
                <a:lnTo>
                  <a:pt x="176452" y="5079"/>
                </a:lnTo>
                <a:close/>
              </a:path>
              <a:path w="313690" h="275590">
                <a:moveTo>
                  <a:pt x="168125" y="1269"/>
                </a:moveTo>
                <a:lnTo>
                  <a:pt x="162837" y="1269"/>
                </a:lnTo>
                <a:lnTo>
                  <a:pt x="165673" y="0"/>
                </a:lnTo>
                <a:lnTo>
                  <a:pt x="168125" y="1269"/>
                </a:lnTo>
                <a:close/>
              </a:path>
              <a:path w="313690" h="275590">
                <a:moveTo>
                  <a:pt x="181458" y="12699"/>
                </a:moveTo>
                <a:lnTo>
                  <a:pt x="179389" y="12699"/>
                </a:lnTo>
                <a:lnTo>
                  <a:pt x="179926" y="11429"/>
                </a:lnTo>
                <a:lnTo>
                  <a:pt x="178930" y="7619"/>
                </a:lnTo>
                <a:lnTo>
                  <a:pt x="180309" y="7619"/>
                </a:lnTo>
                <a:lnTo>
                  <a:pt x="180462" y="8889"/>
                </a:lnTo>
                <a:lnTo>
                  <a:pt x="181458" y="12699"/>
                </a:lnTo>
                <a:close/>
              </a:path>
              <a:path w="313690" h="275590">
                <a:moveTo>
                  <a:pt x="231361" y="57149"/>
                </a:moveTo>
                <a:lnTo>
                  <a:pt x="186516" y="57149"/>
                </a:lnTo>
                <a:lnTo>
                  <a:pt x="189734" y="53339"/>
                </a:lnTo>
                <a:lnTo>
                  <a:pt x="192800" y="49529"/>
                </a:lnTo>
                <a:lnTo>
                  <a:pt x="195788" y="46989"/>
                </a:lnTo>
                <a:lnTo>
                  <a:pt x="198087" y="43179"/>
                </a:lnTo>
                <a:lnTo>
                  <a:pt x="200079" y="40639"/>
                </a:lnTo>
                <a:lnTo>
                  <a:pt x="202838" y="39369"/>
                </a:lnTo>
                <a:lnTo>
                  <a:pt x="207819" y="35559"/>
                </a:lnTo>
                <a:lnTo>
                  <a:pt x="211344" y="31749"/>
                </a:lnTo>
                <a:lnTo>
                  <a:pt x="215712" y="26669"/>
                </a:lnTo>
                <a:lnTo>
                  <a:pt x="217704" y="25399"/>
                </a:lnTo>
                <a:lnTo>
                  <a:pt x="219467" y="22859"/>
                </a:lnTo>
                <a:lnTo>
                  <a:pt x="220923" y="20319"/>
                </a:lnTo>
                <a:lnTo>
                  <a:pt x="223911" y="16509"/>
                </a:lnTo>
                <a:lnTo>
                  <a:pt x="227436" y="12699"/>
                </a:lnTo>
                <a:lnTo>
                  <a:pt x="231881" y="10159"/>
                </a:lnTo>
                <a:lnTo>
                  <a:pt x="233413" y="8889"/>
                </a:lnTo>
                <a:lnTo>
                  <a:pt x="234256" y="8889"/>
                </a:lnTo>
                <a:lnTo>
                  <a:pt x="235942" y="7619"/>
                </a:lnTo>
                <a:lnTo>
                  <a:pt x="237168" y="8889"/>
                </a:lnTo>
                <a:lnTo>
                  <a:pt x="237475" y="10159"/>
                </a:lnTo>
                <a:lnTo>
                  <a:pt x="252749" y="10159"/>
                </a:lnTo>
                <a:lnTo>
                  <a:pt x="253260" y="11429"/>
                </a:lnTo>
                <a:lnTo>
                  <a:pt x="255406" y="11429"/>
                </a:lnTo>
                <a:lnTo>
                  <a:pt x="255789" y="12699"/>
                </a:lnTo>
                <a:lnTo>
                  <a:pt x="256019" y="13969"/>
                </a:lnTo>
                <a:lnTo>
                  <a:pt x="255942" y="15239"/>
                </a:lnTo>
                <a:lnTo>
                  <a:pt x="255636" y="16509"/>
                </a:lnTo>
                <a:lnTo>
                  <a:pt x="255253" y="19049"/>
                </a:lnTo>
                <a:lnTo>
                  <a:pt x="254716" y="20319"/>
                </a:lnTo>
                <a:lnTo>
                  <a:pt x="257694" y="20319"/>
                </a:lnTo>
                <a:lnTo>
                  <a:pt x="257168" y="22859"/>
                </a:lnTo>
                <a:lnTo>
                  <a:pt x="254333" y="26669"/>
                </a:lnTo>
                <a:lnTo>
                  <a:pt x="250961" y="31749"/>
                </a:lnTo>
                <a:lnTo>
                  <a:pt x="231361" y="57149"/>
                </a:lnTo>
                <a:close/>
              </a:path>
              <a:path w="313690" h="275590">
                <a:moveTo>
                  <a:pt x="244908" y="8889"/>
                </a:moveTo>
                <a:lnTo>
                  <a:pt x="240157" y="8889"/>
                </a:lnTo>
                <a:lnTo>
                  <a:pt x="241689" y="7619"/>
                </a:lnTo>
                <a:lnTo>
                  <a:pt x="243682" y="7619"/>
                </a:lnTo>
                <a:lnTo>
                  <a:pt x="244908" y="8889"/>
                </a:lnTo>
                <a:close/>
              </a:path>
              <a:path w="313690" h="275590">
                <a:moveTo>
                  <a:pt x="252749" y="10159"/>
                </a:moveTo>
                <a:lnTo>
                  <a:pt x="237475" y="10159"/>
                </a:lnTo>
                <a:lnTo>
                  <a:pt x="239314" y="8889"/>
                </a:lnTo>
                <a:lnTo>
                  <a:pt x="252494" y="8889"/>
                </a:lnTo>
                <a:lnTo>
                  <a:pt x="252749" y="10159"/>
                </a:lnTo>
                <a:close/>
              </a:path>
              <a:path w="313690" h="275590">
                <a:moveTo>
                  <a:pt x="257694" y="20319"/>
                </a:moveTo>
                <a:lnTo>
                  <a:pt x="255253" y="20319"/>
                </a:lnTo>
                <a:lnTo>
                  <a:pt x="258011" y="15239"/>
                </a:lnTo>
                <a:lnTo>
                  <a:pt x="258548" y="15239"/>
                </a:lnTo>
                <a:lnTo>
                  <a:pt x="258548" y="16509"/>
                </a:lnTo>
                <a:lnTo>
                  <a:pt x="258395" y="16509"/>
                </a:lnTo>
                <a:lnTo>
                  <a:pt x="257694" y="20319"/>
                </a:lnTo>
                <a:close/>
              </a:path>
              <a:path w="313690" h="275590">
                <a:moveTo>
                  <a:pt x="81916" y="38099"/>
                </a:moveTo>
                <a:lnTo>
                  <a:pt x="76629" y="38099"/>
                </a:lnTo>
                <a:lnTo>
                  <a:pt x="75480" y="35559"/>
                </a:lnTo>
                <a:lnTo>
                  <a:pt x="74254" y="34289"/>
                </a:lnTo>
                <a:lnTo>
                  <a:pt x="73104" y="31749"/>
                </a:lnTo>
                <a:lnTo>
                  <a:pt x="74790" y="31749"/>
                </a:lnTo>
                <a:lnTo>
                  <a:pt x="76936" y="34289"/>
                </a:lnTo>
                <a:lnTo>
                  <a:pt x="81916" y="38099"/>
                </a:lnTo>
                <a:close/>
              </a:path>
              <a:path w="313690" h="275590">
                <a:moveTo>
                  <a:pt x="88552" y="44449"/>
                </a:moveTo>
                <a:lnTo>
                  <a:pt x="62223" y="44449"/>
                </a:lnTo>
                <a:lnTo>
                  <a:pt x="61303" y="43179"/>
                </a:lnTo>
                <a:lnTo>
                  <a:pt x="60460" y="41909"/>
                </a:lnTo>
                <a:lnTo>
                  <a:pt x="58506" y="39369"/>
                </a:lnTo>
                <a:lnTo>
                  <a:pt x="70499" y="39369"/>
                </a:lnTo>
                <a:lnTo>
                  <a:pt x="69503" y="38099"/>
                </a:lnTo>
                <a:lnTo>
                  <a:pt x="67357" y="34289"/>
                </a:lnTo>
                <a:lnTo>
                  <a:pt x="68813" y="33019"/>
                </a:lnTo>
                <a:lnTo>
                  <a:pt x="69962" y="33019"/>
                </a:lnTo>
                <a:lnTo>
                  <a:pt x="71418" y="34289"/>
                </a:lnTo>
                <a:lnTo>
                  <a:pt x="72951" y="35559"/>
                </a:lnTo>
                <a:lnTo>
                  <a:pt x="74713" y="38099"/>
                </a:lnTo>
                <a:lnTo>
                  <a:pt x="81916" y="38099"/>
                </a:lnTo>
                <a:lnTo>
                  <a:pt x="82746" y="39369"/>
                </a:lnTo>
                <a:lnTo>
                  <a:pt x="88552" y="44449"/>
                </a:lnTo>
                <a:close/>
              </a:path>
              <a:path w="313690" h="275590">
                <a:moveTo>
                  <a:pt x="70499" y="39369"/>
                </a:moveTo>
                <a:lnTo>
                  <a:pt x="58698" y="39369"/>
                </a:lnTo>
                <a:lnTo>
                  <a:pt x="59847" y="38099"/>
                </a:lnTo>
                <a:lnTo>
                  <a:pt x="61456" y="38099"/>
                </a:lnTo>
                <a:lnTo>
                  <a:pt x="62989" y="36829"/>
                </a:lnTo>
                <a:lnTo>
                  <a:pt x="64675" y="35559"/>
                </a:lnTo>
                <a:lnTo>
                  <a:pt x="66667" y="35559"/>
                </a:lnTo>
                <a:lnTo>
                  <a:pt x="67893" y="36829"/>
                </a:lnTo>
                <a:lnTo>
                  <a:pt x="70499" y="39369"/>
                </a:lnTo>
                <a:close/>
              </a:path>
              <a:path w="313690" h="275590">
                <a:moveTo>
                  <a:pt x="103959" y="58419"/>
                </a:moveTo>
                <a:lnTo>
                  <a:pt x="60154" y="58419"/>
                </a:lnTo>
                <a:lnTo>
                  <a:pt x="60843" y="57149"/>
                </a:lnTo>
                <a:lnTo>
                  <a:pt x="60307" y="57149"/>
                </a:lnTo>
                <a:lnTo>
                  <a:pt x="53564" y="48259"/>
                </a:lnTo>
                <a:lnTo>
                  <a:pt x="51955" y="45796"/>
                </a:lnTo>
                <a:lnTo>
                  <a:pt x="54560" y="43179"/>
                </a:lnTo>
                <a:lnTo>
                  <a:pt x="56016" y="41909"/>
                </a:lnTo>
                <a:lnTo>
                  <a:pt x="56859" y="43179"/>
                </a:lnTo>
                <a:lnTo>
                  <a:pt x="60230" y="43179"/>
                </a:lnTo>
                <a:lnTo>
                  <a:pt x="60767" y="44449"/>
                </a:lnTo>
                <a:lnTo>
                  <a:pt x="88552" y="44449"/>
                </a:lnTo>
                <a:lnTo>
                  <a:pt x="99317" y="54609"/>
                </a:lnTo>
                <a:lnTo>
                  <a:pt x="103959" y="58419"/>
                </a:lnTo>
                <a:close/>
              </a:path>
              <a:path w="313690" h="275590">
                <a:moveTo>
                  <a:pt x="60230" y="43179"/>
                </a:moveTo>
                <a:lnTo>
                  <a:pt x="58621" y="43179"/>
                </a:lnTo>
                <a:lnTo>
                  <a:pt x="58161" y="41909"/>
                </a:lnTo>
                <a:lnTo>
                  <a:pt x="60230" y="43179"/>
                </a:lnTo>
                <a:close/>
              </a:path>
              <a:path w="313690" h="275590">
                <a:moveTo>
                  <a:pt x="52519" y="52069"/>
                </a:moveTo>
                <a:lnTo>
                  <a:pt x="50882" y="52069"/>
                </a:lnTo>
                <a:lnTo>
                  <a:pt x="49349" y="49529"/>
                </a:lnTo>
                <a:lnTo>
                  <a:pt x="49655" y="49529"/>
                </a:lnTo>
                <a:lnTo>
                  <a:pt x="52519" y="52069"/>
                </a:lnTo>
                <a:close/>
              </a:path>
              <a:path w="313690" h="275590">
                <a:moveTo>
                  <a:pt x="13793" y="171449"/>
                </a:moveTo>
                <a:lnTo>
                  <a:pt x="8812" y="168909"/>
                </a:lnTo>
                <a:lnTo>
                  <a:pt x="4214" y="166369"/>
                </a:lnTo>
                <a:lnTo>
                  <a:pt x="842" y="165099"/>
                </a:lnTo>
                <a:lnTo>
                  <a:pt x="0" y="161289"/>
                </a:lnTo>
                <a:lnTo>
                  <a:pt x="1455" y="157479"/>
                </a:lnTo>
                <a:lnTo>
                  <a:pt x="3065" y="153669"/>
                </a:lnTo>
                <a:lnTo>
                  <a:pt x="6360" y="152399"/>
                </a:lnTo>
                <a:lnTo>
                  <a:pt x="9961" y="149859"/>
                </a:lnTo>
                <a:lnTo>
                  <a:pt x="16628" y="147319"/>
                </a:lnTo>
                <a:lnTo>
                  <a:pt x="30268" y="140969"/>
                </a:lnTo>
                <a:lnTo>
                  <a:pt x="35939" y="140969"/>
                </a:lnTo>
                <a:lnTo>
                  <a:pt x="38697" y="138429"/>
                </a:lnTo>
                <a:lnTo>
                  <a:pt x="41609" y="138429"/>
                </a:lnTo>
                <a:lnTo>
                  <a:pt x="44368" y="137159"/>
                </a:lnTo>
                <a:lnTo>
                  <a:pt x="47280" y="135889"/>
                </a:lnTo>
                <a:lnTo>
                  <a:pt x="64866" y="129539"/>
                </a:lnTo>
                <a:lnTo>
                  <a:pt x="82453" y="124459"/>
                </a:lnTo>
                <a:lnTo>
                  <a:pt x="89809" y="121919"/>
                </a:lnTo>
                <a:lnTo>
                  <a:pt x="97242" y="120649"/>
                </a:lnTo>
                <a:lnTo>
                  <a:pt x="104676" y="118109"/>
                </a:lnTo>
                <a:lnTo>
                  <a:pt x="105518" y="118109"/>
                </a:lnTo>
                <a:lnTo>
                  <a:pt x="106285" y="116839"/>
                </a:lnTo>
                <a:lnTo>
                  <a:pt x="98928" y="111759"/>
                </a:lnTo>
                <a:lnTo>
                  <a:pt x="87284" y="100329"/>
                </a:lnTo>
                <a:lnTo>
                  <a:pt x="53717" y="67309"/>
                </a:lnTo>
                <a:lnTo>
                  <a:pt x="47280" y="57149"/>
                </a:lnTo>
                <a:lnTo>
                  <a:pt x="46514" y="55879"/>
                </a:lnTo>
                <a:lnTo>
                  <a:pt x="46590" y="54609"/>
                </a:lnTo>
                <a:lnTo>
                  <a:pt x="46667" y="53339"/>
                </a:lnTo>
                <a:lnTo>
                  <a:pt x="48583" y="50799"/>
                </a:lnTo>
                <a:lnTo>
                  <a:pt x="50652" y="52069"/>
                </a:lnTo>
                <a:lnTo>
                  <a:pt x="52519" y="52069"/>
                </a:lnTo>
                <a:lnTo>
                  <a:pt x="60154" y="58419"/>
                </a:lnTo>
                <a:lnTo>
                  <a:pt x="103959" y="58419"/>
                </a:lnTo>
                <a:lnTo>
                  <a:pt x="134868" y="86359"/>
                </a:lnTo>
                <a:lnTo>
                  <a:pt x="135404" y="87629"/>
                </a:lnTo>
                <a:lnTo>
                  <a:pt x="145443" y="87629"/>
                </a:lnTo>
                <a:lnTo>
                  <a:pt x="145443" y="95249"/>
                </a:lnTo>
                <a:lnTo>
                  <a:pt x="277359" y="95249"/>
                </a:lnTo>
                <a:lnTo>
                  <a:pt x="259544" y="102869"/>
                </a:lnTo>
                <a:lnTo>
                  <a:pt x="235348" y="111759"/>
                </a:lnTo>
                <a:lnTo>
                  <a:pt x="223207" y="115569"/>
                </a:lnTo>
                <a:lnTo>
                  <a:pt x="211037" y="120649"/>
                </a:lnTo>
                <a:lnTo>
                  <a:pt x="185826" y="129539"/>
                </a:lnTo>
                <a:lnTo>
                  <a:pt x="184983" y="129539"/>
                </a:lnTo>
                <a:lnTo>
                  <a:pt x="186669" y="130809"/>
                </a:lnTo>
                <a:lnTo>
                  <a:pt x="181305" y="130809"/>
                </a:lnTo>
                <a:lnTo>
                  <a:pt x="181075" y="132079"/>
                </a:lnTo>
                <a:lnTo>
                  <a:pt x="208231" y="153669"/>
                </a:lnTo>
                <a:lnTo>
                  <a:pt x="108047" y="153669"/>
                </a:lnTo>
                <a:lnTo>
                  <a:pt x="104292" y="154939"/>
                </a:lnTo>
                <a:lnTo>
                  <a:pt x="78775" y="160019"/>
                </a:lnTo>
                <a:lnTo>
                  <a:pt x="70556" y="161289"/>
                </a:lnTo>
                <a:lnTo>
                  <a:pt x="62338" y="163829"/>
                </a:lnTo>
                <a:lnTo>
                  <a:pt x="45901" y="167639"/>
                </a:lnTo>
                <a:lnTo>
                  <a:pt x="19234" y="170179"/>
                </a:lnTo>
                <a:lnTo>
                  <a:pt x="13793" y="171449"/>
                </a:lnTo>
                <a:close/>
              </a:path>
              <a:path w="313690" h="275590">
                <a:moveTo>
                  <a:pt x="300234" y="69849"/>
                </a:moveTo>
                <a:lnTo>
                  <a:pt x="292188" y="69849"/>
                </a:lnTo>
                <a:lnTo>
                  <a:pt x="293567" y="68579"/>
                </a:lnTo>
                <a:lnTo>
                  <a:pt x="296403" y="68579"/>
                </a:lnTo>
                <a:lnTo>
                  <a:pt x="300234" y="69849"/>
                </a:lnTo>
                <a:close/>
              </a:path>
              <a:path w="313690" h="275590">
                <a:moveTo>
                  <a:pt x="277359" y="95249"/>
                </a:moveTo>
                <a:lnTo>
                  <a:pt x="203988" y="95249"/>
                </a:lnTo>
                <a:lnTo>
                  <a:pt x="204302" y="94849"/>
                </a:lnTo>
                <a:lnTo>
                  <a:pt x="204932" y="93944"/>
                </a:lnTo>
                <a:lnTo>
                  <a:pt x="206329" y="93944"/>
                </a:lnTo>
                <a:lnTo>
                  <a:pt x="277705" y="72389"/>
                </a:lnTo>
                <a:lnTo>
                  <a:pt x="280694" y="72389"/>
                </a:lnTo>
                <a:lnTo>
                  <a:pt x="283529" y="71119"/>
                </a:lnTo>
                <a:lnTo>
                  <a:pt x="286518" y="69849"/>
                </a:lnTo>
                <a:lnTo>
                  <a:pt x="300234" y="69849"/>
                </a:lnTo>
                <a:lnTo>
                  <a:pt x="304449" y="68579"/>
                </a:lnTo>
                <a:lnTo>
                  <a:pt x="308051" y="72389"/>
                </a:lnTo>
                <a:lnTo>
                  <a:pt x="310349" y="73659"/>
                </a:lnTo>
                <a:lnTo>
                  <a:pt x="310924" y="73659"/>
                </a:lnTo>
                <a:lnTo>
                  <a:pt x="311039" y="74929"/>
                </a:lnTo>
                <a:lnTo>
                  <a:pt x="313568" y="74929"/>
                </a:lnTo>
                <a:lnTo>
                  <a:pt x="313108" y="77469"/>
                </a:lnTo>
                <a:lnTo>
                  <a:pt x="312572" y="81279"/>
                </a:lnTo>
                <a:lnTo>
                  <a:pt x="309736" y="82549"/>
                </a:lnTo>
                <a:lnTo>
                  <a:pt x="306978" y="83819"/>
                </a:lnTo>
                <a:lnTo>
                  <a:pt x="277359" y="95249"/>
                </a:lnTo>
                <a:close/>
              </a:path>
              <a:path w="313690" h="275590">
                <a:moveTo>
                  <a:pt x="310924" y="73659"/>
                </a:moveTo>
                <a:lnTo>
                  <a:pt x="310349" y="73659"/>
                </a:lnTo>
                <a:lnTo>
                  <a:pt x="310809" y="72389"/>
                </a:lnTo>
                <a:lnTo>
                  <a:pt x="310924" y="73659"/>
                </a:lnTo>
                <a:close/>
              </a:path>
              <a:path w="313690" h="275590">
                <a:moveTo>
                  <a:pt x="203988" y="95249"/>
                </a:moveTo>
                <a:lnTo>
                  <a:pt x="145596" y="95249"/>
                </a:lnTo>
                <a:lnTo>
                  <a:pt x="145596" y="77469"/>
                </a:lnTo>
                <a:lnTo>
                  <a:pt x="216403" y="77469"/>
                </a:lnTo>
                <a:lnTo>
                  <a:pt x="204302" y="94849"/>
                </a:lnTo>
                <a:lnTo>
                  <a:pt x="203988" y="95249"/>
                </a:lnTo>
                <a:close/>
              </a:path>
              <a:path w="313690" h="275590">
                <a:moveTo>
                  <a:pt x="232064" y="170179"/>
                </a:moveTo>
                <a:lnTo>
                  <a:pt x="227896" y="170179"/>
                </a:lnTo>
                <a:lnTo>
                  <a:pt x="228279" y="168909"/>
                </a:lnTo>
                <a:lnTo>
                  <a:pt x="226747" y="167639"/>
                </a:lnTo>
                <a:lnTo>
                  <a:pt x="225291" y="166369"/>
                </a:lnTo>
                <a:lnTo>
                  <a:pt x="223681" y="165099"/>
                </a:lnTo>
                <a:lnTo>
                  <a:pt x="213553" y="157479"/>
                </a:lnTo>
                <a:lnTo>
                  <a:pt x="183068" y="130809"/>
                </a:lnTo>
                <a:lnTo>
                  <a:pt x="186669" y="130809"/>
                </a:lnTo>
                <a:lnTo>
                  <a:pt x="187512" y="132079"/>
                </a:lnTo>
                <a:lnTo>
                  <a:pt x="189964" y="134619"/>
                </a:lnTo>
                <a:lnTo>
                  <a:pt x="199668" y="142239"/>
                </a:lnTo>
                <a:lnTo>
                  <a:pt x="221306" y="161289"/>
                </a:lnTo>
                <a:lnTo>
                  <a:pt x="227128" y="165099"/>
                </a:lnTo>
                <a:lnTo>
                  <a:pt x="232064" y="170179"/>
                </a:lnTo>
                <a:close/>
              </a:path>
              <a:path w="313690" h="275590">
                <a:moveTo>
                  <a:pt x="81687" y="227329"/>
                </a:moveTo>
                <a:lnTo>
                  <a:pt x="79158" y="226059"/>
                </a:lnTo>
                <a:lnTo>
                  <a:pt x="77549" y="224789"/>
                </a:lnTo>
                <a:lnTo>
                  <a:pt x="72951" y="224789"/>
                </a:lnTo>
                <a:lnTo>
                  <a:pt x="68813" y="222249"/>
                </a:lnTo>
                <a:lnTo>
                  <a:pt x="69196" y="219709"/>
                </a:lnTo>
                <a:lnTo>
                  <a:pt x="69732" y="215899"/>
                </a:lnTo>
                <a:lnTo>
                  <a:pt x="70039" y="212089"/>
                </a:lnTo>
                <a:lnTo>
                  <a:pt x="71648" y="209549"/>
                </a:lnTo>
                <a:lnTo>
                  <a:pt x="75729" y="201929"/>
                </a:lnTo>
                <a:lnTo>
                  <a:pt x="79924" y="195579"/>
                </a:lnTo>
                <a:lnTo>
                  <a:pt x="84235" y="189229"/>
                </a:lnTo>
                <a:lnTo>
                  <a:pt x="93072" y="175259"/>
                </a:lnTo>
                <a:lnTo>
                  <a:pt x="97635" y="168909"/>
                </a:lnTo>
                <a:lnTo>
                  <a:pt x="106898" y="156209"/>
                </a:lnTo>
                <a:lnTo>
                  <a:pt x="107204" y="156209"/>
                </a:lnTo>
                <a:lnTo>
                  <a:pt x="107511" y="154939"/>
                </a:lnTo>
                <a:lnTo>
                  <a:pt x="108047" y="153669"/>
                </a:lnTo>
                <a:lnTo>
                  <a:pt x="208231" y="153669"/>
                </a:lnTo>
                <a:lnTo>
                  <a:pt x="227896" y="170179"/>
                </a:lnTo>
                <a:lnTo>
                  <a:pt x="232064" y="170179"/>
                </a:lnTo>
                <a:lnTo>
                  <a:pt x="240228" y="177799"/>
                </a:lnTo>
                <a:lnTo>
                  <a:pt x="132109" y="177799"/>
                </a:lnTo>
                <a:lnTo>
                  <a:pt x="130423" y="179069"/>
                </a:lnTo>
                <a:lnTo>
                  <a:pt x="128661" y="181609"/>
                </a:lnTo>
                <a:lnTo>
                  <a:pt x="127051" y="182879"/>
                </a:lnTo>
                <a:lnTo>
                  <a:pt x="114570" y="198119"/>
                </a:lnTo>
                <a:lnTo>
                  <a:pt x="108355" y="204469"/>
                </a:lnTo>
                <a:lnTo>
                  <a:pt x="98469" y="217169"/>
                </a:lnTo>
                <a:lnTo>
                  <a:pt x="96476" y="218439"/>
                </a:lnTo>
                <a:lnTo>
                  <a:pt x="95940" y="219709"/>
                </a:lnTo>
                <a:lnTo>
                  <a:pt x="92568" y="219709"/>
                </a:lnTo>
                <a:lnTo>
                  <a:pt x="90576" y="220979"/>
                </a:lnTo>
                <a:lnTo>
                  <a:pt x="88813" y="223519"/>
                </a:lnTo>
                <a:lnTo>
                  <a:pt x="84905" y="223519"/>
                </a:lnTo>
                <a:lnTo>
                  <a:pt x="84445" y="224789"/>
                </a:lnTo>
                <a:lnTo>
                  <a:pt x="81687" y="227329"/>
                </a:lnTo>
                <a:close/>
              </a:path>
              <a:path w="313690" h="275590">
                <a:moveTo>
                  <a:pt x="161611" y="275589"/>
                </a:moveTo>
                <a:lnTo>
                  <a:pt x="143807" y="275589"/>
                </a:lnTo>
                <a:lnTo>
                  <a:pt x="141841" y="273049"/>
                </a:lnTo>
                <a:lnTo>
                  <a:pt x="140921" y="267969"/>
                </a:lnTo>
                <a:lnTo>
                  <a:pt x="139695" y="264159"/>
                </a:lnTo>
                <a:lnTo>
                  <a:pt x="137656" y="253999"/>
                </a:lnTo>
                <a:lnTo>
                  <a:pt x="136027" y="246379"/>
                </a:lnTo>
                <a:lnTo>
                  <a:pt x="134814" y="237489"/>
                </a:lnTo>
                <a:lnTo>
                  <a:pt x="134025" y="227329"/>
                </a:lnTo>
                <a:lnTo>
                  <a:pt x="133963" y="226059"/>
                </a:lnTo>
                <a:lnTo>
                  <a:pt x="133841" y="223519"/>
                </a:lnTo>
                <a:lnTo>
                  <a:pt x="133719" y="220979"/>
                </a:lnTo>
                <a:lnTo>
                  <a:pt x="133596" y="218439"/>
                </a:lnTo>
                <a:lnTo>
                  <a:pt x="133474" y="215899"/>
                </a:lnTo>
                <a:lnTo>
                  <a:pt x="133357" y="212089"/>
                </a:lnTo>
                <a:lnTo>
                  <a:pt x="133241" y="208279"/>
                </a:lnTo>
                <a:lnTo>
                  <a:pt x="133124" y="204469"/>
                </a:lnTo>
                <a:lnTo>
                  <a:pt x="133095" y="203199"/>
                </a:lnTo>
                <a:lnTo>
                  <a:pt x="132978" y="198119"/>
                </a:lnTo>
                <a:lnTo>
                  <a:pt x="132861" y="193039"/>
                </a:lnTo>
                <a:lnTo>
                  <a:pt x="132763" y="189229"/>
                </a:lnTo>
                <a:lnTo>
                  <a:pt x="132645" y="180339"/>
                </a:lnTo>
                <a:lnTo>
                  <a:pt x="132415" y="179069"/>
                </a:lnTo>
                <a:lnTo>
                  <a:pt x="132109" y="177799"/>
                </a:lnTo>
                <a:lnTo>
                  <a:pt x="240228" y="177799"/>
                </a:lnTo>
                <a:lnTo>
                  <a:pt x="241041" y="179069"/>
                </a:lnTo>
                <a:lnTo>
                  <a:pt x="174332" y="179069"/>
                </a:lnTo>
                <a:lnTo>
                  <a:pt x="173872" y="182879"/>
                </a:lnTo>
                <a:lnTo>
                  <a:pt x="173489" y="186689"/>
                </a:lnTo>
                <a:lnTo>
                  <a:pt x="173029" y="189229"/>
                </a:lnTo>
                <a:lnTo>
                  <a:pt x="172903" y="190499"/>
                </a:lnTo>
                <a:lnTo>
                  <a:pt x="141151" y="190499"/>
                </a:lnTo>
                <a:lnTo>
                  <a:pt x="141151" y="214629"/>
                </a:lnTo>
                <a:lnTo>
                  <a:pt x="171594" y="214629"/>
                </a:lnTo>
                <a:lnTo>
                  <a:pt x="171721" y="227329"/>
                </a:lnTo>
                <a:lnTo>
                  <a:pt x="171833" y="231755"/>
                </a:lnTo>
                <a:lnTo>
                  <a:pt x="172401" y="246379"/>
                </a:lnTo>
                <a:lnTo>
                  <a:pt x="172493" y="248919"/>
                </a:lnTo>
                <a:lnTo>
                  <a:pt x="171803" y="253999"/>
                </a:lnTo>
                <a:lnTo>
                  <a:pt x="171343" y="259079"/>
                </a:lnTo>
                <a:lnTo>
                  <a:pt x="171113" y="260349"/>
                </a:lnTo>
                <a:lnTo>
                  <a:pt x="170730" y="261619"/>
                </a:lnTo>
                <a:lnTo>
                  <a:pt x="170462" y="262889"/>
                </a:lnTo>
                <a:lnTo>
                  <a:pt x="167435" y="262889"/>
                </a:lnTo>
                <a:lnTo>
                  <a:pt x="166822" y="264159"/>
                </a:lnTo>
                <a:lnTo>
                  <a:pt x="165136" y="267969"/>
                </a:lnTo>
                <a:lnTo>
                  <a:pt x="164063" y="269239"/>
                </a:lnTo>
                <a:lnTo>
                  <a:pt x="163757" y="270509"/>
                </a:lnTo>
                <a:lnTo>
                  <a:pt x="162761" y="271779"/>
                </a:lnTo>
                <a:lnTo>
                  <a:pt x="161688" y="271779"/>
                </a:lnTo>
                <a:lnTo>
                  <a:pt x="161765" y="274319"/>
                </a:lnTo>
                <a:lnTo>
                  <a:pt x="161611" y="275589"/>
                </a:lnTo>
                <a:close/>
              </a:path>
              <a:path w="313690" h="275590">
                <a:moveTo>
                  <a:pt x="263222" y="242569"/>
                </a:moveTo>
                <a:lnTo>
                  <a:pt x="258778" y="242569"/>
                </a:lnTo>
                <a:lnTo>
                  <a:pt x="256632" y="241299"/>
                </a:lnTo>
                <a:lnTo>
                  <a:pt x="254640" y="240029"/>
                </a:lnTo>
                <a:lnTo>
                  <a:pt x="246201" y="234949"/>
                </a:lnTo>
                <a:lnTo>
                  <a:pt x="237992" y="229869"/>
                </a:lnTo>
                <a:lnTo>
                  <a:pt x="229984" y="223519"/>
                </a:lnTo>
                <a:lnTo>
                  <a:pt x="222149" y="217169"/>
                </a:lnTo>
                <a:lnTo>
                  <a:pt x="217704" y="214629"/>
                </a:lnTo>
                <a:lnTo>
                  <a:pt x="212953" y="212089"/>
                </a:lnTo>
                <a:lnTo>
                  <a:pt x="208585" y="208279"/>
                </a:lnTo>
                <a:lnTo>
                  <a:pt x="182761" y="186689"/>
                </a:lnTo>
                <a:lnTo>
                  <a:pt x="180462" y="184149"/>
                </a:lnTo>
                <a:lnTo>
                  <a:pt x="178317" y="181609"/>
                </a:lnTo>
                <a:lnTo>
                  <a:pt x="176094" y="180339"/>
                </a:lnTo>
                <a:lnTo>
                  <a:pt x="175481" y="179069"/>
                </a:lnTo>
                <a:lnTo>
                  <a:pt x="241041" y="179069"/>
                </a:lnTo>
                <a:lnTo>
                  <a:pt x="244295" y="181609"/>
                </a:lnTo>
                <a:lnTo>
                  <a:pt x="246210" y="184149"/>
                </a:lnTo>
                <a:lnTo>
                  <a:pt x="247896" y="185419"/>
                </a:lnTo>
                <a:lnTo>
                  <a:pt x="249812" y="187959"/>
                </a:lnTo>
                <a:lnTo>
                  <a:pt x="252494" y="190499"/>
                </a:lnTo>
                <a:lnTo>
                  <a:pt x="253414" y="193039"/>
                </a:lnTo>
                <a:lnTo>
                  <a:pt x="253873" y="196849"/>
                </a:lnTo>
                <a:lnTo>
                  <a:pt x="253279" y="198119"/>
                </a:lnTo>
                <a:lnTo>
                  <a:pt x="253107" y="198119"/>
                </a:lnTo>
                <a:lnTo>
                  <a:pt x="271466" y="215899"/>
                </a:lnTo>
                <a:lnTo>
                  <a:pt x="269506" y="215899"/>
                </a:lnTo>
                <a:lnTo>
                  <a:pt x="269812" y="218439"/>
                </a:lnTo>
                <a:lnTo>
                  <a:pt x="273107" y="218439"/>
                </a:lnTo>
                <a:lnTo>
                  <a:pt x="272686" y="219709"/>
                </a:lnTo>
                <a:lnTo>
                  <a:pt x="267820" y="219709"/>
                </a:lnTo>
                <a:lnTo>
                  <a:pt x="268950" y="222249"/>
                </a:lnTo>
                <a:lnTo>
                  <a:pt x="243528" y="222249"/>
                </a:lnTo>
                <a:lnTo>
                  <a:pt x="243145" y="223519"/>
                </a:lnTo>
                <a:lnTo>
                  <a:pt x="244755" y="224789"/>
                </a:lnTo>
                <a:lnTo>
                  <a:pt x="246287" y="226059"/>
                </a:lnTo>
                <a:lnTo>
                  <a:pt x="247973" y="227329"/>
                </a:lnTo>
                <a:lnTo>
                  <a:pt x="252188" y="229869"/>
                </a:lnTo>
                <a:lnTo>
                  <a:pt x="256479" y="233679"/>
                </a:lnTo>
                <a:lnTo>
                  <a:pt x="260617" y="236219"/>
                </a:lnTo>
                <a:lnTo>
                  <a:pt x="262533" y="237489"/>
                </a:lnTo>
                <a:lnTo>
                  <a:pt x="264295" y="238759"/>
                </a:lnTo>
                <a:lnTo>
                  <a:pt x="266287" y="241299"/>
                </a:lnTo>
                <a:lnTo>
                  <a:pt x="265751" y="241299"/>
                </a:lnTo>
                <a:lnTo>
                  <a:pt x="263222" y="242569"/>
                </a:lnTo>
                <a:close/>
              </a:path>
              <a:path w="313690" h="275590">
                <a:moveTo>
                  <a:pt x="171594" y="214629"/>
                </a:moveTo>
                <a:lnTo>
                  <a:pt x="142147" y="214629"/>
                </a:lnTo>
                <a:lnTo>
                  <a:pt x="142147" y="191769"/>
                </a:lnTo>
                <a:lnTo>
                  <a:pt x="141688" y="191769"/>
                </a:lnTo>
                <a:lnTo>
                  <a:pt x="141458" y="190499"/>
                </a:lnTo>
                <a:lnTo>
                  <a:pt x="172903" y="190499"/>
                </a:lnTo>
                <a:lnTo>
                  <a:pt x="171997" y="201929"/>
                </a:lnTo>
                <a:lnTo>
                  <a:pt x="171896" y="203199"/>
                </a:lnTo>
                <a:lnTo>
                  <a:pt x="171863" y="204469"/>
                </a:lnTo>
                <a:lnTo>
                  <a:pt x="171762" y="208279"/>
                </a:lnTo>
                <a:lnTo>
                  <a:pt x="171661" y="212089"/>
                </a:lnTo>
                <a:lnTo>
                  <a:pt x="171594" y="214629"/>
                </a:lnTo>
                <a:close/>
              </a:path>
              <a:path w="313690" h="275590">
                <a:moveTo>
                  <a:pt x="272265" y="217169"/>
                </a:moveTo>
                <a:lnTo>
                  <a:pt x="271958" y="217169"/>
                </a:lnTo>
                <a:lnTo>
                  <a:pt x="269506" y="215899"/>
                </a:lnTo>
                <a:lnTo>
                  <a:pt x="271466" y="215899"/>
                </a:lnTo>
                <a:lnTo>
                  <a:pt x="272265" y="217169"/>
                </a:lnTo>
                <a:close/>
              </a:path>
              <a:path w="313690" h="275590">
                <a:moveTo>
                  <a:pt x="272265" y="220979"/>
                </a:moveTo>
                <a:lnTo>
                  <a:pt x="267820" y="219709"/>
                </a:lnTo>
                <a:lnTo>
                  <a:pt x="272686" y="219709"/>
                </a:lnTo>
                <a:lnTo>
                  <a:pt x="272265" y="220979"/>
                </a:lnTo>
                <a:close/>
              </a:path>
              <a:path w="313690" h="275590">
                <a:moveTo>
                  <a:pt x="268740" y="238759"/>
                </a:moveTo>
                <a:lnTo>
                  <a:pt x="267130" y="237489"/>
                </a:lnTo>
                <a:lnTo>
                  <a:pt x="262762" y="234949"/>
                </a:lnTo>
                <a:lnTo>
                  <a:pt x="258471" y="231139"/>
                </a:lnTo>
                <a:lnTo>
                  <a:pt x="254103" y="229869"/>
                </a:lnTo>
                <a:lnTo>
                  <a:pt x="251345" y="227329"/>
                </a:lnTo>
                <a:lnTo>
                  <a:pt x="248663" y="224789"/>
                </a:lnTo>
                <a:lnTo>
                  <a:pt x="245827" y="223519"/>
                </a:lnTo>
                <a:lnTo>
                  <a:pt x="244295" y="223519"/>
                </a:lnTo>
                <a:lnTo>
                  <a:pt x="243528" y="222249"/>
                </a:lnTo>
                <a:lnTo>
                  <a:pt x="268950" y="222249"/>
                </a:lnTo>
                <a:lnTo>
                  <a:pt x="271211" y="227329"/>
                </a:lnTo>
                <a:lnTo>
                  <a:pt x="265751" y="227329"/>
                </a:lnTo>
                <a:lnTo>
                  <a:pt x="269531" y="231139"/>
                </a:lnTo>
                <a:lnTo>
                  <a:pt x="267897" y="231139"/>
                </a:lnTo>
                <a:lnTo>
                  <a:pt x="269494" y="231755"/>
                </a:lnTo>
                <a:lnTo>
                  <a:pt x="269825" y="232303"/>
                </a:lnTo>
                <a:lnTo>
                  <a:pt x="270115" y="232617"/>
                </a:lnTo>
                <a:lnTo>
                  <a:pt x="271268" y="233679"/>
                </a:lnTo>
                <a:lnTo>
                  <a:pt x="271651" y="234949"/>
                </a:lnTo>
                <a:lnTo>
                  <a:pt x="269966" y="237489"/>
                </a:lnTo>
                <a:lnTo>
                  <a:pt x="268740" y="238759"/>
                </a:lnTo>
                <a:close/>
              </a:path>
              <a:path w="313690" h="275590">
                <a:moveTo>
                  <a:pt x="272341" y="229869"/>
                </a:moveTo>
                <a:lnTo>
                  <a:pt x="271728" y="229869"/>
                </a:lnTo>
                <a:lnTo>
                  <a:pt x="266058" y="227329"/>
                </a:lnTo>
                <a:lnTo>
                  <a:pt x="271211" y="227329"/>
                </a:lnTo>
                <a:lnTo>
                  <a:pt x="272341" y="229869"/>
                </a:lnTo>
                <a:close/>
              </a:path>
              <a:path w="313690" h="275590">
                <a:moveTo>
                  <a:pt x="269494" y="231755"/>
                </a:moveTo>
                <a:lnTo>
                  <a:pt x="267897" y="231139"/>
                </a:lnTo>
                <a:lnTo>
                  <a:pt x="269123" y="231139"/>
                </a:lnTo>
                <a:lnTo>
                  <a:pt x="269494" y="231755"/>
                </a:lnTo>
                <a:close/>
              </a:path>
              <a:path w="313690" h="275590">
                <a:moveTo>
                  <a:pt x="271731" y="232617"/>
                </a:moveTo>
                <a:lnTo>
                  <a:pt x="269494" y="231755"/>
                </a:lnTo>
                <a:lnTo>
                  <a:pt x="269123" y="231139"/>
                </a:lnTo>
                <a:lnTo>
                  <a:pt x="269531" y="231139"/>
                </a:lnTo>
                <a:lnTo>
                  <a:pt x="271731" y="232617"/>
                </a:lnTo>
                <a:close/>
              </a:path>
              <a:path w="313690" h="275590">
                <a:moveTo>
                  <a:pt x="170194" y="264159"/>
                </a:moveTo>
                <a:lnTo>
                  <a:pt x="168815" y="264159"/>
                </a:lnTo>
                <a:lnTo>
                  <a:pt x="167742" y="262889"/>
                </a:lnTo>
                <a:lnTo>
                  <a:pt x="170462" y="262889"/>
                </a:lnTo>
                <a:lnTo>
                  <a:pt x="170194" y="264159"/>
                </a:lnTo>
                <a:close/>
              </a:path>
            </a:pathLst>
          </a:custGeom>
          <a:solidFill>
            <a:srgbClr val="86CD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2414922" y="5050548"/>
            <a:ext cx="313690" cy="275590"/>
          </a:xfrm>
          <a:custGeom>
            <a:avLst/>
            <a:gdLst/>
            <a:ahLst/>
            <a:cxnLst/>
            <a:rect l="l" t="t" r="r" b="b"/>
            <a:pathLst>
              <a:path w="313690" h="275589">
                <a:moveTo>
                  <a:pt x="145443" y="87629"/>
                </a:moveTo>
                <a:lnTo>
                  <a:pt x="136860" y="87629"/>
                </a:lnTo>
                <a:lnTo>
                  <a:pt x="137166" y="86359"/>
                </a:lnTo>
                <a:lnTo>
                  <a:pt x="138966" y="58419"/>
                </a:lnTo>
                <a:lnTo>
                  <a:pt x="139048" y="57149"/>
                </a:lnTo>
                <a:lnTo>
                  <a:pt x="139130" y="55879"/>
                </a:lnTo>
                <a:lnTo>
                  <a:pt x="139212" y="54609"/>
                </a:lnTo>
                <a:lnTo>
                  <a:pt x="139608" y="48259"/>
                </a:lnTo>
                <a:lnTo>
                  <a:pt x="139686" y="46989"/>
                </a:lnTo>
                <a:lnTo>
                  <a:pt x="139759" y="45796"/>
                </a:lnTo>
                <a:lnTo>
                  <a:pt x="139841" y="44449"/>
                </a:lnTo>
                <a:lnTo>
                  <a:pt x="139919" y="43179"/>
                </a:lnTo>
                <a:lnTo>
                  <a:pt x="139996" y="41909"/>
                </a:lnTo>
                <a:lnTo>
                  <a:pt x="140074" y="40639"/>
                </a:lnTo>
                <a:lnTo>
                  <a:pt x="140151" y="39369"/>
                </a:lnTo>
                <a:lnTo>
                  <a:pt x="140229" y="38099"/>
                </a:lnTo>
                <a:lnTo>
                  <a:pt x="140306" y="36829"/>
                </a:lnTo>
                <a:lnTo>
                  <a:pt x="140384" y="35559"/>
                </a:lnTo>
                <a:lnTo>
                  <a:pt x="145979" y="2539"/>
                </a:lnTo>
                <a:lnTo>
                  <a:pt x="147358" y="0"/>
                </a:lnTo>
                <a:lnTo>
                  <a:pt x="149274" y="0"/>
                </a:lnTo>
                <a:lnTo>
                  <a:pt x="151343" y="1269"/>
                </a:lnTo>
                <a:lnTo>
                  <a:pt x="153412" y="5079"/>
                </a:lnTo>
                <a:lnTo>
                  <a:pt x="176452" y="5079"/>
                </a:lnTo>
                <a:lnTo>
                  <a:pt x="176937" y="6349"/>
                </a:lnTo>
                <a:lnTo>
                  <a:pt x="177550" y="7619"/>
                </a:lnTo>
                <a:lnTo>
                  <a:pt x="178010" y="8889"/>
                </a:lnTo>
                <a:lnTo>
                  <a:pt x="178776" y="10159"/>
                </a:lnTo>
                <a:lnTo>
                  <a:pt x="179389" y="12699"/>
                </a:lnTo>
                <a:lnTo>
                  <a:pt x="181458" y="12699"/>
                </a:lnTo>
                <a:lnTo>
                  <a:pt x="182761" y="16509"/>
                </a:lnTo>
                <a:lnTo>
                  <a:pt x="184031" y="29209"/>
                </a:lnTo>
                <a:lnTo>
                  <a:pt x="184234" y="31749"/>
                </a:lnTo>
                <a:lnTo>
                  <a:pt x="184336" y="33019"/>
                </a:lnTo>
                <a:lnTo>
                  <a:pt x="184437" y="34289"/>
                </a:lnTo>
                <a:lnTo>
                  <a:pt x="184539" y="35559"/>
                </a:lnTo>
                <a:lnTo>
                  <a:pt x="184640" y="36829"/>
                </a:lnTo>
                <a:lnTo>
                  <a:pt x="184741" y="38099"/>
                </a:lnTo>
                <a:lnTo>
                  <a:pt x="184843" y="39369"/>
                </a:lnTo>
                <a:lnTo>
                  <a:pt x="184944" y="40639"/>
                </a:lnTo>
                <a:lnTo>
                  <a:pt x="185046" y="41909"/>
                </a:lnTo>
                <a:lnTo>
                  <a:pt x="185147" y="43179"/>
                </a:lnTo>
                <a:lnTo>
                  <a:pt x="185249" y="44449"/>
                </a:lnTo>
                <a:lnTo>
                  <a:pt x="185356" y="45796"/>
                </a:lnTo>
                <a:lnTo>
                  <a:pt x="185452" y="46989"/>
                </a:lnTo>
                <a:lnTo>
                  <a:pt x="185549" y="48259"/>
                </a:lnTo>
                <a:lnTo>
                  <a:pt x="185646" y="49529"/>
                </a:lnTo>
                <a:lnTo>
                  <a:pt x="185743" y="50799"/>
                </a:lnTo>
                <a:lnTo>
                  <a:pt x="185841" y="52069"/>
                </a:lnTo>
                <a:lnTo>
                  <a:pt x="185938" y="53339"/>
                </a:lnTo>
                <a:lnTo>
                  <a:pt x="186035" y="54609"/>
                </a:lnTo>
                <a:lnTo>
                  <a:pt x="186133" y="55879"/>
                </a:lnTo>
                <a:lnTo>
                  <a:pt x="186516" y="57149"/>
                </a:lnTo>
                <a:lnTo>
                  <a:pt x="231361" y="57149"/>
                </a:lnTo>
                <a:lnTo>
                  <a:pt x="216403" y="77469"/>
                </a:lnTo>
                <a:lnTo>
                  <a:pt x="145443" y="77469"/>
                </a:lnTo>
                <a:lnTo>
                  <a:pt x="145443" y="87629"/>
                </a:lnTo>
                <a:close/>
              </a:path>
              <a:path w="313690" h="275589">
                <a:moveTo>
                  <a:pt x="176452" y="5079"/>
                </a:moveTo>
                <a:lnTo>
                  <a:pt x="153412" y="5079"/>
                </a:lnTo>
                <a:lnTo>
                  <a:pt x="154638" y="3809"/>
                </a:lnTo>
                <a:lnTo>
                  <a:pt x="154561" y="2539"/>
                </a:lnTo>
                <a:lnTo>
                  <a:pt x="154485" y="1269"/>
                </a:lnTo>
                <a:lnTo>
                  <a:pt x="157167" y="0"/>
                </a:lnTo>
                <a:lnTo>
                  <a:pt x="160309" y="0"/>
                </a:lnTo>
                <a:lnTo>
                  <a:pt x="162837" y="1269"/>
                </a:lnTo>
                <a:lnTo>
                  <a:pt x="168125" y="1269"/>
                </a:lnTo>
                <a:lnTo>
                  <a:pt x="170884" y="2539"/>
                </a:lnTo>
                <a:lnTo>
                  <a:pt x="173182" y="3809"/>
                </a:lnTo>
                <a:lnTo>
                  <a:pt x="175481" y="3809"/>
                </a:lnTo>
                <a:lnTo>
                  <a:pt x="176452" y="5079"/>
                </a:lnTo>
                <a:close/>
              </a:path>
              <a:path w="313690" h="275589">
                <a:moveTo>
                  <a:pt x="168125" y="1269"/>
                </a:moveTo>
                <a:lnTo>
                  <a:pt x="162837" y="1269"/>
                </a:lnTo>
                <a:lnTo>
                  <a:pt x="165673" y="0"/>
                </a:lnTo>
                <a:lnTo>
                  <a:pt x="168125" y="1269"/>
                </a:lnTo>
                <a:close/>
              </a:path>
              <a:path w="313690" h="275589">
                <a:moveTo>
                  <a:pt x="181458" y="12699"/>
                </a:moveTo>
                <a:lnTo>
                  <a:pt x="179389" y="12699"/>
                </a:lnTo>
                <a:lnTo>
                  <a:pt x="179926" y="11429"/>
                </a:lnTo>
                <a:lnTo>
                  <a:pt x="178930" y="7619"/>
                </a:lnTo>
                <a:lnTo>
                  <a:pt x="180309" y="7619"/>
                </a:lnTo>
                <a:lnTo>
                  <a:pt x="180462" y="8889"/>
                </a:lnTo>
                <a:lnTo>
                  <a:pt x="181458" y="12699"/>
                </a:lnTo>
                <a:close/>
              </a:path>
              <a:path w="313690" h="275589">
                <a:moveTo>
                  <a:pt x="231361" y="57149"/>
                </a:moveTo>
                <a:lnTo>
                  <a:pt x="186516" y="57149"/>
                </a:lnTo>
                <a:lnTo>
                  <a:pt x="189734" y="53339"/>
                </a:lnTo>
                <a:lnTo>
                  <a:pt x="192800" y="49529"/>
                </a:lnTo>
                <a:lnTo>
                  <a:pt x="195788" y="46989"/>
                </a:lnTo>
                <a:lnTo>
                  <a:pt x="198087" y="43179"/>
                </a:lnTo>
                <a:lnTo>
                  <a:pt x="200079" y="40639"/>
                </a:lnTo>
                <a:lnTo>
                  <a:pt x="202838" y="39369"/>
                </a:lnTo>
                <a:lnTo>
                  <a:pt x="207819" y="35559"/>
                </a:lnTo>
                <a:lnTo>
                  <a:pt x="211344" y="31749"/>
                </a:lnTo>
                <a:lnTo>
                  <a:pt x="215712" y="26669"/>
                </a:lnTo>
                <a:lnTo>
                  <a:pt x="217704" y="25399"/>
                </a:lnTo>
                <a:lnTo>
                  <a:pt x="219467" y="22859"/>
                </a:lnTo>
                <a:lnTo>
                  <a:pt x="220923" y="20319"/>
                </a:lnTo>
                <a:lnTo>
                  <a:pt x="223911" y="16509"/>
                </a:lnTo>
                <a:lnTo>
                  <a:pt x="227436" y="12699"/>
                </a:lnTo>
                <a:lnTo>
                  <a:pt x="231881" y="10159"/>
                </a:lnTo>
                <a:lnTo>
                  <a:pt x="233413" y="8889"/>
                </a:lnTo>
                <a:lnTo>
                  <a:pt x="234256" y="8889"/>
                </a:lnTo>
                <a:lnTo>
                  <a:pt x="235942" y="7619"/>
                </a:lnTo>
                <a:lnTo>
                  <a:pt x="237168" y="8889"/>
                </a:lnTo>
                <a:lnTo>
                  <a:pt x="237475" y="10159"/>
                </a:lnTo>
                <a:lnTo>
                  <a:pt x="252749" y="10159"/>
                </a:lnTo>
                <a:lnTo>
                  <a:pt x="253260" y="11429"/>
                </a:lnTo>
                <a:lnTo>
                  <a:pt x="255406" y="11429"/>
                </a:lnTo>
                <a:lnTo>
                  <a:pt x="255789" y="12699"/>
                </a:lnTo>
                <a:lnTo>
                  <a:pt x="256019" y="13969"/>
                </a:lnTo>
                <a:lnTo>
                  <a:pt x="255942" y="15239"/>
                </a:lnTo>
                <a:lnTo>
                  <a:pt x="255636" y="16509"/>
                </a:lnTo>
                <a:lnTo>
                  <a:pt x="255253" y="19049"/>
                </a:lnTo>
                <a:lnTo>
                  <a:pt x="254716" y="20319"/>
                </a:lnTo>
                <a:lnTo>
                  <a:pt x="257694" y="20319"/>
                </a:lnTo>
                <a:lnTo>
                  <a:pt x="257168" y="22859"/>
                </a:lnTo>
                <a:lnTo>
                  <a:pt x="254333" y="26669"/>
                </a:lnTo>
                <a:lnTo>
                  <a:pt x="250961" y="31749"/>
                </a:lnTo>
                <a:lnTo>
                  <a:pt x="231361" y="57149"/>
                </a:lnTo>
                <a:close/>
              </a:path>
              <a:path w="313690" h="275589">
                <a:moveTo>
                  <a:pt x="244908" y="8889"/>
                </a:moveTo>
                <a:lnTo>
                  <a:pt x="240157" y="8889"/>
                </a:lnTo>
                <a:lnTo>
                  <a:pt x="241689" y="7619"/>
                </a:lnTo>
                <a:lnTo>
                  <a:pt x="243682" y="7619"/>
                </a:lnTo>
                <a:lnTo>
                  <a:pt x="244908" y="8889"/>
                </a:lnTo>
                <a:close/>
              </a:path>
              <a:path w="313690" h="275589">
                <a:moveTo>
                  <a:pt x="252749" y="10159"/>
                </a:moveTo>
                <a:lnTo>
                  <a:pt x="237475" y="10159"/>
                </a:lnTo>
                <a:lnTo>
                  <a:pt x="239314" y="8889"/>
                </a:lnTo>
                <a:lnTo>
                  <a:pt x="252494" y="8889"/>
                </a:lnTo>
                <a:lnTo>
                  <a:pt x="252749" y="10159"/>
                </a:lnTo>
                <a:close/>
              </a:path>
              <a:path w="313690" h="275589">
                <a:moveTo>
                  <a:pt x="257694" y="20319"/>
                </a:moveTo>
                <a:lnTo>
                  <a:pt x="255253" y="20319"/>
                </a:lnTo>
                <a:lnTo>
                  <a:pt x="258011" y="15239"/>
                </a:lnTo>
                <a:lnTo>
                  <a:pt x="258548" y="15239"/>
                </a:lnTo>
                <a:lnTo>
                  <a:pt x="258548" y="16509"/>
                </a:lnTo>
                <a:lnTo>
                  <a:pt x="258395" y="16509"/>
                </a:lnTo>
                <a:lnTo>
                  <a:pt x="257694" y="20319"/>
                </a:lnTo>
                <a:close/>
              </a:path>
              <a:path w="313690" h="275589">
                <a:moveTo>
                  <a:pt x="81916" y="38099"/>
                </a:moveTo>
                <a:lnTo>
                  <a:pt x="76629" y="38099"/>
                </a:lnTo>
                <a:lnTo>
                  <a:pt x="75480" y="35559"/>
                </a:lnTo>
                <a:lnTo>
                  <a:pt x="74254" y="34289"/>
                </a:lnTo>
                <a:lnTo>
                  <a:pt x="73104" y="31749"/>
                </a:lnTo>
                <a:lnTo>
                  <a:pt x="74790" y="31749"/>
                </a:lnTo>
                <a:lnTo>
                  <a:pt x="76936" y="34289"/>
                </a:lnTo>
                <a:lnTo>
                  <a:pt x="81916" y="38099"/>
                </a:lnTo>
                <a:close/>
              </a:path>
              <a:path w="313690" h="275589">
                <a:moveTo>
                  <a:pt x="88552" y="44449"/>
                </a:moveTo>
                <a:lnTo>
                  <a:pt x="62223" y="44449"/>
                </a:lnTo>
                <a:lnTo>
                  <a:pt x="61303" y="43179"/>
                </a:lnTo>
                <a:lnTo>
                  <a:pt x="60460" y="41909"/>
                </a:lnTo>
                <a:lnTo>
                  <a:pt x="58506" y="39369"/>
                </a:lnTo>
                <a:lnTo>
                  <a:pt x="70499" y="39369"/>
                </a:lnTo>
                <a:lnTo>
                  <a:pt x="69503" y="38099"/>
                </a:lnTo>
                <a:lnTo>
                  <a:pt x="67357" y="34289"/>
                </a:lnTo>
                <a:lnTo>
                  <a:pt x="68813" y="33019"/>
                </a:lnTo>
                <a:lnTo>
                  <a:pt x="69962" y="33019"/>
                </a:lnTo>
                <a:lnTo>
                  <a:pt x="71418" y="34289"/>
                </a:lnTo>
                <a:lnTo>
                  <a:pt x="72951" y="35559"/>
                </a:lnTo>
                <a:lnTo>
                  <a:pt x="74713" y="38099"/>
                </a:lnTo>
                <a:lnTo>
                  <a:pt x="81916" y="38099"/>
                </a:lnTo>
                <a:lnTo>
                  <a:pt x="82746" y="39369"/>
                </a:lnTo>
                <a:lnTo>
                  <a:pt x="88552" y="44449"/>
                </a:lnTo>
                <a:close/>
              </a:path>
              <a:path w="313690" h="275589">
                <a:moveTo>
                  <a:pt x="70499" y="39369"/>
                </a:moveTo>
                <a:lnTo>
                  <a:pt x="58698" y="39369"/>
                </a:lnTo>
                <a:lnTo>
                  <a:pt x="59847" y="38099"/>
                </a:lnTo>
                <a:lnTo>
                  <a:pt x="61456" y="38099"/>
                </a:lnTo>
                <a:lnTo>
                  <a:pt x="62989" y="36829"/>
                </a:lnTo>
                <a:lnTo>
                  <a:pt x="64675" y="35559"/>
                </a:lnTo>
                <a:lnTo>
                  <a:pt x="66667" y="35559"/>
                </a:lnTo>
                <a:lnTo>
                  <a:pt x="67893" y="36829"/>
                </a:lnTo>
                <a:lnTo>
                  <a:pt x="70499" y="39369"/>
                </a:lnTo>
                <a:close/>
              </a:path>
              <a:path w="313690" h="275589">
                <a:moveTo>
                  <a:pt x="103959" y="58419"/>
                </a:moveTo>
                <a:lnTo>
                  <a:pt x="60154" y="58419"/>
                </a:lnTo>
                <a:lnTo>
                  <a:pt x="60843" y="57149"/>
                </a:lnTo>
                <a:lnTo>
                  <a:pt x="60307" y="57149"/>
                </a:lnTo>
                <a:lnTo>
                  <a:pt x="53564" y="48259"/>
                </a:lnTo>
                <a:lnTo>
                  <a:pt x="51955" y="45796"/>
                </a:lnTo>
                <a:lnTo>
                  <a:pt x="54560" y="43179"/>
                </a:lnTo>
                <a:lnTo>
                  <a:pt x="56016" y="41909"/>
                </a:lnTo>
                <a:lnTo>
                  <a:pt x="56859" y="43179"/>
                </a:lnTo>
                <a:lnTo>
                  <a:pt x="60230" y="43179"/>
                </a:lnTo>
                <a:lnTo>
                  <a:pt x="60767" y="44449"/>
                </a:lnTo>
                <a:lnTo>
                  <a:pt x="88552" y="44449"/>
                </a:lnTo>
                <a:lnTo>
                  <a:pt x="99317" y="54609"/>
                </a:lnTo>
                <a:lnTo>
                  <a:pt x="103959" y="58419"/>
                </a:lnTo>
                <a:close/>
              </a:path>
              <a:path w="313690" h="275589">
                <a:moveTo>
                  <a:pt x="60230" y="43179"/>
                </a:moveTo>
                <a:lnTo>
                  <a:pt x="58621" y="43179"/>
                </a:lnTo>
                <a:lnTo>
                  <a:pt x="58161" y="41909"/>
                </a:lnTo>
                <a:lnTo>
                  <a:pt x="60230" y="43179"/>
                </a:lnTo>
                <a:close/>
              </a:path>
              <a:path w="313690" h="275589">
                <a:moveTo>
                  <a:pt x="52519" y="52069"/>
                </a:moveTo>
                <a:lnTo>
                  <a:pt x="50882" y="52069"/>
                </a:lnTo>
                <a:lnTo>
                  <a:pt x="49349" y="49529"/>
                </a:lnTo>
                <a:lnTo>
                  <a:pt x="49655" y="49529"/>
                </a:lnTo>
                <a:lnTo>
                  <a:pt x="52519" y="52069"/>
                </a:lnTo>
                <a:close/>
              </a:path>
              <a:path w="313690" h="275589">
                <a:moveTo>
                  <a:pt x="13793" y="171449"/>
                </a:moveTo>
                <a:lnTo>
                  <a:pt x="8812" y="168909"/>
                </a:lnTo>
                <a:lnTo>
                  <a:pt x="4214" y="166369"/>
                </a:lnTo>
                <a:lnTo>
                  <a:pt x="842" y="165099"/>
                </a:lnTo>
                <a:lnTo>
                  <a:pt x="0" y="161289"/>
                </a:lnTo>
                <a:lnTo>
                  <a:pt x="1455" y="157479"/>
                </a:lnTo>
                <a:lnTo>
                  <a:pt x="3065" y="153669"/>
                </a:lnTo>
                <a:lnTo>
                  <a:pt x="6360" y="152399"/>
                </a:lnTo>
                <a:lnTo>
                  <a:pt x="9961" y="149859"/>
                </a:lnTo>
                <a:lnTo>
                  <a:pt x="16628" y="147319"/>
                </a:lnTo>
                <a:lnTo>
                  <a:pt x="30268" y="140969"/>
                </a:lnTo>
                <a:lnTo>
                  <a:pt x="35939" y="140969"/>
                </a:lnTo>
                <a:lnTo>
                  <a:pt x="38697" y="138429"/>
                </a:lnTo>
                <a:lnTo>
                  <a:pt x="41609" y="138429"/>
                </a:lnTo>
                <a:lnTo>
                  <a:pt x="44368" y="137159"/>
                </a:lnTo>
                <a:lnTo>
                  <a:pt x="47280" y="135889"/>
                </a:lnTo>
                <a:lnTo>
                  <a:pt x="64866" y="129539"/>
                </a:lnTo>
                <a:lnTo>
                  <a:pt x="82453" y="124459"/>
                </a:lnTo>
                <a:lnTo>
                  <a:pt x="89809" y="121919"/>
                </a:lnTo>
                <a:lnTo>
                  <a:pt x="97242" y="120649"/>
                </a:lnTo>
                <a:lnTo>
                  <a:pt x="104676" y="118109"/>
                </a:lnTo>
                <a:lnTo>
                  <a:pt x="105518" y="118109"/>
                </a:lnTo>
                <a:lnTo>
                  <a:pt x="106285" y="116839"/>
                </a:lnTo>
                <a:lnTo>
                  <a:pt x="98928" y="111759"/>
                </a:lnTo>
                <a:lnTo>
                  <a:pt x="87284" y="100329"/>
                </a:lnTo>
                <a:lnTo>
                  <a:pt x="53717" y="67309"/>
                </a:lnTo>
                <a:lnTo>
                  <a:pt x="47280" y="57149"/>
                </a:lnTo>
                <a:lnTo>
                  <a:pt x="46514" y="55879"/>
                </a:lnTo>
                <a:lnTo>
                  <a:pt x="46590" y="54609"/>
                </a:lnTo>
                <a:lnTo>
                  <a:pt x="46667" y="53339"/>
                </a:lnTo>
                <a:lnTo>
                  <a:pt x="48583" y="50799"/>
                </a:lnTo>
                <a:lnTo>
                  <a:pt x="50652" y="52069"/>
                </a:lnTo>
                <a:lnTo>
                  <a:pt x="52519" y="52069"/>
                </a:lnTo>
                <a:lnTo>
                  <a:pt x="60154" y="58419"/>
                </a:lnTo>
                <a:lnTo>
                  <a:pt x="103959" y="58419"/>
                </a:lnTo>
                <a:lnTo>
                  <a:pt x="134868" y="86359"/>
                </a:lnTo>
                <a:lnTo>
                  <a:pt x="135404" y="87629"/>
                </a:lnTo>
                <a:lnTo>
                  <a:pt x="145443" y="87629"/>
                </a:lnTo>
                <a:lnTo>
                  <a:pt x="145443" y="95249"/>
                </a:lnTo>
                <a:lnTo>
                  <a:pt x="277359" y="95249"/>
                </a:lnTo>
                <a:lnTo>
                  <a:pt x="259544" y="102869"/>
                </a:lnTo>
                <a:lnTo>
                  <a:pt x="235348" y="111759"/>
                </a:lnTo>
                <a:lnTo>
                  <a:pt x="223207" y="115569"/>
                </a:lnTo>
                <a:lnTo>
                  <a:pt x="211037" y="120649"/>
                </a:lnTo>
                <a:lnTo>
                  <a:pt x="185826" y="129539"/>
                </a:lnTo>
                <a:lnTo>
                  <a:pt x="184983" y="129539"/>
                </a:lnTo>
                <a:lnTo>
                  <a:pt x="186669" y="130809"/>
                </a:lnTo>
                <a:lnTo>
                  <a:pt x="181305" y="130809"/>
                </a:lnTo>
                <a:lnTo>
                  <a:pt x="181075" y="132079"/>
                </a:lnTo>
                <a:lnTo>
                  <a:pt x="208231" y="153669"/>
                </a:lnTo>
                <a:lnTo>
                  <a:pt x="108047" y="153669"/>
                </a:lnTo>
                <a:lnTo>
                  <a:pt x="104292" y="154939"/>
                </a:lnTo>
                <a:lnTo>
                  <a:pt x="78775" y="160019"/>
                </a:lnTo>
                <a:lnTo>
                  <a:pt x="70556" y="161289"/>
                </a:lnTo>
                <a:lnTo>
                  <a:pt x="62338" y="163829"/>
                </a:lnTo>
                <a:lnTo>
                  <a:pt x="45901" y="167639"/>
                </a:lnTo>
                <a:lnTo>
                  <a:pt x="19234" y="170179"/>
                </a:lnTo>
                <a:lnTo>
                  <a:pt x="13793" y="171449"/>
                </a:lnTo>
                <a:close/>
              </a:path>
              <a:path w="313690" h="275589">
                <a:moveTo>
                  <a:pt x="300234" y="69849"/>
                </a:moveTo>
                <a:lnTo>
                  <a:pt x="292188" y="69849"/>
                </a:lnTo>
                <a:lnTo>
                  <a:pt x="293567" y="68579"/>
                </a:lnTo>
                <a:lnTo>
                  <a:pt x="296403" y="68579"/>
                </a:lnTo>
                <a:lnTo>
                  <a:pt x="300234" y="69849"/>
                </a:lnTo>
                <a:close/>
              </a:path>
              <a:path w="313690" h="275589">
                <a:moveTo>
                  <a:pt x="277359" y="95249"/>
                </a:moveTo>
                <a:lnTo>
                  <a:pt x="203988" y="95249"/>
                </a:lnTo>
                <a:lnTo>
                  <a:pt x="204302" y="94849"/>
                </a:lnTo>
                <a:lnTo>
                  <a:pt x="204932" y="93944"/>
                </a:lnTo>
                <a:lnTo>
                  <a:pt x="206329" y="93944"/>
                </a:lnTo>
                <a:lnTo>
                  <a:pt x="277705" y="72389"/>
                </a:lnTo>
                <a:lnTo>
                  <a:pt x="280694" y="72389"/>
                </a:lnTo>
                <a:lnTo>
                  <a:pt x="283529" y="71119"/>
                </a:lnTo>
                <a:lnTo>
                  <a:pt x="286518" y="69849"/>
                </a:lnTo>
                <a:lnTo>
                  <a:pt x="300234" y="69849"/>
                </a:lnTo>
                <a:lnTo>
                  <a:pt x="304449" y="68579"/>
                </a:lnTo>
                <a:lnTo>
                  <a:pt x="308051" y="72389"/>
                </a:lnTo>
                <a:lnTo>
                  <a:pt x="310349" y="73659"/>
                </a:lnTo>
                <a:lnTo>
                  <a:pt x="310924" y="73659"/>
                </a:lnTo>
                <a:lnTo>
                  <a:pt x="311039" y="74929"/>
                </a:lnTo>
                <a:lnTo>
                  <a:pt x="313568" y="74929"/>
                </a:lnTo>
                <a:lnTo>
                  <a:pt x="313108" y="77469"/>
                </a:lnTo>
                <a:lnTo>
                  <a:pt x="312572" y="81279"/>
                </a:lnTo>
                <a:lnTo>
                  <a:pt x="309736" y="82549"/>
                </a:lnTo>
                <a:lnTo>
                  <a:pt x="306978" y="83819"/>
                </a:lnTo>
                <a:lnTo>
                  <a:pt x="277359" y="95249"/>
                </a:lnTo>
                <a:close/>
              </a:path>
              <a:path w="313690" h="275589">
                <a:moveTo>
                  <a:pt x="310924" y="73659"/>
                </a:moveTo>
                <a:lnTo>
                  <a:pt x="310349" y="73659"/>
                </a:lnTo>
                <a:lnTo>
                  <a:pt x="310809" y="72389"/>
                </a:lnTo>
                <a:lnTo>
                  <a:pt x="310924" y="73659"/>
                </a:lnTo>
                <a:close/>
              </a:path>
              <a:path w="313690" h="275589">
                <a:moveTo>
                  <a:pt x="203988" y="95249"/>
                </a:moveTo>
                <a:lnTo>
                  <a:pt x="145596" y="95249"/>
                </a:lnTo>
                <a:lnTo>
                  <a:pt x="145596" y="77469"/>
                </a:lnTo>
                <a:lnTo>
                  <a:pt x="216403" y="77469"/>
                </a:lnTo>
                <a:lnTo>
                  <a:pt x="204302" y="94849"/>
                </a:lnTo>
                <a:lnTo>
                  <a:pt x="203988" y="95249"/>
                </a:lnTo>
                <a:close/>
              </a:path>
              <a:path w="313690" h="275589">
                <a:moveTo>
                  <a:pt x="232064" y="170179"/>
                </a:moveTo>
                <a:lnTo>
                  <a:pt x="227896" y="170179"/>
                </a:lnTo>
                <a:lnTo>
                  <a:pt x="228279" y="168909"/>
                </a:lnTo>
                <a:lnTo>
                  <a:pt x="226747" y="167639"/>
                </a:lnTo>
                <a:lnTo>
                  <a:pt x="225291" y="166369"/>
                </a:lnTo>
                <a:lnTo>
                  <a:pt x="223681" y="165099"/>
                </a:lnTo>
                <a:lnTo>
                  <a:pt x="213553" y="157479"/>
                </a:lnTo>
                <a:lnTo>
                  <a:pt x="183068" y="130809"/>
                </a:lnTo>
                <a:lnTo>
                  <a:pt x="186669" y="130809"/>
                </a:lnTo>
                <a:lnTo>
                  <a:pt x="187512" y="132079"/>
                </a:lnTo>
                <a:lnTo>
                  <a:pt x="189964" y="134619"/>
                </a:lnTo>
                <a:lnTo>
                  <a:pt x="199668" y="142239"/>
                </a:lnTo>
                <a:lnTo>
                  <a:pt x="221306" y="161289"/>
                </a:lnTo>
                <a:lnTo>
                  <a:pt x="227128" y="165099"/>
                </a:lnTo>
                <a:lnTo>
                  <a:pt x="232064" y="170179"/>
                </a:lnTo>
                <a:close/>
              </a:path>
              <a:path w="313690" h="275589">
                <a:moveTo>
                  <a:pt x="81687" y="227329"/>
                </a:moveTo>
                <a:lnTo>
                  <a:pt x="79158" y="226059"/>
                </a:lnTo>
                <a:lnTo>
                  <a:pt x="77549" y="224789"/>
                </a:lnTo>
                <a:lnTo>
                  <a:pt x="72951" y="224789"/>
                </a:lnTo>
                <a:lnTo>
                  <a:pt x="68813" y="222249"/>
                </a:lnTo>
                <a:lnTo>
                  <a:pt x="69196" y="219709"/>
                </a:lnTo>
                <a:lnTo>
                  <a:pt x="69732" y="215899"/>
                </a:lnTo>
                <a:lnTo>
                  <a:pt x="70039" y="212089"/>
                </a:lnTo>
                <a:lnTo>
                  <a:pt x="71648" y="209549"/>
                </a:lnTo>
                <a:lnTo>
                  <a:pt x="75729" y="201929"/>
                </a:lnTo>
                <a:lnTo>
                  <a:pt x="79924" y="195579"/>
                </a:lnTo>
                <a:lnTo>
                  <a:pt x="84235" y="189229"/>
                </a:lnTo>
                <a:lnTo>
                  <a:pt x="93072" y="175259"/>
                </a:lnTo>
                <a:lnTo>
                  <a:pt x="97635" y="168909"/>
                </a:lnTo>
                <a:lnTo>
                  <a:pt x="106898" y="156209"/>
                </a:lnTo>
                <a:lnTo>
                  <a:pt x="107204" y="156209"/>
                </a:lnTo>
                <a:lnTo>
                  <a:pt x="107511" y="154939"/>
                </a:lnTo>
                <a:lnTo>
                  <a:pt x="108047" y="153669"/>
                </a:lnTo>
                <a:lnTo>
                  <a:pt x="208231" y="153669"/>
                </a:lnTo>
                <a:lnTo>
                  <a:pt x="227896" y="170179"/>
                </a:lnTo>
                <a:lnTo>
                  <a:pt x="232064" y="170179"/>
                </a:lnTo>
                <a:lnTo>
                  <a:pt x="240228" y="177799"/>
                </a:lnTo>
                <a:lnTo>
                  <a:pt x="132109" y="177799"/>
                </a:lnTo>
                <a:lnTo>
                  <a:pt x="130423" y="179069"/>
                </a:lnTo>
                <a:lnTo>
                  <a:pt x="128661" y="181609"/>
                </a:lnTo>
                <a:lnTo>
                  <a:pt x="127051" y="182879"/>
                </a:lnTo>
                <a:lnTo>
                  <a:pt x="114570" y="198119"/>
                </a:lnTo>
                <a:lnTo>
                  <a:pt x="108355" y="204469"/>
                </a:lnTo>
                <a:lnTo>
                  <a:pt x="98469" y="217169"/>
                </a:lnTo>
                <a:lnTo>
                  <a:pt x="96476" y="218439"/>
                </a:lnTo>
                <a:lnTo>
                  <a:pt x="95940" y="219709"/>
                </a:lnTo>
                <a:lnTo>
                  <a:pt x="92568" y="219709"/>
                </a:lnTo>
                <a:lnTo>
                  <a:pt x="90576" y="220979"/>
                </a:lnTo>
                <a:lnTo>
                  <a:pt x="88813" y="223519"/>
                </a:lnTo>
                <a:lnTo>
                  <a:pt x="84905" y="223519"/>
                </a:lnTo>
                <a:lnTo>
                  <a:pt x="84445" y="224789"/>
                </a:lnTo>
                <a:lnTo>
                  <a:pt x="81687" y="227329"/>
                </a:lnTo>
                <a:close/>
              </a:path>
              <a:path w="313690" h="275589">
                <a:moveTo>
                  <a:pt x="161611" y="275589"/>
                </a:moveTo>
                <a:lnTo>
                  <a:pt x="143807" y="275589"/>
                </a:lnTo>
                <a:lnTo>
                  <a:pt x="141841" y="273049"/>
                </a:lnTo>
                <a:lnTo>
                  <a:pt x="140921" y="267969"/>
                </a:lnTo>
                <a:lnTo>
                  <a:pt x="139695" y="264159"/>
                </a:lnTo>
                <a:lnTo>
                  <a:pt x="137656" y="253999"/>
                </a:lnTo>
                <a:lnTo>
                  <a:pt x="136027" y="246379"/>
                </a:lnTo>
                <a:lnTo>
                  <a:pt x="134814" y="237489"/>
                </a:lnTo>
                <a:lnTo>
                  <a:pt x="134025" y="227329"/>
                </a:lnTo>
                <a:lnTo>
                  <a:pt x="133963" y="226059"/>
                </a:lnTo>
                <a:lnTo>
                  <a:pt x="133841" y="223519"/>
                </a:lnTo>
                <a:lnTo>
                  <a:pt x="133719" y="220979"/>
                </a:lnTo>
                <a:lnTo>
                  <a:pt x="133596" y="218439"/>
                </a:lnTo>
                <a:lnTo>
                  <a:pt x="133474" y="215899"/>
                </a:lnTo>
                <a:lnTo>
                  <a:pt x="133357" y="212089"/>
                </a:lnTo>
                <a:lnTo>
                  <a:pt x="133241" y="208279"/>
                </a:lnTo>
                <a:lnTo>
                  <a:pt x="133124" y="204469"/>
                </a:lnTo>
                <a:lnTo>
                  <a:pt x="133095" y="203199"/>
                </a:lnTo>
                <a:lnTo>
                  <a:pt x="132978" y="198119"/>
                </a:lnTo>
                <a:lnTo>
                  <a:pt x="132861" y="193039"/>
                </a:lnTo>
                <a:lnTo>
                  <a:pt x="132763" y="189229"/>
                </a:lnTo>
                <a:lnTo>
                  <a:pt x="132645" y="180339"/>
                </a:lnTo>
                <a:lnTo>
                  <a:pt x="132415" y="179069"/>
                </a:lnTo>
                <a:lnTo>
                  <a:pt x="132109" y="177799"/>
                </a:lnTo>
                <a:lnTo>
                  <a:pt x="240228" y="177799"/>
                </a:lnTo>
                <a:lnTo>
                  <a:pt x="241041" y="179069"/>
                </a:lnTo>
                <a:lnTo>
                  <a:pt x="174332" y="179069"/>
                </a:lnTo>
                <a:lnTo>
                  <a:pt x="173872" y="182879"/>
                </a:lnTo>
                <a:lnTo>
                  <a:pt x="173489" y="186689"/>
                </a:lnTo>
                <a:lnTo>
                  <a:pt x="173029" y="189229"/>
                </a:lnTo>
                <a:lnTo>
                  <a:pt x="172903" y="190499"/>
                </a:lnTo>
                <a:lnTo>
                  <a:pt x="141151" y="190499"/>
                </a:lnTo>
                <a:lnTo>
                  <a:pt x="141151" y="214629"/>
                </a:lnTo>
                <a:lnTo>
                  <a:pt x="171594" y="214629"/>
                </a:lnTo>
                <a:lnTo>
                  <a:pt x="171721" y="227329"/>
                </a:lnTo>
                <a:lnTo>
                  <a:pt x="171833" y="231755"/>
                </a:lnTo>
                <a:lnTo>
                  <a:pt x="172401" y="246379"/>
                </a:lnTo>
                <a:lnTo>
                  <a:pt x="172493" y="248919"/>
                </a:lnTo>
                <a:lnTo>
                  <a:pt x="171803" y="253999"/>
                </a:lnTo>
                <a:lnTo>
                  <a:pt x="171343" y="259079"/>
                </a:lnTo>
                <a:lnTo>
                  <a:pt x="171113" y="260349"/>
                </a:lnTo>
                <a:lnTo>
                  <a:pt x="170730" y="261619"/>
                </a:lnTo>
                <a:lnTo>
                  <a:pt x="170462" y="262889"/>
                </a:lnTo>
                <a:lnTo>
                  <a:pt x="167435" y="262889"/>
                </a:lnTo>
                <a:lnTo>
                  <a:pt x="166822" y="264159"/>
                </a:lnTo>
                <a:lnTo>
                  <a:pt x="165136" y="267969"/>
                </a:lnTo>
                <a:lnTo>
                  <a:pt x="164063" y="269239"/>
                </a:lnTo>
                <a:lnTo>
                  <a:pt x="163757" y="270509"/>
                </a:lnTo>
                <a:lnTo>
                  <a:pt x="162761" y="271779"/>
                </a:lnTo>
                <a:lnTo>
                  <a:pt x="161688" y="271779"/>
                </a:lnTo>
                <a:lnTo>
                  <a:pt x="161765" y="274319"/>
                </a:lnTo>
                <a:lnTo>
                  <a:pt x="161611" y="275589"/>
                </a:lnTo>
                <a:close/>
              </a:path>
              <a:path w="313690" h="275589">
                <a:moveTo>
                  <a:pt x="263222" y="242569"/>
                </a:moveTo>
                <a:lnTo>
                  <a:pt x="258778" y="242569"/>
                </a:lnTo>
                <a:lnTo>
                  <a:pt x="256632" y="241299"/>
                </a:lnTo>
                <a:lnTo>
                  <a:pt x="254640" y="240029"/>
                </a:lnTo>
                <a:lnTo>
                  <a:pt x="246201" y="234949"/>
                </a:lnTo>
                <a:lnTo>
                  <a:pt x="237992" y="229869"/>
                </a:lnTo>
                <a:lnTo>
                  <a:pt x="229984" y="223519"/>
                </a:lnTo>
                <a:lnTo>
                  <a:pt x="222149" y="217169"/>
                </a:lnTo>
                <a:lnTo>
                  <a:pt x="217704" y="214629"/>
                </a:lnTo>
                <a:lnTo>
                  <a:pt x="212953" y="212089"/>
                </a:lnTo>
                <a:lnTo>
                  <a:pt x="208585" y="208279"/>
                </a:lnTo>
                <a:lnTo>
                  <a:pt x="182761" y="186689"/>
                </a:lnTo>
                <a:lnTo>
                  <a:pt x="180462" y="184149"/>
                </a:lnTo>
                <a:lnTo>
                  <a:pt x="178317" y="181609"/>
                </a:lnTo>
                <a:lnTo>
                  <a:pt x="176094" y="180339"/>
                </a:lnTo>
                <a:lnTo>
                  <a:pt x="175481" y="179069"/>
                </a:lnTo>
                <a:lnTo>
                  <a:pt x="241041" y="179069"/>
                </a:lnTo>
                <a:lnTo>
                  <a:pt x="244295" y="181609"/>
                </a:lnTo>
                <a:lnTo>
                  <a:pt x="246210" y="184149"/>
                </a:lnTo>
                <a:lnTo>
                  <a:pt x="247896" y="185419"/>
                </a:lnTo>
                <a:lnTo>
                  <a:pt x="249812" y="187959"/>
                </a:lnTo>
                <a:lnTo>
                  <a:pt x="252494" y="190499"/>
                </a:lnTo>
                <a:lnTo>
                  <a:pt x="253414" y="193039"/>
                </a:lnTo>
                <a:lnTo>
                  <a:pt x="253873" y="196849"/>
                </a:lnTo>
                <a:lnTo>
                  <a:pt x="253279" y="198119"/>
                </a:lnTo>
                <a:lnTo>
                  <a:pt x="253107" y="198119"/>
                </a:lnTo>
                <a:lnTo>
                  <a:pt x="271466" y="215899"/>
                </a:lnTo>
                <a:lnTo>
                  <a:pt x="269506" y="215899"/>
                </a:lnTo>
                <a:lnTo>
                  <a:pt x="269812" y="218439"/>
                </a:lnTo>
                <a:lnTo>
                  <a:pt x="273107" y="218439"/>
                </a:lnTo>
                <a:lnTo>
                  <a:pt x="272686" y="219709"/>
                </a:lnTo>
                <a:lnTo>
                  <a:pt x="267820" y="219709"/>
                </a:lnTo>
                <a:lnTo>
                  <a:pt x="268950" y="222249"/>
                </a:lnTo>
                <a:lnTo>
                  <a:pt x="243528" y="222249"/>
                </a:lnTo>
                <a:lnTo>
                  <a:pt x="243145" y="223519"/>
                </a:lnTo>
                <a:lnTo>
                  <a:pt x="244755" y="224789"/>
                </a:lnTo>
                <a:lnTo>
                  <a:pt x="246287" y="226059"/>
                </a:lnTo>
                <a:lnTo>
                  <a:pt x="247973" y="227329"/>
                </a:lnTo>
                <a:lnTo>
                  <a:pt x="252188" y="229869"/>
                </a:lnTo>
                <a:lnTo>
                  <a:pt x="256479" y="233679"/>
                </a:lnTo>
                <a:lnTo>
                  <a:pt x="260617" y="236219"/>
                </a:lnTo>
                <a:lnTo>
                  <a:pt x="262533" y="237489"/>
                </a:lnTo>
                <a:lnTo>
                  <a:pt x="264295" y="238759"/>
                </a:lnTo>
                <a:lnTo>
                  <a:pt x="266287" y="241299"/>
                </a:lnTo>
                <a:lnTo>
                  <a:pt x="265751" y="241299"/>
                </a:lnTo>
                <a:lnTo>
                  <a:pt x="263222" y="242569"/>
                </a:lnTo>
                <a:close/>
              </a:path>
              <a:path w="313690" h="275589">
                <a:moveTo>
                  <a:pt x="171594" y="214629"/>
                </a:moveTo>
                <a:lnTo>
                  <a:pt x="142147" y="214629"/>
                </a:lnTo>
                <a:lnTo>
                  <a:pt x="142147" y="191769"/>
                </a:lnTo>
                <a:lnTo>
                  <a:pt x="141688" y="191769"/>
                </a:lnTo>
                <a:lnTo>
                  <a:pt x="141458" y="190499"/>
                </a:lnTo>
                <a:lnTo>
                  <a:pt x="172903" y="190499"/>
                </a:lnTo>
                <a:lnTo>
                  <a:pt x="171997" y="201929"/>
                </a:lnTo>
                <a:lnTo>
                  <a:pt x="171896" y="203199"/>
                </a:lnTo>
                <a:lnTo>
                  <a:pt x="171863" y="204469"/>
                </a:lnTo>
                <a:lnTo>
                  <a:pt x="171762" y="208279"/>
                </a:lnTo>
                <a:lnTo>
                  <a:pt x="171661" y="212089"/>
                </a:lnTo>
                <a:lnTo>
                  <a:pt x="171594" y="214629"/>
                </a:lnTo>
                <a:close/>
              </a:path>
              <a:path w="313690" h="275589">
                <a:moveTo>
                  <a:pt x="272265" y="217169"/>
                </a:moveTo>
                <a:lnTo>
                  <a:pt x="271958" y="217169"/>
                </a:lnTo>
                <a:lnTo>
                  <a:pt x="269506" y="215899"/>
                </a:lnTo>
                <a:lnTo>
                  <a:pt x="271466" y="215899"/>
                </a:lnTo>
                <a:lnTo>
                  <a:pt x="272265" y="217169"/>
                </a:lnTo>
                <a:close/>
              </a:path>
              <a:path w="313690" h="275589">
                <a:moveTo>
                  <a:pt x="272265" y="220979"/>
                </a:moveTo>
                <a:lnTo>
                  <a:pt x="267820" y="219709"/>
                </a:lnTo>
                <a:lnTo>
                  <a:pt x="272686" y="219709"/>
                </a:lnTo>
                <a:lnTo>
                  <a:pt x="272265" y="220979"/>
                </a:lnTo>
                <a:close/>
              </a:path>
              <a:path w="313690" h="275589">
                <a:moveTo>
                  <a:pt x="268740" y="238759"/>
                </a:moveTo>
                <a:lnTo>
                  <a:pt x="267130" y="237489"/>
                </a:lnTo>
                <a:lnTo>
                  <a:pt x="262762" y="234949"/>
                </a:lnTo>
                <a:lnTo>
                  <a:pt x="258471" y="231139"/>
                </a:lnTo>
                <a:lnTo>
                  <a:pt x="254103" y="229869"/>
                </a:lnTo>
                <a:lnTo>
                  <a:pt x="251345" y="227329"/>
                </a:lnTo>
                <a:lnTo>
                  <a:pt x="248663" y="224789"/>
                </a:lnTo>
                <a:lnTo>
                  <a:pt x="245827" y="223519"/>
                </a:lnTo>
                <a:lnTo>
                  <a:pt x="244295" y="223519"/>
                </a:lnTo>
                <a:lnTo>
                  <a:pt x="243528" y="222249"/>
                </a:lnTo>
                <a:lnTo>
                  <a:pt x="268950" y="222249"/>
                </a:lnTo>
                <a:lnTo>
                  <a:pt x="271211" y="227329"/>
                </a:lnTo>
                <a:lnTo>
                  <a:pt x="265751" y="227329"/>
                </a:lnTo>
                <a:lnTo>
                  <a:pt x="269531" y="231139"/>
                </a:lnTo>
                <a:lnTo>
                  <a:pt x="267897" y="231139"/>
                </a:lnTo>
                <a:lnTo>
                  <a:pt x="269494" y="231755"/>
                </a:lnTo>
                <a:lnTo>
                  <a:pt x="269825" y="232303"/>
                </a:lnTo>
                <a:lnTo>
                  <a:pt x="270115" y="232617"/>
                </a:lnTo>
                <a:lnTo>
                  <a:pt x="271268" y="233679"/>
                </a:lnTo>
                <a:lnTo>
                  <a:pt x="271651" y="234949"/>
                </a:lnTo>
                <a:lnTo>
                  <a:pt x="269966" y="237489"/>
                </a:lnTo>
                <a:lnTo>
                  <a:pt x="268740" y="238759"/>
                </a:lnTo>
                <a:close/>
              </a:path>
              <a:path w="313690" h="275589">
                <a:moveTo>
                  <a:pt x="272341" y="229869"/>
                </a:moveTo>
                <a:lnTo>
                  <a:pt x="271728" y="229869"/>
                </a:lnTo>
                <a:lnTo>
                  <a:pt x="266058" y="227329"/>
                </a:lnTo>
                <a:lnTo>
                  <a:pt x="271211" y="227329"/>
                </a:lnTo>
                <a:lnTo>
                  <a:pt x="272341" y="229869"/>
                </a:lnTo>
                <a:close/>
              </a:path>
              <a:path w="313690" h="275589">
                <a:moveTo>
                  <a:pt x="269494" y="231755"/>
                </a:moveTo>
                <a:lnTo>
                  <a:pt x="267897" y="231139"/>
                </a:lnTo>
                <a:lnTo>
                  <a:pt x="269123" y="231139"/>
                </a:lnTo>
                <a:lnTo>
                  <a:pt x="269494" y="231755"/>
                </a:lnTo>
                <a:close/>
              </a:path>
              <a:path w="313690" h="275589">
                <a:moveTo>
                  <a:pt x="271731" y="232617"/>
                </a:moveTo>
                <a:lnTo>
                  <a:pt x="269494" y="231755"/>
                </a:lnTo>
                <a:lnTo>
                  <a:pt x="269123" y="231139"/>
                </a:lnTo>
                <a:lnTo>
                  <a:pt x="269531" y="231139"/>
                </a:lnTo>
                <a:lnTo>
                  <a:pt x="271731" y="232617"/>
                </a:lnTo>
                <a:close/>
              </a:path>
              <a:path w="313690" h="275589">
                <a:moveTo>
                  <a:pt x="170194" y="264159"/>
                </a:moveTo>
                <a:lnTo>
                  <a:pt x="168815" y="264159"/>
                </a:lnTo>
                <a:lnTo>
                  <a:pt x="167742" y="262889"/>
                </a:lnTo>
                <a:lnTo>
                  <a:pt x="170462" y="262889"/>
                </a:lnTo>
                <a:lnTo>
                  <a:pt x="170194" y="264159"/>
                </a:lnTo>
                <a:close/>
              </a:path>
            </a:pathLst>
          </a:custGeom>
          <a:solidFill>
            <a:srgbClr val="8189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2414922" y="6807638"/>
            <a:ext cx="313690" cy="275590"/>
          </a:xfrm>
          <a:custGeom>
            <a:avLst/>
            <a:gdLst/>
            <a:ahLst/>
            <a:cxnLst/>
            <a:rect l="l" t="t" r="r" b="b"/>
            <a:pathLst>
              <a:path w="313690" h="275590">
                <a:moveTo>
                  <a:pt x="145443" y="87629"/>
                </a:moveTo>
                <a:lnTo>
                  <a:pt x="136860" y="87629"/>
                </a:lnTo>
                <a:lnTo>
                  <a:pt x="137166" y="86359"/>
                </a:lnTo>
                <a:lnTo>
                  <a:pt x="138966" y="58419"/>
                </a:lnTo>
                <a:lnTo>
                  <a:pt x="139048" y="57149"/>
                </a:lnTo>
                <a:lnTo>
                  <a:pt x="139130" y="55879"/>
                </a:lnTo>
                <a:lnTo>
                  <a:pt x="139212" y="54609"/>
                </a:lnTo>
                <a:lnTo>
                  <a:pt x="139608" y="48259"/>
                </a:lnTo>
                <a:lnTo>
                  <a:pt x="139686" y="46989"/>
                </a:lnTo>
                <a:lnTo>
                  <a:pt x="139759" y="45796"/>
                </a:lnTo>
                <a:lnTo>
                  <a:pt x="139841" y="44449"/>
                </a:lnTo>
                <a:lnTo>
                  <a:pt x="139919" y="43179"/>
                </a:lnTo>
                <a:lnTo>
                  <a:pt x="139996" y="41909"/>
                </a:lnTo>
                <a:lnTo>
                  <a:pt x="140074" y="40639"/>
                </a:lnTo>
                <a:lnTo>
                  <a:pt x="140151" y="39369"/>
                </a:lnTo>
                <a:lnTo>
                  <a:pt x="140229" y="38099"/>
                </a:lnTo>
                <a:lnTo>
                  <a:pt x="140306" y="36829"/>
                </a:lnTo>
                <a:lnTo>
                  <a:pt x="140384" y="35559"/>
                </a:lnTo>
                <a:lnTo>
                  <a:pt x="145979" y="2539"/>
                </a:lnTo>
                <a:lnTo>
                  <a:pt x="147358" y="0"/>
                </a:lnTo>
                <a:lnTo>
                  <a:pt x="149274" y="0"/>
                </a:lnTo>
                <a:lnTo>
                  <a:pt x="151343" y="1269"/>
                </a:lnTo>
                <a:lnTo>
                  <a:pt x="153412" y="5079"/>
                </a:lnTo>
                <a:lnTo>
                  <a:pt x="176452" y="5079"/>
                </a:lnTo>
                <a:lnTo>
                  <a:pt x="176937" y="6349"/>
                </a:lnTo>
                <a:lnTo>
                  <a:pt x="177550" y="7619"/>
                </a:lnTo>
                <a:lnTo>
                  <a:pt x="178010" y="8889"/>
                </a:lnTo>
                <a:lnTo>
                  <a:pt x="178776" y="10159"/>
                </a:lnTo>
                <a:lnTo>
                  <a:pt x="179389" y="12699"/>
                </a:lnTo>
                <a:lnTo>
                  <a:pt x="181458" y="12699"/>
                </a:lnTo>
                <a:lnTo>
                  <a:pt x="182761" y="16509"/>
                </a:lnTo>
                <a:lnTo>
                  <a:pt x="184031" y="29209"/>
                </a:lnTo>
                <a:lnTo>
                  <a:pt x="184234" y="31749"/>
                </a:lnTo>
                <a:lnTo>
                  <a:pt x="184336" y="33019"/>
                </a:lnTo>
                <a:lnTo>
                  <a:pt x="184437" y="34289"/>
                </a:lnTo>
                <a:lnTo>
                  <a:pt x="184539" y="35559"/>
                </a:lnTo>
                <a:lnTo>
                  <a:pt x="184640" y="36829"/>
                </a:lnTo>
                <a:lnTo>
                  <a:pt x="184741" y="38099"/>
                </a:lnTo>
                <a:lnTo>
                  <a:pt x="184843" y="39369"/>
                </a:lnTo>
                <a:lnTo>
                  <a:pt x="184944" y="40639"/>
                </a:lnTo>
                <a:lnTo>
                  <a:pt x="185046" y="41909"/>
                </a:lnTo>
                <a:lnTo>
                  <a:pt x="185147" y="43179"/>
                </a:lnTo>
                <a:lnTo>
                  <a:pt x="185249" y="44449"/>
                </a:lnTo>
                <a:lnTo>
                  <a:pt x="185356" y="45796"/>
                </a:lnTo>
                <a:lnTo>
                  <a:pt x="185452" y="46989"/>
                </a:lnTo>
                <a:lnTo>
                  <a:pt x="185549" y="48259"/>
                </a:lnTo>
                <a:lnTo>
                  <a:pt x="185646" y="49529"/>
                </a:lnTo>
                <a:lnTo>
                  <a:pt x="185743" y="50799"/>
                </a:lnTo>
                <a:lnTo>
                  <a:pt x="185841" y="52069"/>
                </a:lnTo>
                <a:lnTo>
                  <a:pt x="185938" y="53339"/>
                </a:lnTo>
                <a:lnTo>
                  <a:pt x="186035" y="54609"/>
                </a:lnTo>
                <a:lnTo>
                  <a:pt x="186133" y="55879"/>
                </a:lnTo>
                <a:lnTo>
                  <a:pt x="186516" y="57149"/>
                </a:lnTo>
                <a:lnTo>
                  <a:pt x="231361" y="57149"/>
                </a:lnTo>
                <a:lnTo>
                  <a:pt x="216403" y="77469"/>
                </a:lnTo>
                <a:lnTo>
                  <a:pt x="145443" y="77469"/>
                </a:lnTo>
                <a:lnTo>
                  <a:pt x="145443" y="87629"/>
                </a:lnTo>
                <a:close/>
              </a:path>
              <a:path w="313690" h="275590">
                <a:moveTo>
                  <a:pt x="176452" y="5079"/>
                </a:moveTo>
                <a:lnTo>
                  <a:pt x="153412" y="5079"/>
                </a:lnTo>
                <a:lnTo>
                  <a:pt x="154638" y="3809"/>
                </a:lnTo>
                <a:lnTo>
                  <a:pt x="154561" y="2539"/>
                </a:lnTo>
                <a:lnTo>
                  <a:pt x="154485" y="1269"/>
                </a:lnTo>
                <a:lnTo>
                  <a:pt x="157167" y="0"/>
                </a:lnTo>
                <a:lnTo>
                  <a:pt x="160309" y="0"/>
                </a:lnTo>
                <a:lnTo>
                  <a:pt x="162837" y="1269"/>
                </a:lnTo>
                <a:lnTo>
                  <a:pt x="168125" y="1269"/>
                </a:lnTo>
                <a:lnTo>
                  <a:pt x="170884" y="2539"/>
                </a:lnTo>
                <a:lnTo>
                  <a:pt x="173182" y="3809"/>
                </a:lnTo>
                <a:lnTo>
                  <a:pt x="175481" y="3809"/>
                </a:lnTo>
                <a:lnTo>
                  <a:pt x="176452" y="5079"/>
                </a:lnTo>
                <a:close/>
              </a:path>
              <a:path w="313690" h="275590">
                <a:moveTo>
                  <a:pt x="168125" y="1269"/>
                </a:moveTo>
                <a:lnTo>
                  <a:pt x="162837" y="1269"/>
                </a:lnTo>
                <a:lnTo>
                  <a:pt x="165673" y="0"/>
                </a:lnTo>
                <a:lnTo>
                  <a:pt x="168125" y="1269"/>
                </a:lnTo>
                <a:close/>
              </a:path>
              <a:path w="313690" h="275590">
                <a:moveTo>
                  <a:pt x="181458" y="12699"/>
                </a:moveTo>
                <a:lnTo>
                  <a:pt x="179389" y="12699"/>
                </a:lnTo>
                <a:lnTo>
                  <a:pt x="179926" y="11429"/>
                </a:lnTo>
                <a:lnTo>
                  <a:pt x="178930" y="7619"/>
                </a:lnTo>
                <a:lnTo>
                  <a:pt x="180309" y="7619"/>
                </a:lnTo>
                <a:lnTo>
                  <a:pt x="180462" y="8889"/>
                </a:lnTo>
                <a:lnTo>
                  <a:pt x="181458" y="12699"/>
                </a:lnTo>
                <a:close/>
              </a:path>
              <a:path w="313690" h="275590">
                <a:moveTo>
                  <a:pt x="231361" y="57149"/>
                </a:moveTo>
                <a:lnTo>
                  <a:pt x="186516" y="57149"/>
                </a:lnTo>
                <a:lnTo>
                  <a:pt x="189734" y="53339"/>
                </a:lnTo>
                <a:lnTo>
                  <a:pt x="192800" y="49529"/>
                </a:lnTo>
                <a:lnTo>
                  <a:pt x="195788" y="46989"/>
                </a:lnTo>
                <a:lnTo>
                  <a:pt x="198087" y="43179"/>
                </a:lnTo>
                <a:lnTo>
                  <a:pt x="200079" y="40639"/>
                </a:lnTo>
                <a:lnTo>
                  <a:pt x="202838" y="39369"/>
                </a:lnTo>
                <a:lnTo>
                  <a:pt x="207819" y="35559"/>
                </a:lnTo>
                <a:lnTo>
                  <a:pt x="211344" y="31749"/>
                </a:lnTo>
                <a:lnTo>
                  <a:pt x="215712" y="26669"/>
                </a:lnTo>
                <a:lnTo>
                  <a:pt x="217704" y="25399"/>
                </a:lnTo>
                <a:lnTo>
                  <a:pt x="219467" y="22859"/>
                </a:lnTo>
                <a:lnTo>
                  <a:pt x="220923" y="20319"/>
                </a:lnTo>
                <a:lnTo>
                  <a:pt x="223911" y="16509"/>
                </a:lnTo>
                <a:lnTo>
                  <a:pt x="227436" y="12699"/>
                </a:lnTo>
                <a:lnTo>
                  <a:pt x="231881" y="10159"/>
                </a:lnTo>
                <a:lnTo>
                  <a:pt x="233413" y="8889"/>
                </a:lnTo>
                <a:lnTo>
                  <a:pt x="234256" y="8889"/>
                </a:lnTo>
                <a:lnTo>
                  <a:pt x="235942" y="7619"/>
                </a:lnTo>
                <a:lnTo>
                  <a:pt x="237168" y="8889"/>
                </a:lnTo>
                <a:lnTo>
                  <a:pt x="237475" y="10159"/>
                </a:lnTo>
                <a:lnTo>
                  <a:pt x="252749" y="10159"/>
                </a:lnTo>
                <a:lnTo>
                  <a:pt x="253260" y="11429"/>
                </a:lnTo>
                <a:lnTo>
                  <a:pt x="255406" y="11429"/>
                </a:lnTo>
                <a:lnTo>
                  <a:pt x="255789" y="12699"/>
                </a:lnTo>
                <a:lnTo>
                  <a:pt x="256019" y="13969"/>
                </a:lnTo>
                <a:lnTo>
                  <a:pt x="255942" y="15239"/>
                </a:lnTo>
                <a:lnTo>
                  <a:pt x="255636" y="16509"/>
                </a:lnTo>
                <a:lnTo>
                  <a:pt x="255253" y="19049"/>
                </a:lnTo>
                <a:lnTo>
                  <a:pt x="254716" y="20319"/>
                </a:lnTo>
                <a:lnTo>
                  <a:pt x="257694" y="20319"/>
                </a:lnTo>
                <a:lnTo>
                  <a:pt x="257168" y="22859"/>
                </a:lnTo>
                <a:lnTo>
                  <a:pt x="254333" y="26669"/>
                </a:lnTo>
                <a:lnTo>
                  <a:pt x="250961" y="31749"/>
                </a:lnTo>
                <a:lnTo>
                  <a:pt x="231361" y="57149"/>
                </a:lnTo>
                <a:close/>
              </a:path>
              <a:path w="313690" h="275590">
                <a:moveTo>
                  <a:pt x="244908" y="8889"/>
                </a:moveTo>
                <a:lnTo>
                  <a:pt x="240157" y="8889"/>
                </a:lnTo>
                <a:lnTo>
                  <a:pt x="241689" y="7619"/>
                </a:lnTo>
                <a:lnTo>
                  <a:pt x="243682" y="7619"/>
                </a:lnTo>
                <a:lnTo>
                  <a:pt x="244908" y="8889"/>
                </a:lnTo>
                <a:close/>
              </a:path>
              <a:path w="313690" h="275590">
                <a:moveTo>
                  <a:pt x="252749" y="10159"/>
                </a:moveTo>
                <a:lnTo>
                  <a:pt x="237475" y="10159"/>
                </a:lnTo>
                <a:lnTo>
                  <a:pt x="239314" y="8889"/>
                </a:lnTo>
                <a:lnTo>
                  <a:pt x="252494" y="8889"/>
                </a:lnTo>
                <a:lnTo>
                  <a:pt x="252749" y="10159"/>
                </a:lnTo>
                <a:close/>
              </a:path>
              <a:path w="313690" h="275590">
                <a:moveTo>
                  <a:pt x="257694" y="20319"/>
                </a:moveTo>
                <a:lnTo>
                  <a:pt x="255253" y="20319"/>
                </a:lnTo>
                <a:lnTo>
                  <a:pt x="258011" y="15239"/>
                </a:lnTo>
                <a:lnTo>
                  <a:pt x="258548" y="15239"/>
                </a:lnTo>
                <a:lnTo>
                  <a:pt x="258548" y="16509"/>
                </a:lnTo>
                <a:lnTo>
                  <a:pt x="258395" y="16509"/>
                </a:lnTo>
                <a:lnTo>
                  <a:pt x="257694" y="20319"/>
                </a:lnTo>
                <a:close/>
              </a:path>
              <a:path w="313690" h="275590">
                <a:moveTo>
                  <a:pt x="81916" y="38099"/>
                </a:moveTo>
                <a:lnTo>
                  <a:pt x="76629" y="38099"/>
                </a:lnTo>
                <a:lnTo>
                  <a:pt x="75480" y="35559"/>
                </a:lnTo>
                <a:lnTo>
                  <a:pt x="74254" y="34289"/>
                </a:lnTo>
                <a:lnTo>
                  <a:pt x="73104" y="31749"/>
                </a:lnTo>
                <a:lnTo>
                  <a:pt x="74790" y="31749"/>
                </a:lnTo>
                <a:lnTo>
                  <a:pt x="76936" y="34289"/>
                </a:lnTo>
                <a:lnTo>
                  <a:pt x="81916" y="38099"/>
                </a:lnTo>
                <a:close/>
              </a:path>
              <a:path w="313690" h="275590">
                <a:moveTo>
                  <a:pt x="88552" y="44449"/>
                </a:moveTo>
                <a:lnTo>
                  <a:pt x="62223" y="44449"/>
                </a:lnTo>
                <a:lnTo>
                  <a:pt x="61303" y="43179"/>
                </a:lnTo>
                <a:lnTo>
                  <a:pt x="60460" y="41909"/>
                </a:lnTo>
                <a:lnTo>
                  <a:pt x="58506" y="39369"/>
                </a:lnTo>
                <a:lnTo>
                  <a:pt x="70499" y="39369"/>
                </a:lnTo>
                <a:lnTo>
                  <a:pt x="69503" y="38099"/>
                </a:lnTo>
                <a:lnTo>
                  <a:pt x="67357" y="34289"/>
                </a:lnTo>
                <a:lnTo>
                  <a:pt x="68813" y="33019"/>
                </a:lnTo>
                <a:lnTo>
                  <a:pt x="69962" y="33019"/>
                </a:lnTo>
                <a:lnTo>
                  <a:pt x="71418" y="34289"/>
                </a:lnTo>
                <a:lnTo>
                  <a:pt x="72951" y="35559"/>
                </a:lnTo>
                <a:lnTo>
                  <a:pt x="74713" y="38099"/>
                </a:lnTo>
                <a:lnTo>
                  <a:pt x="81916" y="38099"/>
                </a:lnTo>
                <a:lnTo>
                  <a:pt x="82746" y="39369"/>
                </a:lnTo>
                <a:lnTo>
                  <a:pt x="88552" y="44449"/>
                </a:lnTo>
                <a:close/>
              </a:path>
              <a:path w="313690" h="275590">
                <a:moveTo>
                  <a:pt x="70499" y="39369"/>
                </a:moveTo>
                <a:lnTo>
                  <a:pt x="58698" y="39369"/>
                </a:lnTo>
                <a:lnTo>
                  <a:pt x="59847" y="38099"/>
                </a:lnTo>
                <a:lnTo>
                  <a:pt x="61456" y="38099"/>
                </a:lnTo>
                <a:lnTo>
                  <a:pt x="62989" y="36829"/>
                </a:lnTo>
                <a:lnTo>
                  <a:pt x="64675" y="35559"/>
                </a:lnTo>
                <a:lnTo>
                  <a:pt x="66667" y="35559"/>
                </a:lnTo>
                <a:lnTo>
                  <a:pt x="67893" y="36829"/>
                </a:lnTo>
                <a:lnTo>
                  <a:pt x="70499" y="39369"/>
                </a:lnTo>
                <a:close/>
              </a:path>
              <a:path w="313690" h="275590">
                <a:moveTo>
                  <a:pt x="103959" y="58419"/>
                </a:moveTo>
                <a:lnTo>
                  <a:pt x="60154" y="58419"/>
                </a:lnTo>
                <a:lnTo>
                  <a:pt x="60843" y="57149"/>
                </a:lnTo>
                <a:lnTo>
                  <a:pt x="60307" y="57149"/>
                </a:lnTo>
                <a:lnTo>
                  <a:pt x="53564" y="48259"/>
                </a:lnTo>
                <a:lnTo>
                  <a:pt x="51955" y="45796"/>
                </a:lnTo>
                <a:lnTo>
                  <a:pt x="54560" y="43179"/>
                </a:lnTo>
                <a:lnTo>
                  <a:pt x="56016" y="41909"/>
                </a:lnTo>
                <a:lnTo>
                  <a:pt x="56859" y="43179"/>
                </a:lnTo>
                <a:lnTo>
                  <a:pt x="60230" y="43179"/>
                </a:lnTo>
                <a:lnTo>
                  <a:pt x="60767" y="44449"/>
                </a:lnTo>
                <a:lnTo>
                  <a:pt x="88552" y="44449"/>
                </a:lnTo>
                <a:lnTo>
                  <a:pt x="99317" y="54609"/>
                </a:lnTo>
                <a:lnTo>
                  <a:pt x="103959" y="58419"/>
                </a:lnTo>
                <a:close/>
              </a:path>
              <a:path w="313690" h="275590">
                <a:moveTo>
                  <a:pt x="60230" y="43179"/>
                </a:moveTo>
                <a:lnTo>
                  <a:pt x="58621" y="43179"/>
                </a:lnTo>
                <a:lnTo>
                  <a:pt x="58161" y="41909"/>
                </a:lnTo>
                <a:lnTo>
                  <a:pt x="60230" y="43179"/>
                </a:lnTo>
                <a:close/>
              </a:path>
              <a:path w="313690" h="275590">
                <a:moveTo>
                  <a:pt x="52519" y="52069"/>
                </a:moveTo>
                <a:lnTo>
                  <a:pt x="50882" y="52069"/>
                </a:lnTo>
                <a:lnTo>
                  <a:pt x="49349" y="49529"/>
                </a:lnTo>
                <a:lnTo>
                  <a:pt x="49655" y="49529"/>
                </a:lnTo>
                <a:lnTo>
                  <a:pt x="52519" y="52069"/>
                </a:lnTo>
                <a:close/>
              </a:path>
              <a:path w="313690" h="275590">
                <a:moveTo>
                  <a:pt x="13793" y="171449"/>
                </a:moveTo>
                <a:lnTo>
                  <a:pt x="8812" y="168909"/>
                </a:lnTo>
                <a:lnTo>
                  <a:pt x="4214" y="166369"/>
                </a:lnTo>
                <a:lnTo>
                  <a:pt x="842" y="165099"/>
                </a:lnTo>
                <a:lnTo>
                  <a:pt x="0" y="161289"/>
                </a:lnTo>
                <a:lnTo>
                  <a:pt x="1455" y="157479"/>
                </a:lnTo>
                <a:lnTo>
                  <a:pt x="3065" y="153669"/>
                </a:lnTo>
                <a:lnTo>
                  <a:pt x="6360" y="152399"/>
                </a:lnTo>
                <a:lnTo>
                  <a:pt x="9961" y="149859"/>
                </a:lnTo>
                <a:lnTo>
                  <a:pt x="16628" y="147319"/>
                </a:lnTo>
                <a:lnTo>
                  <a:pt x="30268" y="140969"/>
                </a:lnTo>
                <a:lnTo>
                  <a:pt x="35939" y="140969"/>
                </a:lnTo>
                <a:lnTo>
                  <a:pt x="38697" y="138429"/>
                </a:lnTo>
                <a:lnTo>
                  <a:pt x="41609" y="138429"/>
                </a:lnTo>
                <a:lnTo>
                  <a:pt x="44368" y="137159"/>
                </a:lnTo>
                <a:lnTo>
                  <a:pt x="47280" y="135889"/>
                </a:lnTo>
                <a:lnTo>
                  <a:pt x="64866" y="129539"/>
                </a:lnTo>
                <a:lnTo>
                  <a:pt x="82453" y="124459"/>
                </a:lnTo>
                <a:lnTo>
                  <a:pt x="89809" y="121919"/>
                </a:lnTo>
                <a:lnTo>
                  <a:pt x="97242" y="120649"/>
                </a:lnTo>
                <a:lnTo>
                  <a:pt x="104676" y="118109"/>
                </a:lnTo>
                <a:lnTo>
                  <a:pt x="105518" y="118109"/>
                </a:lnTo>
                <a:lnTo>
                  <a:pt x="106285" y="116839"/>
                </a:lnTo>
                <a:lnTo>
                  <a:pt x="98928" y="111759"/>
                </a:lnTo>
                <a:lnTo>
                  <a:pt x="87284" y="100329"/>
                </a:lnTo>
                <a:lnTo>
                  <a:pt x="53717" y="67309"/>
                </a:lnTo>
                <a:lnTo>
                  <a:pt x="47280" y="57149"/>
                </a:lnTo>
                <a:lnTo>
                  <a:pt x="46514" y="55879"/>
                </a:lnTo>
                <a:lnTo>
                  <a:pt x="46590" y="54609"/>
                </a:lnTo>
                <a:lnTo>
                  <a:pt x="46667" y="53339"/>
                </a:lnTo>
                <a:lnTo>
                  <a:pt x="48583" y="50799"/>
                </a:lnTo>
                <a:lnTo>
                  <a:pt x="50652" y="52069"/>
                </a:lnTo>
                <a:lnTo>
                  <a:pt x="52519" y="52069"/>
                </a:lnTo>
                <a:lnTo>
                  <a:pt x="60154" y="58419"/>
                </a:lnTo>
                <a:lnTo>
                  <a:pt x="103959" y="58419"/>
                </a:lnTo>
                <a:lnTo>
                  <a:pt x="134868" y="86359"/>
                </a:lnTo>
                <a:lnTo>
                  <a:pt x="135404" y="87629"/>
                </a:lnTo>
                <a:lnTo>
                  <a:pt x="145443" y="87629"/>
                </a:lnTo>
                <a:lnTo>
                  <a:pt x="145443" y="95249"/>
                </a:lnTo>
                <a:lnTo>
                  <a:pt x="277359" y="95249"/>
                </a:lnTo>
                <a:lnTo>
                  <a:pt x="259544" y="102869"/>
                </a:lnTo>
                <a:lnTo>
                  <a:pt x="235348" y="111759"/>
                </a:lnTo>
                <a:lnTo>
                  <a:pt x="223207" y="115569"/>
                </a:lnTo>
                <a:lnTo>
                  <a:pt x="211037" y="120649"/>
                </a:lnTo>
                <a:lnTo>
                  <a:pt x="185826" y="129539"/>
                </a:lnTo>
                <a:lnTo>
                  <a:pt x="184983" y="129539"/>
                </a:lnTo>
                <a:lnTo>
                  <a:pt x="186669" y="130809"/>
                </a:lnTo>
                <a:lnTo>
                  <a:pt x="181305" y="130809"/>
                </a:lnTo>
                <a:lnTo>
                  <a:pt x="181075" y="132079"/>
                </a:lnTo>
                <a:lnTo>
                  <a:pt x="208231" y="153669"/>
                </a:lnTo>
                <a:lnTo>
                  <a:pt x="108047" y="153669"/>
                </a:lnTo>
                <a:lnTo>
                  <a:pt x="104292" y="154939"/>
                </a:lnTo>
                <a:lnTo>
                  <a:pt x="78775" y="160019"/>
                </a:lnTo>
                <a:lnTo>
                  <a:pt x="70556" y="161289"/>
                </a:lnTo>
                <a:lnTo>
                  <a:pt x="62338" y="163829"/>
                </a:lnTo>
                <a:lnTo>
                  <a:pt x="45901" y="167639"/>
                </a:lnTo>
                <a:lnTo>
                  <a:pt x="19234" y="170179"/>
                </a:lnTo>
                <a:lnTo>
                  <a:pt x="13793" y="171449"/>
                </a:lnTo>
                <a:close/>
              </a:path>
              <a:path w="313690" h="275590">
                <a:moveTo>
                  <a:pt x="300234" y="69849"/>
                </a:moveTo>
                <a:lnTo>
                  <a:pt x="292188" y="69849"/>
                </a:lnTo>
                <a:lnTo>
                  <a:pt x="293567" y="68579"/>
                </a:lnTo>
                <a:lnTo>
                  <a:pt x="296403" y="68579"/>
                </a:lnTo>
                <a:lnTo>
                  <a:pt x="300234" y="69849"/>
                </a:lnTo>
                <a:close/>
              </a:path>
              <a:path w="313690" h="275590">
                <a:moveTo>
                  <a:pt x="277359" y="95249"/>
                </a:moveTo>
                <a:lnTo>
                  <a:pt x="203988" y="95249"/>
                </a:lnTo>
                <a:lnTo>
                  <a:pt x="204302" y="94849"/>
                </a:lnTo>
                <a:lnTo>
                  <a:pt x="204932" y="93944"/>
                </a:lnTo>
                <a:lnTo>
                  <a:pt x="206329" y="93944"/>
                </a:lnTo>
                <a:lnTo>
                  <a:pt x="277705" y="72389"/>
                </a:lnTo>
                <a:lnTo>
                  <a:pt x="280694" y="72389"/>
                </a:lnTo>
                <a:lnTo>
                  <a:pt x="283529" y="71119"/>
                </a:lnTo>
                <a:lnTo>
                  <a:pt x="286518" y="69849"/>
                </a:lnTo>
                <a:lnTo>
                  <a:pt x="300234" y="69849"/>
                </a:lnTo>
                <a:lnTo>
                  <a:pt x="304449" y="68579"/>
                </a:lnTo>
                <a:lnTo>
                  <a:pt x="308051" y="72389"/>
                </a:lnTo>
                <a:lnTo>
                  <a:pt x="310349" y="73659"/>
                </a:lnTo>
                <a:lnTo>
                  <a:pt x="310924" y="73659"/>
                </a:lnTo>
                <a:lnTo>
                  <a:pt x="311039" y="74929"/>
                </a:lnTo>
                <a:lnTo>
                  <a:pt x="313568" y="74929"/>
                </a:lnTo>
                <a:lnTo>
                  <a:pt x="313108" y="77469"/>
                </a:lnTo>
                <a:lnTo>
                  <a:pt x="312572" y="81279"/>
                </a:lnTo>
                <a:lnTo>
                  <a:pt x="309736" y="82549"/>
                </a:lnTo>
                <a:lnTo>
                  <a:pt x="306978" y="83819"/>
                </a:lnTo>
                <a:lnTo>
                  <a:pt x="277359" y="95249"/>
                </a:lnTo>
                <a:close/>
              </a:path>
              <a:path w="313690" h="275590">
                <a:moveTo>
                  <a:pt x="310924" y="73659"/>
                </a:moveTo>
                <a:lnTo>
                  <a:pt x="310349" y="73659"/>
                </a:lnTo>
                <a:lnTo>
                  <a:pt x="310809" y="72389"/>
                </a:lnTo>
                <a:lnTo>
                  <a:pt x="310924" y="73659"/>
                </a:lnTo>
                <a:close/>
              </a:path>
              <a:path w="313690" h="275590">
                <a:moveTo>
                  <a:pt x="203988" y="95249"/>
                </a:moveTo>
                <a:lnTo>
                  <a:pt x="145596" y="95249"/>
                </a:lnTo>
                <a:lnTo>
                  <a:pt x="145596" y="77469"/>
                </a:lnTo>
                <a:lnTo>
                  <a:pt x="216403" y="77469"/>
                </a:lnTo>
                <a:lnTo>
                  <a:pt x="204302" y="94849"/>
                </a:lnTo>
                <a:lnTo>
                  <a:pt x="203988" y="95249"/>
                </a:lnTo>
                <a:close/>
              </a:path>
              <a:path w="313690" h="275590">
                <a:moveTo>
                  <a:pt x="232064" y="170179"/>
                </a:moveTo>
                <a:lnTo>
                  <a:pt x="227896" y="170179"/>
                </a:lnTo>
                <a:lnTo>
                  <a:pt x="228279" y="168909"/>
                </a:lnTo>
                <a:lnTo>
                  <a:pt x="226747" y="167639"/>
                </a:lnTo>
                <a:lnTo>
                  <a:pt x="225291" y="166369"/>
                </a:lnTo>
                <a:lnTo>
                  <a:pt x="223681" y="165099"/>
                </a:lnTo>
                <a:lnTo>
                  <a:pt x="213553" y="157479"/>
                </a:lnTo>
                <a:lnTo>
                  <a:pt x="183068" y="130809"/>
                </a:lnTo>
                <a:lnTo>
                  <a:pt x="186669" y="130809"/>
                </a:lnTo>
                <a:lnTo>
                  <a:pt x="187512" y="132079"/>
                </a:lnTo>
                <a:lnTo>
                  <a:pt x="189964" y="134619"/>
                </a:lnTo>
                <a:lnTo>
                  <a:pt x="199668" y="142239"/>
                </a:lnTo>
                <a:lnTo>
                  <a:pt x="221306" y="161289"/>
                </a:lnTo>
                <a:lnTo>
                  <a:pt x="227128" y="165099"/>
                </a:lnTo>
                <a:lnTo>
                  <a:pt x="232064" y="170179"/>
                </a:lnTo>
                <a:close/>
              </a:path>
              <a:path w="313690" h="275590">
                <a:moveTo>
                  <a:pt x="81687" y="227329"/>
                </a:moveTo>
                <a:lnTo>
                  <a:pt x="79158" y="226059"/>
                </a:lnTo>
                <a:lnTo>
                  <a:pt x="77549" y="224789"/>
                </a:lnTo>
                <a:lnTo>
                  <a:pt x="72951" y="224789"/>
                </a:lnTo>
                <a:lnTo>
                  <a:pt x="68813" y="222249"/>
                </a:lnTo>
                <a:lnTo>
                  <a:pt x="69196" y="219709"/>
                </a:lnTo>
                <a:lnTo>
                  <a:pt x="69732" y="215899"/>
                </a:lnTo>
                <a:lnTo>
                  <a:pt x="70039" y="212089"/>
                </a:lnTo>
                <a:lnTo>
                  <a:pt x="71648" y="209549"/>
                </a:lnTo>
                <a:lnTo>
                  <a:pt x="75729" y="201929"/>
                </a:lnTo>
                <a:lnTo>
                  <a:pt x="79924" y="195579"/>
                </a:lnTo>
                <a:lnTo>
                  <a:pt x="84235" y="189229"/>
                </a:lnTo>
                <a:lnTo>
                  <a:pt x="93072" y="175259"/>
                </a:lnTo>
                <a:lnTo>
                  <a:pt x="97635" y="168909"/>
                </a:lnTo>
                <a:lnTo>
                  <a:pt x="106898" y="156209"/>
                </a:lnTo>
                <a:lnTo>
                  <a:pt x="107204" y="156209"/>
                </a:lnTo>
                <a:lnTo>
                  <a:pt x="107511" y="154939"/>
                </a:lnTo>
                <a:lnTo>
                  <a:pt x="108047" y="153669"/>
                </a:lnTo>
                <a:lnTo>
                  <a:pt x="208231" y="153669"/>
                </a:lnTo>
                <a:lnTo>
                  <a:pt x="227896" y="170179"/>
                </a:lnTo>
                <a:lnTo>
                  <a:pt x="232064" y="170179"/>
                </a:lnTo>
                <a:lnTo>
                  <a:pt x="240228" y="177799"/>
                </a:lnTo>
                <a:lnTo>
                  <a:pt x="132109" y="177799"/>
                </a:lnTo>
                <a:lnTo>
                  <a:pt x="130423" y="179069"/>
                </a:lnTo>
                <a:lnTo>
                  <a:pt x="128661" y="181609"/>
                </a:lnTo>
                <a:lnTo>
                  <a:pt x="127051" y="182879"/>
                </a:lnTo>
                <a:lnTo>
                  <a:pt x="114570" y="198119"/>
                </a:lnTo>
                <a:lnTo>
                  <a:pt x="108355" y="204469"/>
                </a:lnTo>
                <a:lnTo>
                  <a:pt x="98469" y="217169"/>
                </a:lnTo>
                <a:lnTo>
                  <a:pt x="96476" y="218439"/>
                </a:lnTo>
                <a:lnTo>
                  <a:pt x="95940" y="219709"/>
                </a:lnTo>
                <a:lnTo>
                  <a:pt x="92568" y="219709"/>
                </a:lnTo>
                <a:lnTo>
                  <a:pt x="90576" y="220979"/>
                </a:lnTo>
                <a:lnTo>
                  <a:pt x="88813" y="223519"/>
                </a:lnTo>
                <a:lnTo>
                  <a:pt x="84905" y="223519"/>
                </a:lnTo>
                <a:lnTo>
                  <a:pt x="84445" y="224789"/>
                </a:lnTo>
                <a:lnTo>
                  <a:pt x="81687" y="227329"/>
                </a:lnTo>
                <a:close/>
              </a:path>
              <a:path w="313690" h="275590">
                <a:moveTo>
                  <a:pt x="161611" y="275589"/>
                </a:moveTo>
                <a:lnTo>
                  <a:pt x="143807" y="275589"/>
                </a:lnTo>
                <a:lnTo>
                  <a:pt x="141841" y="273049"/>
                </a:lnTo>
                <a:lnTo>
                  <a:pt x="140921" y="267969"/>
                </a:lnTo>
                <a:lnTo>
                  <a:pt x="139695" y="264159"/>
                </a:lnTo>
                <a:lnTo>
                  <a:pt x="137656" y="253999"/>
                </a:lnTo>
                <a:lnTo>
                  <a:pt x="136027" y="246379"/>
                </a:lnTo>
                <a:lnTo>
                  <a:pt x="134814" y="237489"/>
                </a:lnTo>
                <a:lnTo>
                  <a:pt x="134025" y="227329"/>
                </a:lnTo>
                <a:lnTo>
                  <a:pt x="133963" y="226059"/>
                </a:lnTo>
                <a:lnTo>
                  <a:pt x="133841" y="223519"/>
                </a:lnTo>
                <a:lnTo>
                  <a:pt x="133719" y="220979"/>
                </a:lnTo>
                <a:lnTo>
                  <a:pt x="133596" y="218439"/>
                </a:lnTo>
                <a:lnTo>
                  <a:pt x="133474" y="215899"/>
                </a:lnTo>
                <a:lnTo>
                  <a:pt x="133357" y="212089"/>
                </a:lnTo>
                <a:lnTo>
                  <a:pt x="133241" y="208279"/>
                </a:lnTo>
                <a:lnTo>
                  <a:pt x="133124" y="204469"/>
                </a:lnTo>
                <a:lnTo>
                  <a:pt x="133095" y="203199"/>
                </a:lnTo>
                <a:lnTo>
                  <a:pt x="132978" y="198119"/>
                </a:lnTo>
                <a:lnTo>
                  <a:pt x="132861" y="193039"/>
                </a:lnTo>
                <a:lnTo>
                  <a:pt x="132763" y="189229"/>
                </a:lnTo>
                <a:lnTo>
                  <a:pt x="132645" y="180339"/>
                </a:lnTo>
                <a:lnTo>
                  <a:pt x="132415" y="179069"/>
                </a:lnTo>
                <a:lnTo>
                  <a:pt x="132109" y="177799"/>
                </a:lnTo>
                <a:lnTo>
                  <a:pt x="240228" y="177799"/>
                </a:lnTo>
                <a:lnTo>
                  <a:pt x="241041" y="179069"/>
                </a:lnTo>
                <a:lnTo>
                  <a:pt x="174332" y="179069"/>
                </a:lnTo>
                <a:lnTo>
                  <a:pt x="173872" y="182879"/>
                </a:lnTo>
                <a:lnTo>
                  <a:pt x="173489" y="186689"/>
                </a:lnTo>
                <a:lnTo>
                  <a:pt x="173029" y="189229"/>
                </a:lnTo>
                <a:lnTo>
                  <a:pt x="172903" y="190499"/>
                </a:lnTo>
                <a:lnTo>
                  <a:pt x="141151" y="190499"/>
                </a:lnTo>
                <a:lnTo>
                  <a:pt x="141151" y="214629"/>
                </a:lnTo>
                <a:lnTo>
                  <a:pt x="171594" y="214629"/>
                </a:lnTo>
                <a:lnTo>
                  <a:pt x="171721" y="227329"/>
                </a:lnTo>
                <a:lnTo>
                  <a:pt x="171833" y="231755"/>
                </a:lnTo>
                <a:lnTo>
                  <a:pt x="172401" y="246379"/>
                </a:lnTo>
                <a:lnTo>
                  <a:pt x="172493" y="248919"/>
                </a:lnTo>
                <a:lnTo>
                  <a:pt x="171803" y="253999"/>
                </a:lnTo>
                <a:lnTo>
                  <a:pt x="171343" y="259079"/>
                </a:lnTo>
                <a:lnTo>
                  <a:pt x="171113" y="260349"/>
                </a:lnTo>
                <a:lnTo>
                  <a:pt x="170730" y="261619"/>
                </a:lnTo>
                <a:lnTo>
                  <a:pt x="170462" y="262889"/>
                </a:lnTo>
                <a:lnTo>
                  <a:pt x="167435" y="262889"/>
                </a:lnTo>
                <a:lnTo>
                  <a:pt x="166822" y="264159"/>
                </a:lnTo>
                <a:lnTo>
                  <a:pt x="165136" y="267969"/>
                </a:lnTo>
                <a:lnTo>
                  <a:pt x="164063" y="269239"/>
                </a:lnTo>
                <a:lnTo>
                  <a:pt x="163757" y="270509"/>
                </a:lnTo>
                <a:lnTo>
                  <a:pt x="162761" y="271779"/>
                </a:lnTo>
                <a:lnTo>
                  <a:pt x="161688" y="271779"/>
                </a:lnTo>
                <a:lnTo>
                  <a:pt x="161765" y="274319"/>
                </a:lnTo>
                <a:lnTo>
                  <a:pt x="161611" y="275589"/>
                </a:lnTo>
                <a:close/>
              </a:path>
              <a:path w="313690" h="275590">
                <a:moveTo>
                  <a:pt x="263222" y="242569"/>
                </a:moveTo>
                <a:lnTo>
                  <a:pt x="258778" y="242569"/>
                </a:lnTo>
                <a:lnTo>
                  <a:pt x="256632" y="241299"/>
                </a:lnTo>
                <a:lnTo>
                  <a:pt x="254640" y="240029"/>
                </a:lnTo>
                <a:lnTo>
                  <a:pt x="246201" y="234949"/>
                </a:lnTo>
                <a:lnTo>
                  <a:pt x="237992" y="229869"/>
                </a:lnTo>
                <a:lnTo>
                  <a:pt x="229984" y="223519"/>
                </a:lnTo>
                <a:lnTo>
                  <a:pt x="222149" y="217169"/>
                </a:lnTo>
                <a:lnTo>
                  <a:pt x="217704" y="214629"/>
                </a:lnTo>
                <a:lnTo>
                  <a:pt x="212953" y="212089"/>
                </a:lnTo>
                <a:lnTo>
                  <a:pt x="208585" y="208279"/>
                </a:lnTo>
                <a:lnTo>
                  <a:pt x="182761" y="186689"/>
                </a:lnTo>
                <a:lnTo>
                  <a:pt x="180462" y="184149"/>
                </a:lnTo>
                <a:lnTo>
                  <a:pt x="178317" y="181609"/>
                </a:lnTo>
                <a:lnTo>
                  <a:pt x="176094" y="180339"/>
                </a:lnTo>
                <a:lnTo>
                  <a:pt x="175481" y="179069"/>
                </a:lnTo>
                <a:lnTo>
                  <a:pt x="241041" y="179069"/>
                </a:lnTo>
                <a:lnTo>
                  <a:pt x="244295" y="181609"/>
                </a:lnTo>
                <a:lnTo>
                  <a:pt x="246210" y="184149"/>
                </a:lnTo>
                <a:lnTo>
                  <a:pt x="247896" y="185419"/>
                </a:lnTo>
                <a:lnTo>
                  <a:pt x="249812" y="187959"/>
                </a:lnTo>
                <a:lnTo>
                  <a:pt x="252494" y="190499"/>
                </a:lnTo>
                <a:lnTo>
                  <a:pt x="253414" y="193039"/>
                </a:lnTo>
                <a:lnTo>
                  <a:pt x="253873" y="196849"/>
                </a:lnTo>
                <a:lnTo>
                  <a:pt x="253279" y="198119"/>
                </a:lnTo>
                <a:lnTo>
                  <a:pt x="253107" y="198119"/>
                </a:lnTo>
                <a:lnTo>
                  <a:pt x="271466" y="215899"/>
                </a:lnTo>
                <a:lnTo>
                  <a:pt x="269506" y="215899"/>
                </a:lnTo>
                <a:lnTo>
                  <a:pt x="269812" y="218439"/>
                </a:lnTo>
                <a:lnTo>
                  <a:pt x="273107" y="218439"/>
                </a:lnTo>
                <a:lnTo>
                  <a:pt x="272686" y="219709"/>
                </a:lnTo>
                <a:lnTo>
                  <a:pt x="267820" y="219709"/>
                </a:lnTo>
                <a:lnTo>
                  <a:pt x="268950" y="222249"/>
                </a:lnTo>
                <a:lnTo>
                  <a:pt x="243528" y="222249"/>
                </a:lnTo>
                <a:lnTo>
                  <a:pt x="243145" y="223519"/>
                </a:lnTo>
                <a:lnTo>
                  <a:pt x="244755" y="224789"/>
                </a:lnTo>
                <a:lnTo>
                  <a:pt x="246287" y="226059"/>
                </a:lnTo>
                <a:lnTo>
                  <a:pt x="247973" y="227329"/>
                </a:lnTo>
                <a:lnTo>
                  <a:pt x="252188" y="229869"/>
                </a:lnTo>
                <a:lnTo>
                  <a:pt x="256479" y="233679"/>
                </a:lnTo>
                <a:lnTo>
                  <a:pt x="260617" y="236219"/>
                </a:lnTo>
                <a:lnTo>
                  <a:pt x="262533" y="237489"/>
                </a:lnTo>
                <a:lnTo>
                  <a:pt x="264295" y="238759"/>
                </a:lnTo>
                <a:lnTo>
                  <a:pt x="266287" y="241299"/>
                </a:lnTo>
                <a:lnTo>
                  <a:pt x="265751" y="241299"/>
                </a:lnTo>
                <a:lnTo>
                  <a:pt x="263222" y="242569"/>
                </a:lnTo>
                <a:close/>
              </a:path>
              <a:path w="313690" h="275590">
                <a:moveTo>
                  <a:pt x="171594" y="214629"/>
                </a:moveTo>
                <a:lnTo>
                  <a:pt x="142147" y="214629"/>
                </a:lnTo>
                <a:lnTo>
                  <a:pt x="142147" y="191769"/>
                </a:lnTo>
                <a:lnTo>
                  <a:pt x="141688" y="191769"/>
                </a:lnTo>
                <a:lnTo>
                  <a:pt x="141458" y="190499"/>
                </a:lnTo>
                <a:lnTo>
                  <a:pt x="172903" y="190499"/>
                </a:lnTo>
                <a:lnTo>
                  <a:pt x="171997" y="201929"/>
                </a:lnTo>
                <a:lnTo>
                  <a:pt x="171896" y="203199"/>
                </a:lnTo>
                <a:lnTo>
                  <a:pt x="171863" y="204469"/>
                </a:lnTo>
                <a:lnTo>
                  <a:pt x="171762" y="208279"/>
                </a:lnTo>
                <a:lnTo>
                  <a:pt x="171661" y="212089"/>
                </a:lnTo>
                <a:lnTo>
                  <a:pt x="171594" y="214629"/>
                </a:lnTo>
                <a:close/>
              </a:path>
              <a:path w="313690" h="275590">
                <a:moveTo>
                  <a:pt x="272265" y="217169"/>
                </a:moveTo>
                <a:lnTo>
                  <a:pt x="271958" y="217169"/>
                </a:lnTo>
                <a:lnTo>
                  <a:pt x="269506" y="215899"/>
                </a:lnTo>
                <a:lnTo>
                  <a:pt x="271466" y="215899"/>
                </a:lnTo>
                <a:lnTo>
                  <a:pt x="272265" y="217169"/>
                </a:lnTo>
                <a:close/>
              </a:path>
              <a:path w="313690" h="275590">
                <a:moveTo>
                  <a:pt x="272265" y="220979"/>
                </a:moveTo>
                <a:lnTo>
                  <a:pt x="267820" y="219709"/>
                </a:lnTo>
                <a:lnTo>
                  <a:pt x="272686" y="219709"/>
                </a:lnTo>
                <a:lnTo>
                  <a:pt x="272265" y="220979"/>
                </a:lnTo>
                <a:close/>
              </a:path>
              <a:path w="313690" h="275590">
                <a:moveTo>
                  <a:pt x="268740" y="238759"/>
                </a:moveTo>
                <a:lnTo>
                  <a:pt x="267130" y="237489"/>
                </a:lnTo>
                <a:lnTo>
                  <a:pt x="262762" y="234949"/>
                </a:lnTo>
                <a:lnTo>
                  <a:pt x="258471" y="231139"/>
                </a:lnTo>
                <a:lnTo>
                  <a:pt x="254103" y="229869"/>
                </a:lnTo>
                <a:lnTo>
                  <a:pt x="251345" y="227329"/>
                </a:lnTo>
                <a:lnTo>
                  <a:pt x="248663" y="224789"/>
                </a:lnTo>
                <a:lnTo>
                  <a:pt x="245827" y="223519"/>
                </a:lnTo>
                <a:lnTo>
                  <a:pt x="244295" y="223519"/>
                </a:lnTo>
                <a:lnTo>
                  <a:pt x="243528" y="222249"/>
                </a:lnTo>
                <a:lnTo>
                  <a:pt x="268950" y="222249"/>
                </a:lnTo>
                <a:lnTo>
                  <a:pt x="271211" y="227329"/>
                </a:lnTo>
                <a:lnTo>
                  <a:pt x="265751" y="227329"/>
                </a:lnTo>
                <a:lnTo>
                  <a:pt x="269531" y="231139"/>
                </a:lnTo>
                <a:lnTo>
                  <a:pt x="267897" y="231139"/>
                </a:lnTo>
                <a:lnTo>
                  <a:pt x="269494" y="231755"/>
                </a:lnTo>
                <a:lnTo>
                  <a:pt x="269825" y="232303"/>
                </a:lnTo>
                <a:lnTo>
                  <a:pt x="270115" y="232617"/>
                </a:lnTo>
                <a:lnTo>
                  <a:pt x="271268" y="233679"/>
                </a:lnTo>
                <a:lnTo>
                  <a:pt x="271651" y="234949"/>
                </a:lnTo>
                <a:lnTo>
                  <a:pt x="269966" y="237489"/>
                </a:lnTo>
                <a:lnTo>
                  <a:pt x="268740" y="238759"/>
                </a:lnTo>
                <a:close/>
              </a:path>
              <a:path w="313690" h="275590">
                <a:moveTo>
                  <a:pt x="272341" y="229869"/>
                </a:moveTo>
                <a:lnTo>
                  <a:pt x="271728" y="229869"/>
                </a:lnTo>
                <a:lnTo>
                  <a:pt x="266058" y="227329"/>
                </a:lnTo>
                <a:lnTo>
                  <a:pt x="271211" y="227329"/>
                </a:lnTo>
                <a:lnTo>
                  <a:pt x="272341" y="229869"/>
                </a:lnTo>
                <a:close/>
              </a:path>
              <a:path w="313690" h="275590">
                <a:moveTo>
                  <a:pt x="269494" y="231755"/>
                </a:moveTo>
                <a:lnTo>
                  <a:pt x="267897" y="231139"/>
                </a:lnTo>
                <a:lnTo>
                  <a:pt x="269123" y="231139"/>
                </a:lnTo>
                <a:lnTo>
                  <a:pt x="269494" y="231755"/>
                </a:lnTo>
                <a:close/>
              </a:path>
              <a:path w="313690" h="275590">
                <a:moveTo>
                  <a:pt x="271731" y="232617"/>
                </a:moveTo>
                <a:lnTo>
                  <a:pt x="269494" y="231755"/>
                </a:lnTo>
                <a:lnTo>
                  <a:pt x="269123" y="231139"/>
                </a:lnTo>
                <a:lnTo>
                  <a:pt x="269531" y="231139"/>
                </a:lnTo>
                <a:lnTo>
                  <a:pt x="271731" y="232617"/>
                </a:lnTo>
                <a:close/>
              </a:path>
              <a:path w="313690" h="275590">
                <a:moveTo>
                  <a:pt x="170194" y="264159"/>
                </a:moveTo>
                <a:lnTo>
                  <a:pt x="168815" y="264159"/>
                </a:lnTo>
                <a:lnTo>
                  <a:pt x="167742" y="262889"/>
                </a:lnTo>
                <a:lnTo>
                  <a:pt x="170462" y="262889"/>
                </a:lnTo>
                <a:lnTo>
                  <a:pt x="170194" y="264159"/>
                </a:lnTo>
                <a:close/>
              </a:path>
            </a:pathLst>
          </a:custGeom>
          <a:solidFill>
            <a:srgbClr val="8189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2414922" y="8567209"/>
            <a:ext cx="313690" cy="275590"/>
          </a:xfrm>
          <a:custGeom>
            <a:avLst/>
            <a:gdLst/>
            <a:ahLst/>
            <a:cxnLst/>
            <a:rect l="l" t="t" r="r" b="b"/>
            <a:pathLst>
              <a:path w="313690" h="275590">
                <a:moveTo>
                  <a:pt x="145443" y="87629"/>
                </a:moveTo>
                <a:lnTo>
                  <a:pt x="136860" y="87629"/>
                </a:lnTo>
                <a:lnTo>
                  <a:pt x="137166" y="86359"/>
                </a:lnTo>
                <a:lnTo>
                  <a:pt x="138966" y="58419"/>
                </a:lnTo>
                <a:lnTo>
                  <a:pt x="139048" y="57149"/>
                </a:lnTo>
                <a:lnTo>
                  <a:pt x="139130" y="55879"/>
                </a:lnTo>
                <a:lnTo>
                  <a:pt x="139212" y="54609"/>
                </a:lnTo>
                <a:lnTo>
                  <a:pt x="139294" y="53339"/>
                </a:lnTo>
                <a:lnTo>
                  <a:pt x="139376" y="52069"/>
                </a:lnTo>
                <a:lnTo>
                  <a:pt x="139453" y="50799"/>
                </a:lnTo>
                <a:lnTo>
                  <a:pt x="139531" y="49529"/>
                </a:lnTo>
                <a:lnTo>
                  <a:pt x="139608" y="48259"/>
                </a:lnTo>
                <a:lnTo>
                  <a:pt x="139686" y="46989"/>
                </a:lnTo>
                <a:lnTo>
                  <a:pt x="139759" y="45796"/>
                </a:lnTo>
                <a:lnTo>
                  <a:pt x="139841" y="44449"/>
                </a:lnTo>
                <a:lnTo>
                  <a:pt x="139919" y="43179"/>
                </a:lnTo>
                <a:lnTo>
                  <a:pt x="139996" y="41909"/>
                </a:lnTo>
                <a:lnTo>
                  <a:pt x="140074" y="40639"/>
                </a:lnTo>
                <a:lnTo>
                  <a:pt x="140151" y="39369"/>
                </a:lnTo>
                <a:lnTo>
                  <a:pt x="140229" y="38099"/>
                </a:lnTo>
                <a:lnTo>
                  <a:pt x="140306" y="36829"/>
                </a:lnTo>
                <a:lnTo>
                  <a:pt x="140384" y="35559"/>
                </a:lnTo>
                <a:lnTo>
                  <a:pt x="140477" y="25399"/>
                </a:lnTo>
                <a:lnTo>
                  <a:pt x="145979" y="2539"/>
                </a:lnTo>
                <a:lnTo>
                  <a:pt x="147358" y="0"/>
                </a:lnTo>
                <a:lnTo>
                  <a:pt x="149274" y="0"/>
                </a:lnTo>
                <a:lnTo>
                  <a:pt x="151343" y="1269"/>
                </a:lnTo>
                <a:lnTo>
                  <a:pt x="153412" y="5079"/>
                </a:lnTo>
                <a:lnTo>
                  <a:pt x="176452" y="5079"/>
                </a:lnTo>
                <a:lnTo>
                  <a:pt x="176937" y="6349"/>
                </a:lnTo>
                <a:lnTo>
                  <a:pt x="177550" y="7619"/>
                </a:lnTo>
                <a:lnTo>
                  <a:pt x="178010" y="8889"/>
                </a:lnTo>
                <a:lnTo>
                  <a:pt x="178776" y="10159"/>
                </a:lnTo>
                <a:lnTo>
                  <a:pt x="179389" y="12699"/>
                </a:lnTo>
                <a:lnTo>
                  <a:pt x="181458" y="12699"/>
                </a:lnTo>
                <a:lnTo>
                  <a:pt x="182761" y="16509"/>
                </a:lnTo>
                <a:lnTo>
                  <a:pt x="184031" y="29209"/>
                </a:lnTo>
                <a:lnTo>
                  <a:pt x="184234" y="31749"/>
                </a:lnTo>
                <a:lnTo>
                  <a:pt x="184336" y="33019"/>
                </a:lnTo>
                <a:lnTo>
                  <a:pt x="184437" y="34289"/>
                </a:lnTo>
                <a:lnTo>
                  <a:pt x="184539" y="35559"/>
                </a:lnTo>
                <a:lnTo>
                  <a:pt x="184640" y="36829"/>
                </a:lnTo>
                <a:lnTo>
                  <a:pt x="184741" y="38099"/>
                </a:lnTo>
                <a:lnTo>
                  <a:pt x="184843" y="39369"/>
                </a:lnTo>
                <a:lnTo>
                  <a:pt x="184944" y="40639"/>
                </a:lnTo>
                <a:lnTo>
                  <a:pt x="185046" y="41909"/>
                </a:lnTo>
                <a:lnTo>
                  <a:pt x="185147" y="43179"/>
                </a:lnTo>
                <a:lnTo>
                  <a:pt x="185249" y="44449"/>
                </a:lnTo>
                <a:lnTo>
                  <a:pt x="185356" y="45796"/>
                </a:lnTo>
                <a:lnTo>
                  <a:pt x="185452" y="46989"/>
                </a:lnTo>
                <a:lnTo>
                  <a:pt x="185549" y="48259"/>
                </a:lnTo>
                <a:lnTo>
                  <a:pt x="185646" y="49529"/>
                </a:lnTo>
                <a:lnTo>
                  <a:pt x="185743" y="50799"/>
                </a:lnTo>
                <a:lnTo>
                  <a:pt x="185841" y="52069"/>
                </a:lnTo>
                <a:lnTo>
                  <a:pt x="185938" y="53339"/>
                </a:lnTo>
                <a:lnTo>
                  <a:pt x="186035" y="54609"/>
                </a:lnTo>
                <a:lnTo>
                  <a:pt x="186133" y="55879"/>
                </a:lnTo>
                <a:lnTo>
                  <a:pt x="186516" y="57149"/>
                </a:lnTo>
                <a:lnTo>
                  <a:pt x="231361" y="57149"/>
                </a:lnTo>
                <a:lnTo>
                  <a:pt x="216403" y="77469"/>
                </a:lnTo>
                <a:lnTo>
                  <a:pt x="145443" y="77469"/>
                </a:lnTo>
                <a:lnTo>
                  <a:pt x="145443" y="87629"/>
                </a:lnTo>
                <a:close/>
              </a:path>
              <a:path w="313690" h="275590">
                <a:moveTo>
                  <a:pt x="176452" y="5079"/>
                </a:moveTo>
                <a:lnTo>
                  <a:pt x="153412" y="5079"/>
                </a:lnTo>
                <a:lnTo>
                  <a:pt x="154638" y="3809"/>
                </a:lnTo>
                <a:lnTo>
                  <a:pt x="154561" y="2539"/>
                </a:lnTo>
                <a:lnTo>
                  <a:pt x="154485" y="1269"/>
                </a:lnTo>
                <a:lnTo>
                  <a:pt x="157167" y="0"/>
                </a:lnTo>
                <a:lnTo>
                  <a:pt x="160309" y="0"/>
                </a:lnTo>
                <a:lnTo>
                  <a:pt x="162837" y="1269"/>
                </a:lnTo>
                <a:lnTo>
                  <a:pt x="168125" y="1269"/>
                </a:lnTo>
                <a:lnTo>
                  <a:pt x="170884" y="2539"/>
                </a:lnTo>
                <a:lnTo>
                  <a:pt x="173182" y="3809"/>
                </a:lnTo>
                <a:lnTo>
                  <a:pt x="175481" y="3809"/>
                </a:lnTo>
                <a:lnTo>
                  <a:pt x="176452" y="5079"/>
                </a:lnTo>
                <a:close/>
              </a:path>
              <a:path w="313690" h="275590">
                <a:moveTo>
                  <a:pt x="168125" y="1269"/>
                </a:moveTo>
                <a:lnTo>
                  <a:pt x="162837" y="1269"/>
                </a:lnTo>
                <a:lnTo>
                  <a:pt x="165673" y="0"/>
                </a:lnTo>
                <a:lnTo>
                  <a:pt x="168125" y="1269"/>
                </a:lnTo>
                <a:close/>
              </a:path>
              <a:path w="313690" h="275590">
                <a:moveTo>
                  <a:pt x="181458" y="12699"/>
                </a:moveTo>
                <a:lnTo>
                  <a:pt x="179389" y="12699"/>
                </a:lnTo>
                <a:lnTo>
                  <a:pt x="179926" y="11429"/>
                </a:lnTo>
                <a:lnTo>
                  <a:pt x="178930" y="7619"/>
                </a:lnTo>
                <a:lnTo>
                  <a:pt x="180309" y="7619"/>
                </a:lnTo>
                <a:lnTo>
                  <a:pt x="180462" y="8889"/>
                </a:lnTo>
                <a:lnTo>
                  <a:pt x="181458" y="12699"/>
                </a:lnTo>
                <a:close/>
              </a:path>
              <a:path w="313690" h="275590">
                <a:moveTo>
                  <a:pt x="231361" y="57149"/>
                </a:moveTo>
                <a:lnTo>
                  <a:pt x="186516" y="57149"/>
                </a:lnTo>
                <a:lnTo>
                  <a:pt x="189734" y="53339"/>
                </a:lnTo>
                <a:lnTo>
                  <a:pt x="192800" y="49529"/>
                </a:lnTo>
                <a:lnTo>
                  <a:pt x="195788" y="46989"/>
                </a:lnTo>
                <a:lnTo>
                  <a:pt x="198087" y="43179"/>
                </a:lnTo>
                <a:lnTo>
                  <a:pt x="200079" y="40639"/>
                </a:lnTo>
                <a:lnTo>
                  <a:pt x="202838" y="39369"/>
                </a:lnTo>
                <a:lnTo>
                  <a:pt x="207819" y="35559"/>
                </a:lnTo>
                <a:lnTo>
                  <a:pt x="211344" y="31749"/>
                </a:lnTo>
                <a:lnTo>
                  <a:pt x="215712" y="26669"/>
                </a:lnTo>
                <a:lnTo>
                  <a:pt x="217704" y="25399"/>
                </a:lnTo>
                <a:lnTo>
                  <a:pt x="219467" y="22859"/>
                </a:lnTo>
                <a:lnTo>
                  <a:pt x="220923" y="20319"/>
                </a:lnTo>
                <a:lnTo>
                  <a:pt x="223911" y="16509"/>
                </a:lnTo>
                <a:lnTo>
                  <a:pt x="227436" y="12699"/>
                </a:lnTo>
                <a:lnTo>
                  <a:pt x="231881" y="10159"/>
                </a:lnTo>
                <a:lnTo>
                  <a:pt x="233413" y="8889"/>
                </a:lnTo>
                <a:lnTo>
                  <a:pt x="234256" y="8889"/>
                </a:lnTo>
                <a:lnTo>
                  <a:pt x="235942" y="7619"/>
                </a:lnTo>
                <a:lnTo>
                  <a:pt x="237168" y="8889"/>
                </a:lnTo>
                <a:lnTo>
                  <a:pt x="237475" y="10159"/>
                </a:lnTo>
                <a:lnTo>
                  <a:pt x="252749" y="10159"/>
                </a:lnTo>
                <a:lnTo>
                  <a:pt x="253260" y="11429"/>
                </a:lnTo>
                <a:lnTo>
                  <a:pt x="255406" y="11429"/>
                </a:lnTo>
                <a:lnTo>
                  <a:pt x="255789" y="12699"/>
                </a:lnTo>
                <a:lnTo>
                  <a:pt x="256019" y="13969"/>
                </a:lnTo>
                <a:lnTo>
                  <a:pt x="255942" y="15239"/>
                </a:lnTo>
                <a:lnTo>
                  <a:pt x="255636" y="16509"/>
                </a:lnTo>
                <a:lnTo>
                  <a:pt x="255253" y="19049"/>
                </a:lnTo>
                <a:lnTo>
                  <a:pt x="254716" y="20319"/>
                </a:lnTo>
                <a:lnTo>
                  <a:pt x="257694" y="20319"/>
                </a:lnTo>
                <a:lnTo>
                  <a:pt x="257168" y="22859"/>
                </a:lnTo>
                <a:lnTo>
                  <a:pt x="254333" y="26669"/>
                </a:lnTo>
                <a:lnTo>
                  <a:pt x="250961" y="31749"/>
                </a:lnTo>
                <a:lnTo>
                  <a:pt x="231361" y="57149"/>
                </a:lnTo>
                <a:close/>
              </a:path>
              <a:path w="313690" h="275590">
                <a:moveTo>
                  <a:pt x="244908" y="8889"/>
                </a:moveTo>
                <a:lnTo>
                  <a:pt x="240157" y="8889"/>
                </a:lnTo>
                <a:lnTo>
                  <a:pt x="241689" y="7619"/>
                </a:lnTo>
                <a:lnTo>
                  <a:pt x="243682" y="7619"/>
                </a:lnTo>
                <a:lnTo>
                  <a:pt x="244908" y="8889"/>
                </a:lnTo>
                <a:close/>
              </a:path>
              <a:path w="313690" h="275590">
                <a:moveTo>
                  <a:pt x="252749" y="10159"/>
                </a:moveTo>
                <a:lnTo>
                  <a:pt x="237475" y="10159"/>
                </a:lnTo>
                <a:lnTo>
                  <a:pt x="239314" y="8889"/>
                </a:lnTo>
                <a:lnTo>
                  <a:pt x="252494" y="8889"/>
                </a:lnTo>
                <a:lnTo>
                  <a:pt x="252749" y="10159"/>
                </a:lnTo>
                <a:close/>
              </a:path>
              <a:path w="313690" h="275590">
                <a:moveTo>
                  <a:pt x="257694" y="20319"/>
                </a:moveTo>
                <a:lnTo>
                  <a:pt x="255253" y="20319"/>
                </a:lnTo>
                <a:lnTo>
                  <a:pt x="258011" y="15239"/>
                </a:lnTo>
                <a:lnTo>
                  <a:pt x="258548" y="15239"/>
                </a:lnTo>
                <a:lnTo>
                  <a:pt x="258548" y="16509"/>
                </a:lnTo>
                <a:lnTo>
                  <a:pt x="258395" y="16509"/>
                </a:lnTo>
                <a:lnTo>
                  <a:pt x="257694" y="20319"/>
                </a:lnTo>
                <a:close/>
              </a:path>
              <a:path w="313690" h="275590">
                <a:moveTo>
                  <a:pt x="81916" y="38099"/>
                </a:moveTo>
                <a:lnTo>
                  <a:pt x="76629" y="38099"/>
                </a:lnTo>
                <a:lnTo>
                  <a:pt x="75480" y="35559"/>
                </a:lnTo>
                <a:lnTo>
                  <a:pt x="74254" y="34289"/>
                </a:lnTo>
                <a:lnTo>
                  <a:pt x="73104" y="31749"/>
                </a:lnTo>
                <a:lnTo>
                  <a:pt x="74790" y="31749"/>
                </a:lnTo>
                <a:lnTo>
                  <a:pt x="76936" y="34289"/>
                </a:lnTo>
                <a:lnTo>
                  <a:pt x="81916" y="38099"/>
                </a:lnTo>
                <a:close/>
              </a:path>
              <a:path w="313690" h="275590">
                <a:moveTo>
                  <a:pt x="88552" y="44449"/>
                </a:moveTo>
                <a:lnTo>
                  <a:pt x="62223" y="44449"/>
                </a:lnTo>
                <a:lnTo>
                  <a:pt x="61303" y="43179"/>
                </a:lnTo>
                <a:lnTo>
                  <a:pt x="60460" y="41909"/>
                </a:lnTo>
                <a:lnTo>
                  <a:pt x="58506" y="39369"/>
                </a:lnTo>
                <a:lnTo>
                  <a:pt x="70499" y="39369"/>
                </a:lnTo>
                <a:lnTo>
                  <a:pt x="69503" y="38099"/>
                </a:lnTo>
                <a:lnTo>
                  <a:pt x="67357" y="34289"/>
                </a:lnTo>
                <a:lnTo>
                  <a:pt x="68813" y="33019"/>
                </a:lnTo>
                <a:lnTo>
                  <a:pt x="69962" y="33019"/>
                </a:lnTo>
                <a:lnTo>
                  <a:pt x="71418" y="34289"/>
                </a:lnTo>
                <a:lnTo>
                  <a:pt x="72951" y="35559"/>
                </a:lnTo>
                <a:lnTo>
                  <a:pt x="74713" y="38099"/>
                </a:lnTo>
                <a:lnTo>
                  <a:pt x="81916" y="38099"/>
                </a:lnTo>
                <a:lnTo>
                  <a:pt x="82746" y="39369"/>
                </a:lnTo>
                <a:lnTo>
                  <a:pt x="88552" y="44449"/>
                </a:lnTo>
                <a:close/>
              </a:path>
              <a:path w="313690" h="275590">
                <a:moveTo>
                  <a:pt x="70499" y="39369"/>
                </a:moveTo>
                <a:lnTo>
                  <a:pt x="58698" y="39369"/>
                </a:lnTo>
                <a:lnTo>
                  <a:pt x="59847" y="38099"/>
                </a:lnTo>
                <a:lnTo>
                  <a:pt x="61456" y="38099"/>
                </a:lnTo>
                <a:lnTo>
                  <a:pt x="62989" y="36829"/>
                </a:lnTo>
                <a:lnTo>
                  <a:pt x="64675" y="35559"/>
                </a:lnTo>
                <a:lnTo>
                  <a:pt x="66667" y="35559"/>
                </a:lnTo>
                <a:lnTo>
                  <a:pt x="67893" y="36829"/>
                </a:lnTo>
                <a:lnTo>
                  <a:pt x="70499" y="39369"/>
                </a:lnTo>
                <a:close/>
              </a:path>
              <a:path w="313690" h="275590">
                <a:moveTo>
                  <a:pt x="103959" y="58419"/>
                </a:moveTo>
                <a:lnTo>
                  <a:pt x="60154" y="58419"/>
                </a:lnTo>
                <a:lnTo>
                  <a:pt x="60843" y="57149"/>
                </a:lnTo>
                <a:lnTo>
                  <a:pt x="60307" y="57149"/>
                </a:lnTo>
                <a:lnTo>
                  <a:pt x="53564" y="48259"/>
                </a:lnTo>
                <a:lnTo>
                  <a:pt x="51955" y="45796"/>
                </a:lnTo>
                <a:lnTo>
                  <a:pt x="54560" y="43179"/>
                </a:lnTo>
                <a:lnTo>
                  <a:pt x="56016" y="41909"/>
                </a:lnTo>
                <a:lnTo>
                  <a:pt x="56859" y="43179"/>
                </a:lnTo>
                <a:lnTo>
                  <a:pt x="60230" y="43179"/>
                </a:lnTo>
                <a:lnTo>
                  <a:pt x="60767" y="44449"/>
                </a:lnTo>
                <a:lnTo>
                  <a:pt x="88552" y="44449"/>
                </a:lnTo>
                <a:lnTo>
                  <a:pt x="99317" y="54609"/>
                </a:lnTo>
                <a:lnTo>
                  <a:pt x="103959" y="58419"/>
                </a:lnTo>
                <a:close/>
              </a:path>
              <a:path w="313690" h="275590">
                <a:moveTo>
                  <a:pt x="60230" y="43179"/>
                </a:moveTo>
                <a:lnTo>
                  <a:pt x="58621" y="43179"/>
                </a:lnTo>
                <a:lnTo>
                  <a:pt x="58161" y="41909"/>
                </a:lnTo>
                <a:lnTo>
                  <a:pt x="60230" y="43179"/>
                </a:lnTo>
                <a:close/>
              </a:path>
              <a:path w="313690" h="275590">
                <a:moveTo>
                  <a:pt x="52519" y="52069"/>
                </a:moveTo>
                <a:lnTo>
                  <a:pt x="50882" y="52069"/>
                </a:lnTo>
                <a:lnTo>
                  <a:pt x="49349" y="49529"/>
                </a:lnTo>
                <a:lnTo>
                  <a:pt x="49655" y="49529"/>
                </a:lnTo>
                <a:lnTo>
                  <a:pt x="52519" y="52069"/>
                </a:lnTo>
                <a:close/>
              </a:path>
              <a:path w="313690" h="275590">
                <a:moveTo>
                  <a:pt x="13793" y="171449"/>
                </a:moveTo>
                <a:lnTo>
                  <a:pt x="8812" y="168909"/>
                </a:lnTo>
                <a:lnTo>
                  <a:pt x="4214" y="166369"/>
                </a:lnTo>
                <a:lnTo>
                  <a:pt x="842" y="165099"/>
                </a:lnTo>
                <a:lnTo>
                  <a:pt x="0" y="161289"/>
                </a:lnTo>
                <a:lnTo>
                  <a:pt x="1455" y="157479"/>
                </a:lnTo>
                <a:lnTo>
                  <a:pt x="3065" y="153669"/>
                </a:lnTo>
                <a:lnTo>
                  <a:pt x="6360" y="152399"/>
                </a:lnTo>
                <a:lnTo>
                  <a:pt x="9961" y="149859"/>
                </a:lnTo>
                <a:lnTo>
                  <a:pt x="16628" y="147319"/>
                </a:lnTo>
                <a:lnTo>
                  <a:pt x="30268" y="140969"/>
                </a:lnTo>
                <a:lnTo>
                  <a:pt x="35939" y="140969"/>
                </a:lnTo>
                <a:lnTo>
                  <a:pt x="38697" y="138429"/>
                </a:lnTo>
                <a:lnTo>
                  <a:pt x="41609" y="138429"/>
                </a:lnTo>
                <a:lnTo>
                  <a:pt x="44368" y="137159"/>
                </a:lnTo>
                <a:lnTo>
                  <a:pt x="47280" y="135889"/>
                </a:lnTo>
                <a:lnTo>
                  <a:pt x="64866" y="129539"/>
                </a:lnTo>
                <a:lnTo>
                  <a:pt x="82453" y="124459"/>
                </a:lnTo>
                <a:lnTo>
                  <a:pt x="89809" y="121919"/>
                </a:lnTo>
                <a:lnTo>
                  <a:pt x="97242" y="120649"/>
                </a:lnTo>
                <a:lnTo>
                  <a:pt x="104676" y="118109"/>
                </a:lnTo>
                <a:lnTo>
                  <a:pt x="105518" y="118109"/>
                </a:lnTo>
                <a:lnTo>
                  <a:pt x="106285" y="116839"/>
                </a:lnTo>
                <a:lnTo>
                  <a:pt x="98928" y="111759"/>
                </a:lnTo>
                <a:lnTo>
                  <a:pt x="87284" y="100329"/>
                </a:lnTo>
                <a:lnTo>
                  <a:pt x="53717" y="67309"/>
                </a:lnTo>
                <a:lnTo>
                  <a:pt x="47280" y="57149"/>
                </a:lnTo>
                <a:lnTo>
                  <a:pt x="46514" y="55879"/>
                </a:lnTo>
                <a:lnTo>
                  <a:pt x="46590" y="54609"/>
                </a:lnTo>
                <a:lnTo>
                  <a:pt x="46667" y="53339"/>
                </a:lnTo>
                <a:lnTo>
                  <a:pt x="48583" y="50799"/>
                </a:lnTo>
                <a:lnTo>
                  <a:pt x="50652" y="52069"/>
                </a:lnTo>
                <a:lnTo>
                  <a:pt x="52519" y="52069"/>
                </a:lnTo>
                <a:lnTo>
                  <a:pt x="60154" y="58419"/>
                </a:lnTo>
                <a:lnTo>
                  <a:pt x="103959" y="58419"/>
                </a:lnTo>
                <a:lnTo>
                  <a:pt x="134868" y="86359"/>
                </a:lnTo>
                <a:lnTo>
                  <a:pt x="135404" y="87629"/>
                </a:lnTo>
                <a:lnTo>
                  <a:pt x="145443" y="87629"/>
                </a:lnTo>
                <a:lnTo>
                  <a:pt x="145443" y="95249"/>
                </a:lnTo>
                <a:lnTo>
                  <a:pt x="277359" y="95249"/>
                </a:lnTo>
                <a:lnTo>
                  <a:pt x="259544" y="102869"/>
                </a:lnTo>
                <a:lnTo>
                  <a:pt x="235348" y="111759"/>
                </a:lnTo>
                <a:lnTo>
                  <a:pt x="223207" y="115569"/>
                </a:lnTo>
                <a:lnTo>
                  <a:pt x="211037" y="120649"/>
                </a:lnTo>
                <a:lnTo>
                  <a:pt x="185826" y="129539"/>
                </a:lnTo>
                <a:lnTo>
                  <a:pt x="184983" y="129539"/>
                </a:lnTo>
                <a:lnTo>
                  <a:pt x="186669" y="130809"/>
                </a:lnTo>
                <a:lnTo>
                  <a:pt x="181305" y="130809"/>
                </a:lnTo>
                <a:lnTo>
                  <a:pt x="181075" y="132079"/>
                </a:lnTo>
                <a:lnTo>
                  <a:pt x="208231" y="153669"/>
                </a:lnTo>
                <a:lnTo>
                  <a:pt x="108047" y="153669"/>
                </a:lnTo>
                <a:lnTo>
                  <a:pt x="104292" y="154939"/>
                </a:lnTo>
                <a:lnTo>
                  <a:pt x="78775" y="160019"/>
                </a:lnTo>
                <a:lnTo>
                  <a:pt x="70556" y="161289"/>
                </a:lnTo>
                <a:lnTo>
                  <a:pt x="62338" y="163829"/>
                </a:lnTo>
                <a:lnTo>
                  <a:pt x="45901" y="167639"/>
                </a:lnTo>
                <a:lnTo>
                  <a:pt x="19234" y="170179"/>
                </a:lnTo>
                <a:lnTo>
                  <a:pt x="13793" y="171449"/>
                </a:lnTo>
                <a:close/>
              </a:path>
              <a:path w="313690" h="275590">
                <a:moveTo>
                  <a:pt x="300234" y="69849"/>
                </a:moveTo>
                <a:lnTo>
                  <a:pt x="292188" y="69849"/>
                </a:lnTo>
                <a:lnTo>
                  <a:pt x="293567" y="68579"/>
                </a:lnTo>
                <a:lnTo>
                  <a:pt x="296403" y="68579"/>
                </a:lnTo>
                <a:lnTo>
                  <a:pt x="300234" y="69849"/>
                </a:lnTo>
                <a:close/>
              </a:path>
              <a:path w="313690" h="275590">
                <a:moveTo>
                  <a:pt x="277359" y="95249"/>
                </a:moveTo>
                <a:lnTo>
                  <a:pt x="203988" y="95249"/>
                </a:lnTo>
                <a:lnTo>
                  <a:pt x="204302" y="94849"/>
                </a:lnTo>
                <a:lnTo>
                  <a:pt x="204932" y="93944"/>
                </a:lnTo>
                <a:lnTo>
                  <a:pt x="206329" y="93944"/>
                </a:lnTo>
                <a:lnTo>
                  <a:pt x="277705" y="72389"/>
                </a:lnTo>
                <a:lnTo>
                  <a:pt x="280694" y="72389"/>
                </a:lnTo>
                <a:lnTo>
                  <a:pt x="283529" y="71119"/>
                </a:lnTo>
                <a:lnTo>
                  <a:pt x="286518" y="69849"/>
                </a:lnTo>
                <a:lnTo>
                  <a:pt x="300234" y="69849"/>
                </a:lnTo>
                <a:lnTo>
                  <a:pt x="304449" y="68579"/>
                </a:lnTo>
                <a:lnTo>
                  <a:pt x="308051" y="72389"/>
                </a:lnTo>
                <a:lnTo>
                  <a:pt x="310349" y="73659"/>
                </a:lnTo>
                <a:lnTo>
                  <a:pt x="310924" y="73659"/>
                </a:lnTo>
                <a:lnTo>
                  <a:pt x="311039" y="74929"/>
                </a:lnTo>
                <a:lnTo>
                  <a:pt x="313568" y="74929"/>
                </a:lnTo>
                <a:lnTo>
                  <a:pt x="313108" y="77469"/>
                </a:lnTo>
                <a:lnTo>
                  <a:pt x="312572" y="81279"/>
                </a:lnTo>
                <a:lnTo>
                  <a:pt x="309736" y="82549"/>
                </a:lnTo>
                <a:lnTo>
                  <a:pt x="306978" y="83819"/>
                </a:lnTo>
                <a:lnTo>
                  <a:pt x="277359" y="95249"/>
                </a:lnTo>
                <a:close/>
              </a:path>
              <a:path w="313690" h="275590">
                <a:moveTo>
                  <a:pt x="310924" y="73659"/>
                </a:moveTo>
                <a:lnTo>
                  <a:pt x="310349" y="73659"/>
                </a:lnTo>
                <a:lnTo>
                  <a:pt x="310809" y="72389"/>
                </a:lnTo>
                <a:lnTo>
                  <a:pt x="310924" y="73659"/>
                </a:lnTo>
                <a:close/>
              </a:path>
              <a:path w="313690" h="275590">
                <a:moveTo>
                  <a:pt x="203988" y="95249"/>
                </a:moveTo>
                <a:lnTo>
                  <a:pt x="145596" y="95249"/>
                </a:lnTo>
                <a:lnTo>
                  <a:pt x="145596" y="77469"/>
                </a:lnTo>
                <a:lnTo>
                  <a:pt x="216403" y="77469"/>
                </a:lnTo>
                <a:lnTo>
                  <a:pt x="204302" y="94849"/>
                </a:lnTo>
                <a:lnTo>
                  <a:pt x="203988" y="95249"/>
                </a:lnTo>
                <a:close/>
              </a:path>
              <a:path w="313690" h="275590">
                <a:moveTo>
                  <a:pt x="232064" y="170179"/>
                </a:moveTo>
                <a:lnTo>
                  <a:pt x="227896" y="170179"/>
                </a:lnTo>
                <a:lnTo>
                  <a:pt x="228279" y="168909"/>
                </a:lnTo>
                <a:lnTo>
                  <a:pt x="226747" y="167639"/>
                </a:lnTo>
                <a:lnTo>
                  <a:pt x="225291" y="166369"/>
                </a:lnTo>
                <a:lnTo>
                  <a:pt x="223681" y="165099"/>
                </a:lnTo>
                <a:lnTo>
                  <a:pt x="213553" y="157479"/>
                </a:lnTo>
                <a:lnTo>
                  <a:pt x="183068" y="130809"/>
                </a:lnTo>
                <a:lnTo>
                  <a:pt x="186669" y="130809"/>
                </a:lnTo>
                <a:lnTo>
                  <a:pt x="187512" y="132079"/>
                </a:lnTo>
                <a:lnTo>
                  <a:pt x="189964" y="134619"/>
                </a:lnTo>
                <a:lnTo>
                  <a:pt x="199668" y="142239"/>
                </a:lnTo>
                <a:lnTo>
                  <a:pt x="221306" y="161289"/>
                </a:lnTo>
                <a:lnTo>
                  <a:pt x="227128" y="165099"/>
                </a:lnTo>
                <a:lnTo>
                  <a:pt x="232064" y="170179"/>
                </a:lnTo>
                <a:close/>
              </a:path>
              <a:path w="313690" h="275590">
                <a:moveTo>
                  <a:pt x="81687" y="227329"/>
                </a:moveTo>
                <a:lnTo>
                  <a:pt x="79158" y="226059"/>
                </a:lnTo>
                <a:lnTo>
                  <a:pt x="77549" y="224789"/>
                </a:lnTo>
                <a:lnTo>
                  <a:pt x="72951" y="224789"/>
                </a:lnTo>
                <a:lnTo>
                  <a:pt x="68813" y="222249"/>
                </a:lnTo>
                <a:lnTo>
                  <a:pt x="69196" y="219709"/>
                </a:lnTo>
                <a:lnTo>
                  <a:pt x="69732" y="215899"/>
                </a:lnTo>
                <a:lnTo>
                  <a:pt x="70039" y="212089"/>
                </a:lnTo>
                <a:lnTo>
                  <a:pt x="71648" y="209549"/>
                </a:lnTo>
                <a:lnTo>
                  <a:pt x="75729" y="201929"/>
                </a:lnTo>
                <a:lnTo>
                  <a:pt x="79924" y="195579"/>
                </a:lnTo>
                <a:lnTo>
                  <a:pt x="84235" y="189229"/>
                </a:lnTo>
                <a:lnTo>
                  <a:pt x="93072" y="175259"/>
                </a:lnTo>
                <a:lnTo>
                  <a:pt x="97635" y="168909"/>
                </a:lnTo>
                <a:lnTo>
                  <a:pt x="106898" y="156209"/>
                </a:lnTo>
                <a:lnTo>
                  <a:pt x="107204" y="156209"/>
                </a:lnTo>
                <a:lnTo>
                  <a:pt x="107511" y="154939"/>
                </a:lnTo>
                <a:lnTo>
                  <a:pt x="108047" y="153669"/>
                </a:lnTo>
                <a:lnTo>
                  <a:pt x="208231" y="153669"/>
                </a:lnTo>
                <a:lnTo>
                  <a:pt x="227896" y="170179"/>
                </a:lnTo>
                <a:lnTo>
                  <a:pt x="232064" y="170179"/>
                </a:lnTo>
                <a:lnTo>
                  <a:pt x="240228" y="177799"/>
                </a:lnTo>
                <a:lnTo>
                  <a:pt x="132109" y="177799"/>
                </a:lnTo>
                <a:lnTo>
                  <a:pt x="130423" y="179069"/>
                </a:lnTo>
                <a:lnTo>
                  <a:pt x="128661" y="181609"/>
                </a:lnTo>
                <a:lnTo>
                  <a:pt x="127051" y="182879"/>
                </a:lnTo>
                <a:lnTo>
                  <a:pt x="114570" y="198119"/>
                </a:lnTo>
                <a:lnTo>
                  <a:pt x="108355" y="204469"/>
                </a:lnTo>
                <a:lnTo>
                  <a:pt x="98469" y="217169"/>
                </a:lnTo>
                <a:lnTo>
                  <a:pt x="96476" y="218439"/>
                </a:lnTo>
                <a:lnTo>
                  <a:pt x="95940" y="219709"/>
                </a:lnTo>
                <a:lnTo>
                  <a:pt x="92568" y="219709"/>
                </a:lnTo>
                <a:lnTo>
                  <a:pt x="90576" y="220979"/>
                </a:lnTo>
                <a:lnTo>
                  <a:pt x="88813" y="223519"/>
                </a:lnTo>
                <a:lnTo>
                  <a:pt x="84905" y="223519"/>
                </a:lnTo>
                <a:lnTo>
                  <a:pt x="84445" y="224789"/>
                </a:lnTo>
                <a:lnTo>
                  <a:pt x="81687" y="227329"/>
                </a:lnTo>
                <a:close/>
              </a:path>
              <a:path w="313690" h="275590">
                <a:moveTo>
                  <a:pt x="161611" y="275589"/>
                </a:moveTo>
                <a:lnTo>
                  <a:pt x="143807" y="275589"/>
                </a:lnTo>
                <a:lnTo>
                  <a:pt x="141841" y="273049"/>
                </a:lnTo>
                <a:lnTo>
                  <a:pt x="140921" y="267969"/>
                </a:lnTo>
                <a:lnTo>
                  <a:pt x="139695" y="264159"/>
                </a:lnTo>
                <a:lnTo>
                  <a:pt x="137656" y="253999"/>
                </a:lnTo>
                <a:lnTo>
                  <a:pt x="136027" y="246379"/>
                </a:lnTo>
                <a:lnTo>
                  <a:pt x="134814" y="237489"/>
                </a:lnTo>
                <a:lnTo>
                  <a:pt x="134025" y="227329"/>
                </a:lnTo>
                <a:lnTo>
                  <a:pt x="133963" y="226059"/>
                </a:lnTo>
                <a:lnTo>
                  <a:pt x="133841" y="223519"/>
                </a:lnTo>
                <a:lnTo>
                  <a:pt x="133719" y="220979"/>
                </a:lnTo>
                <a:lnTo>
                  <a:pt x="133596" y="218439"/>
                </a:lnTo>
                <a:lnTo>
                  <a:pt x="133474" y="215899"/>
                </a:lnTo>
                <a:lnTo>
                  <a:pt x="133357" y="212089"/>
                </a:lnTo>
                <a:lnTo>
                  <a:pt x="133241" y="208279"/>
                </a:lnTo>
                <a:lnTo>
                  <a:pt x="133124" y="204469"/>
                </a:lnTo>
                <a:lnTo>
                  <a:pt x="133095" y="203199"/>
                </a:lnTo>
                <a:lnTo>
                  <a:pt x="132978" y="198119"/>
                </a:lnTo>
                <a:lnTo>
                  <a:pt x="132861" y="193039"/>
                </a:lnTo>
                <a:lnTo>
                  <a:pt x="132763" y="189229"/>
                </a:lnTo>
                <a:lnTo>
                  <a:pt x="132645" y="180339"/>
                </a:lnTo>
                <a:lnTo>
                  <a:pt x="132415" y="179069"/>
                </a:lnTo>
                <a:lnTo>
                  <a:pt x="132109" y="177799"/>
                </a:lnTo>
                <a:lnTo>
                  <a:pt x="240228" y="177799"/>
                </a:lnTo>
                <a:lnTo>
                  <a:pt x="241041" y="179069"/>
                </a:lnTo>
                <a:lnTo>
                  <a:pt x="174332" y="179069"/>
                </a:lnTo>
                <a:lnTo>
                  <a:pt x="173872" y="182879"/>
                </a:lnTo>
                <a:lnTo>
                  <a:pt x="173489" y="186689"/>
                </a:lnTo>
                <a:lnTo>
                  <a:pt x="173029" y="189229"/>
                </a:lnTo>
                <a:lnTo>
                  <a:pt x="172903" y="190499"/>
                </a:lnTo>
                <a:lnTo>
                  <a:pt x="141151" y="190499"/>
                </a:lnTo>
                <a:lnTo>
                  <a:pt x="141151" y="214629"/>
                </a:lnTo>
                <a:lnTo>
                  <a:pt x="171594" y="214629"/>
                </a:lnTo>
                <a:lnTo>
                  <a:pt x="171721" y="227329"/>
                </a:lnTo>
                <a:lnTo>
                  <a:pt x="171833" y="231755"/>
                </a:lnTo>
                <a:lnTo>
                  <a:pt x="172401" y="246379"/>
                </a:lnTo>
                <a:lnTo>
                  <a:pt x="172493" y="248919"/>
                </a:lnTo>
                <a:lnTo>
                  <a:pt x="171803" y="253999"/>
                </a:lnTo>
                <a:lnTo>
                  <a:pt x="171343" y="259079"/>
                </a:lnTo>
                <a:lnTo>
                  <a:pt x="171113" y="260349"/>
                </a:lnTo>
                <a:lnTo>
                  <a:pt x="170730" y="261619"/>
                </a:lnTo>
                <a:lnTo>
                  <a:pt x="170462" y="262889"/>
                </a:lnTo>
                <a:lnTo>
                  <a:pt x="167435" y="262889"/>
                </a:lnTo>
                <a:lnTo>
                  <a:pt x="166822" y="264159"/>
                </a:lnTo>
                <a:lnTo>
                  <a:pt x="165136" y="267969"/>
                </a:lnTo>
                <a:lnTo>
                  <a:pt x="164063" y="269239"/>
                </a:lnTo>
                <a:lnTo>
                  <a:pt x="163757" y="270509"/>
                </a:lnTo>
                <a:lnTo>
                  <a:pt x="162761" y="271779"/>
                </a:lnTo>
                <a:lnTo>
                  <a:pt x="161688" y="271779"/>
                </a:lnTo>
                <a:lnTo>
                  <a:pt x="161765" y="274319"/>
                </a:lnTo>
                <a:lnTo>
                  <a:pt x="161611" y="275589"/>
                </a:lnTo>
                <a:close/>
              </a:path>
              <a:path w="313690" h="275590">
                <a:moveTo>
                  <a:pt x="263222" y="242569"/>
                </a:moveTo>
                <a:lnTo>
                  <a:pt x="258778" y="242569"/>
                </a:lnTo>
                <a:lnTo>
                  <a:pt x="256632" y="241299"/>
                </a:lnTo>
                <a:lnTo>
                  <a:pt x="254640" y="240029"/>
                </a:lnTo>
                <a:lnTo>
                  <a:pt x="246201" y="234949"/>
                </a:lnTo>
                <a:lnTo>
                  <a:pt x="237992" y="229869"/>
                </a:lnTo>
                <a:lnTo>
                  <a:pt x="229984" y="223519"/>
                </a:lnTo>
                <a:lnTo>
                  <a:pt x="222149" y="217169"/>
                </a:lnTo>
                <a:lnTo>
                  <a:pt x="217704" y="214629"/>
                </a:lnTo>
                <a:lnTo>
                  <a:pt x="212953" y="212089"/>
                </a:lnTo>
                <a:lnTo>
                  <a:pt x="208585" y="208279"/>
                </a:lnTo>
                <a:lnTo>
                  <a:pt x="182761" y="186689"/>
                </a:lnTo>
                <a:lnTo>
                  <a:pt x="180462" y="184149"/>
                </a:lnTo>
                <a:lnTo>
                  <a:pt x="178317" y="181609"/>
                </a:lnTo>
                <a:lnTo>
                  <a:pt x="176094" y="180339"/>
                </a:lnTo>
                <a:lnTo>
                  <a:pt x="175481" y="179069"/>
                </a:lnTo>
                <a:lnTo>
                  <a:pt x="241041" y="179069"/>
                </a:lnTo>
                <a:lnTo>
                  <a:pt x="244295" y="181609"/>
                </a:lnTo>
                <a:lnTo>
                  <a:pt x="246210" y="184149"/>
                </a:lnTo>
                <a:lnTo>
                  <a:pt x="247896" y="185419"/>
                </a:lnTo>
                <a:lnTo>
                  <a:pt x="249812" y="187959"/>
                </a:lnTo>
                <a:lnTo>
                  <a:pt x="252494" y="190499"/>
                </a:lnTo>
                <a:lnTo>
                  <a:pt x="253414" y="193039"/>
                </a:lnTo>
                <a:lnTo>
                  <a:pt x="253873" y="196849"/>
                </a:lnTo>
                <a:lnTo>
                  <a:pt x="253279" y="198119"/>
                </a:lnTo>
                <a:lnTo>
                  <a:pt x="253107" y="198119"/>
                </a:lnTo>
                <a:lnTo>
                  <a:pt x="271466" y="215899"/>
                </a:lnTo>
                <a:lnTo>
                  <a:pt x="269506" y="215899"/>
                </a:lnTo>
                <a:lnTo>
                  <a:pt x="269812" y="218439"/>
                </a:lnTo>
                <a:lnTo>
                  <a:pt x="273107" y="218439"/>
                </a:lnTo>
                <a:lnTo>
                  <a:pt x="272686" y="219709"/>
                </a:lnTo>
                <a:lnTo>
                  <a:pt x="267820" y="219709"/>
                </a:lnTo>
                <a:lnTo>
                  <a:pt x="268950" y="222249"/>
                </a:lnTo>
                <a:lnTo>
                  <a:pt x="243528" y="222249"/>
                </a:lnTo>
                <a:lnTo>
                  <a:pt x="243145" y="223519"/>
                </a:lnTo>
                <a:lnTo>
                  <a:pt x="244755" y="224789"/>
                </a:lnTo>
                <a:lnTo>
                  <a:pt x="246287" y="226059"/>
                </a:lnTo>
                <a:lnTo>
                  <a:pt x="247973" y="227329"/>
                </a:lnTo>
                <a:lnTo>
                  <a:pt x="252188" y="229869"/>
                </a:lnTo>
                <a:lnTo>
                  <a:pt x="256479" y="233679"/>
                </a:lnTo>
                <a:lnTo>
                  <a:pt x="260617" y="236219"/>
                </a:lnTo>
                <a:lnTo>
                  <a:pt x="262533" y="237489"/>
                </a:lnTo>
                <a:lnTo>
                  <a:pt x="264295" y="238759"/>
                </a:lnTo>
                <a:lnTo>
                  <a:pt x="266287" y="241299"/>
                </a:lnTo>
                <a:lnTo>
                  <a:pt x="265751" y="241299"/>
                </a:lnTo>
                <a:lnTo>
                  <a:pt x="263222" y="242569"/>
                </a:lnTo>
                <a:close/>
              </a:path>
              <a:path w="313690" h="275590">
                <a:moveTo>
                  <a:pt x="171594" y="214629"/>
                </a:moveTo>
                <a:lnTo>
                  <a:pt x="142147" y="214629"/>
                </a:lnTo>
                <a:lnTo>
                  <a:pt x="142147" y="191769"/>
                </a:lnTo>
                <a:lnTo>
                  <a:pt x="141688" y="191769"/>
                </a:lnTo>
                <a:lnTo>
                  <a:pt x="141458" y="190499"/>
                </a:lnTo>
                <a:lnTo>
                  <a:pt x="172903" y="190499"/>
                </a:lnTo>
                <a:lnTo>
                  <a:pt x="171997" y="201929"/>
                </a:lnTo>
                <a:lnTo>
                  <a:pt x="171896" y="203199"/>
                </a:lnTo>
                <a:lnTo>
                  <a:pt x="171863" y="204469"/>
                </a:lnTo>
                <a:lnTo>
                  <a:pt x="171762" y="208279"/>
                </a:lnTo>
                <a:lnTo>
                  <a:pt x="171661" y="212089"/>
                </a:lnTo>
                <a:lnTo>
                  <a:pt x="171594" y="214629"/>
                </a:lnTo>
                <a:close/>
              </a:path>
              <a:path w="313690" h="275590">
                <a:moveTo>
                  <a:pt x="272265" y="217169"/>
                </a:moveTo>
                <a:lnTo>
                  <a:pt x="271958" y="217169"/>
                </a:lnTo>
                <a:lnTo>
                  <a:pt x="269506" y="215899"/>
                </a:lnTo>
                <a:lnTo>
                  <a:pt x="271466" y="215899"/>
                </a:lnTo>
                <a:lnTo>
                  <a:pt x="272265" y="217169"/>
                </a:lnTo>
                <a:close/>
              </a:path>
              <a:path w="313690" h="275590">
                <a:moveTo>
                  <a:pt x="272265" y="220979"/>
                </a:moveTo>
                <a:lnTo>
                  <a:pt x="267820" y="219709"/>
                </a:lnTo>
                <a:lnTo>
                  <a:pt x="272686" y="219709"/>
                </a:lnTo>
                <a:lnTo>
                  <a:pt x="272265" y="220979"/>
                </a:lnTo>
                <a:close/>
              </a:path>
              <a:path w="313690" h="275590">
                <a:moveTo>
                  <a:pt x="268740" y="238759"/>
                </a:moveTo>
                <a:lnTo>
                  <a:pt x="267130" y="237489"/>
                </a:lnTo>
                <a:lnTo>
                  <a:pt x="262762" y="234949"/>
                </a:lnTo>
                <a:lnTo>
                  <a:pt x="258471" y="231139"/>
                </a:lnTo>
                <a:lnTo>
                  <a:pt x="254103" y="229869"/>
                </a:lnTo>
                <a:lnTo>
                  <a:pt x="251345" y="227329"/>
                </a:lnTo>
                <a:lnTo>
                  <a:pt x="248663" y="224789"/>
                </a:lnTo>
                <a:lnTo>
                  <a:pt x="245827" y="223519"/>
                </a:lnTo>
                <a:lnTo>
                  <a:pt x="244295" y="223519"/>
                </a:lnTo>
                <a:lnTo>
                  <a:pt x="243528" y="222249"/>
                </a:lnTo>
                <a:lnTo>
                  <a:pt x="268950" y="222249"/>
                </a:lnTo>
                <a:lnTo>
                  <a:pt x="271211" y="227329"/>
                </a:lnTo>
                <a:lnTo>
                  <a:pt x="265751" y="227329"/>
                </a:lnTo>
                <a:lnTo>
                  <a:pt x="269531" y="231139"/>
                </a:lnTo>
                <a:lnTo>
                  <a:pt x="267897" y="231139"/>
                </a:lnTo>
                <a:lnTo>
                  <a:pt x="269494" y="231755"/>
                </a:lnTo>
                <a:lnTo>
                  <a:pt x="269825" y="232303"/>
                </a:lnTo>
                <a:lnTo>
                  <a:pt x="270115" y="232617"/>
                </a:lnTo>
                <a:lnTo>
                  <a:pt x="271268" y="233679"/>
                </a:lnTo>
                <a:lnTo>
                  <a:pt x="271651" y="234949"/>
                </a:lnTo>
                <a:lnTo>
                  <a:pt x="269966" y="237489"/>
                </a:lnTo>
                <a:lnTo>
                  <a:pt x="268740" y="238759"/>
                </a:lnTo>
                <a:close/>
              </a:path>
              <a:path w="313690" h="275590">
                <a:moveTo>
                  <a:pt x="272341" y="229869"/>
                </a:moveTo>
                <a:lnTo>
                  <a:pt x="271728" y="229869"/>
                </a:lnTo>
                <a:lnTo>
                  <a:pt x="266058" y="227329"/>
                </a:lnTo>
                <a:lnTo>
                  <a:pt x="271211" y="227329"/>
                </a:lnTo>
                <a:lnTo>
                  <a:pt x="272341" y="229869"/>
                </a:lnTo>
                <a:close/>
              </a:path>
              <a:path w="313690" h="275590">
                <a:moveTo>
                  <a:pt x="269494" y="231755"/>
                </a:moveTo>
                <a:lnTo>
                  <a:pt x="267897" y="231139"/>
                </a:lnTo>
                <a:lnTo>
                  <a:pt x="269123" y="231139"/>
                </a:lnTo>
                <a:lnTo>
                  <a:pt x="269494" y="231755"/>
                </a:lnTo>
                <a:close/>
              </a:path>
              <a:path w="313690" h="275590">
                <a:moveTo>
                  <a:pt x="271731" y="232617"/>
                </a:moveTo>
                <a:lnTo>
                  <a:pt x="269494" y="231755"/>
                </a:lnTo>
                <a:lnTo>
                  <a:pt x="269123" y="231139"/>
                </a:lnTo>
                <a:lnTo>
                  <a:pt x="269531" y="231139"/>
                </a:lnTo>
                <a:lnTo>
                  <a:pt x="271731" y="232617"/>
                </a:lnTo>
                <a:close/>
              </a:path>
              <a:path w="313690" h="275590">
                <a:moveTo>
                  <a:pt x="170194" y="264159"/>
                </a:moveTo>
                <a:lnTo>
                  <a:pt x="168815" y="264159"/>
                </a:lnTo>
                <a:lnTo>
                  <a:pt x="167742" y="262889"/>
                </a:lnTo>
                <a:lnTo>
                  <a:pt x="170462" y="262889"/>
                </a:lnTo>
                <a:lnTo>
                  <a:pt x="170194" y="264159"/>
                </a:lnTo>
                <a:close/>
              </a:path>
            </a:pathLst>
          </a:custGeom>
          <a:solidFill>
            <a:srgbClr val="8189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5359008" y="5050548"/>
            <a:ext cx="313690" cy="275590"/>
          </a:xfrm>
          <a:custGeom>
            <a:avLst/>
            <a:gdLst/>
            <a:ahLst/>
            <a:cxnLst/>
            <a:rect l="l" t="t" r="r" b="b"/>
            <a:pathLst>
              <a:path w="313690" h="275589">
                <a:moveTo>
                  <a:pt x="145443" y="87629"/>
                </a:moveTo>
                <a:lnTo>
                  <a:pt x="136860" y="87629"/>
                </a:lnTo>
                <a:lnTo>
                  <a:pt x="137166" y="86359"/>
                </a:lnTo>
                <a:lnTo>
                  <a:pt x="138966" y="58419"/>
                </a:lnTo>
                <a:lnTo>
                  <a:pt x="139048" y="57149"/>
                </a:lnTo>
                <a:lnTo>
                  <a:pt x="139130" y="55879"/>
                </a:lnTo>
                <a:lnTo>
                  <a:pt x="139212" y="54609"/>
                </a:lnTo>
                <a:lnTo>
                  <a:pt x="139294" y="53339"/>
                </a:lnTo>
                <a:lnTo>
                  <a:pt x="139376" y="52069"/>
                </a:lnTo>
                <a:lnTo>
                  <a:pt x="139453" y="50799"/>
                </a:lnTo>
                <a:lnTo>
                  <a:pt x="139531" y="49529"/>
                </a:lnTo>
                <a:lnTo>
                  <a:pt x="139608" y="48259"/>
                </a:lnTo>
                <a:lnTo>
                  <a:pt x="139686" y="46989"/>
                </a:lnTo>
                <a:lnTo>
                  <a:pt x="139759" y="45796"/>
                </a:lnTo>
                <a:lnTo>
                  <a:pt x="139841" y="44449"/>
                </a:lnTo>
                <a:lnTo>
                  <a:pt x="139919" y="43179"/>
                </a:lnTo>
                <a:lnTo>
                  <a:pt x="139996" y="41909"/>
                </a:lnTo>
                <a:lnTo>
                  <a:pt x="140074" y="40639"/>
                </a:lnTo>
                <a:lnTo>
                  <a:pt x="140151" y="39369"/>
                </a:lnTo>
                <a:lnTo>
                  <a:pt x="140229" y="38099"/>
                </a:lnTo>
                <a:lnTo>
                  <a:pt x="140306" y="36829"/>
                </a:lnTo>
                <a:lnTo>
                  <a:pt x="140384" y="35559"/>
                </a:lnTo>
                <a:lnTo>
                  <a:pt x="140477" y="25399"/>
                </a:lnTo>
                <a:lnTo>
                  <a:pt x="145979" y="2539"/>
                </a:lnTo>
                <a:lnTo>
                  <a:pt x="147358" y="0"/>
                </a:lnTo>
                <a:lnTo>
                  <a:pt x="149274" y="0"/>
                </a:lnTo>
                <a:lnTo>
                  <a:pt x="151343" y="1269"/>
                </a:lnTo>
                <a:lnTo>
                  <a:pt x="153412" y="5079"/>
                </a:lnTo>
                <a:lnTo>
                  <a:pt x="176452" y="5079"/>
                </a:lnTo>
                <a:lnTo>
                  <a:pt x="176937" y="6349"/>
                </a:lnTo>
                <a:lnTo>
                  <a:pt x="177550" y="7619"/>
                </a:lnTo>
                <a:lnTo>
                  <a:pt x="178010" y="8889"/>
                </a:lnTo>
                <a:lnTo>
                  <a:pt x="178776" y="10159"/>
                </a:lnTo>
                <a:lnTo>
                  <a:pt x="179389" y="12699"/>
                </a:lnTo>
                <a:lnTo>
                  <a:pt x="181458" y="12699"/>
                </a:lnTo>
                <a:lnTo>
                  <a:pt x="182761" y="16509"/>
                </a:lnTo>
                <a:lnTo>
                  <a:pt x="184031" y="29209"/>
                </a:lnTo>
                <a:lnTo>
                  <a:pt x="184234" y="31749"/>
                </a:lnTo>
                <a:lnTo>
                  <a:pt x="184336" y="33019"/>
                </a:lnTo>
                <a:lnTo>
                  <a:pt x="184437" y="34289"/>
                </a:lnTo>
                <a:lnTo>
                  <a:pt x="184539" y="35559"/>
                </a:lnTo>
                <a:lnTo>
                  <a:pt x="184640" y="36829"/>
                </a:lnTo>
                <a:lnTo>
                  <a:pt x="184741" y="38099"/>
                </a:lnTo>
                <a:lnTo>
                  <a:pt x="184843" y="39369"/>
                </a:lnTo>
                <a:lnTo>
                  <a:pt x="184944" y="40639"/>
                </a:lnTo>
                <a:lnTo>
                  <a:pt x="185046" y="41909"/>
                </a:lnTo>
                <a:lnTo>
                  <a:pt x="185147" y="43179"/>
                </a:lnTo>
                <a:lnTo>
                  <a:pt x="185249" y="44449"/>
                </a:lnTo>
                <a:lnTo>
                  <a:pt x="185356" y="45796"/>
                </a:lnTo>
                <a:lnTo>
                  <a:pt x="185452" y="46989"/>
                </a:lnTo>
                <a:lnTo>
                  <a:pt x="185549" y="48259"/>
                </a:lnTo>
                <a:lnTo>
                  <a:pt x="185646" y="49529"/>
                </a:lnTo>
                <a:lnTo>
                  <a:pt x="185743" y="50799"/>
                </a:lnTo>
                <a:lnTo>
                  <a:pt x="185841" y="52069"/>
                </a:lnTo>
                <a:lnTo>
                  <a:pt x="185938" y="53339"/>
                </a:lnTo>
                <a:lnTo>
                  <a:pt x="186035" y="54609"/>
                </a:lnTo>
                <a:lnTo>
                  <a:pt x="186133" y="55879"/>
                </a:lnTo>
                <a:lnTo>
                  <a:pt x="186516" y="57149"/>
                </a:lnTo>
                <a:lnTo>
                  <a:pt x="231361" y="57149"/>
                </a:lnTo>
                <a:lnTo>
                  <a:pt x="216403" y="77469"/>
                </a:lnTo>
                <a:lnTo>
                  <a:pt x="145443" y="77469"/>
                </a:lnTo>
                <a:lnTo>
                  <a:pt x="145443" y="87629"/>
                </a:lnTo>
                <a:close/>
              </a:path>
              <a:path w="313690" h="275589">
                <a:moveTo>
                  <a:pt x="176452" y="5079"/>
                </a:moveTo>
                <a:lnTo>
                  <a:pt x="153412" y="5079"/>
                </a:lnTo>
                <a:lnTo>
                  <a:pt x="154638" y="3809"/>
                </a:lnTo>
                <a:lnTo>
                  <a:pt x="154561" y="2539"/>
                </a:lnTo>
                <a:lnTo>
                  <a:pt x="154485" y="1269"/>
                </a:lnTo>
                <a:lnTo>
                  <a:pt x="157167" y="0"/>
                </a:lnTo>
                <a:lnTo>
                  <a:pt x="160309" y="0"/>
                </a:lnTo>
                <a:lnTo>
                  <a:pt x="162837" y="1269"/>
                </a:lnTo>
                <a:lnTo>
                  <a:pt x="168125" y="1269"/>
                </a:lnTo>
                <a:lnTo>
                  <a:pt x="170884" y="2539"/>
                </a:lnTo>
                <a:lnTo>
                  <a:pt x="173182" y="3809"/>
                </a:lnTo>
                <a:lnTo>
                  <a:pt x="175481" y="3809"/>
                </a:lnTo>
                <a:lnTo>
                  <a:pt x="176452" y="5079"/>
                </a:lnTo>
                <a:close/>
              </a:path>
              <a:path w="313690" h="275589">
                <a:moveTo>
                  <a:pt x="168125" y="1269"/>
                </a:moveTo>
                <a:lnTo>
                  <a:pt x="162837" y="1269"/>
                </a:lnTo>
                <a:lnTo>
                  <a:pt x="165673" y="0"/>
                </a:lnTo>
                <a:lnTo>
                  <a:pt x="168125" y="1269"/>
                </a:lnTo>
                <a:close/>
              </a:path>
              <a:path w="313690" h="275589">
                <a:moveTo>
                  <a:pt x="181458" y="12699"/>
                </a:moveTo>
                <a:lnTo>
                  <a:pt x="179389" y="12699"/>
                </a:lnTo>
                <a:lnTo>
                  <a:pt x="179926" y="11429"/>
                </a:lnTo>
                <a:lnTo>
                  <a:pt x="178930" y="7619"/>
                </a:lnTo>
                <a:lnTo>
                  <a:pt x="180309" y="7619"/>
                </a:lnTo>
                <a:lnTo>
                  <a:pt x="180462" y="8889"/>
                </a:lnTo>
                <a:lnTo>
                  <a:pt x="181458" y="12699"/>
                </a:lnTo>
                <a:close/>
              </a:path>
              <a:path w="313690" h="275589">
                <a:moveTo>
                  <a:pt x="231361" y="57149"/>
                </a:moveTo>
                <a:lnTo>
                  <a:pt x="186516" y="57149"/>
                </a:lnTo>
                <a:lnTo>
                  <a:pt x="189734" y="53339"/>
                </a:lnTo>
                <a:lnTo>
                  <a:pt x="192800" y="49529"/>
                </a:lnTo>
                <a:lnTo>
                  <a:pt x="195788" y="46989"/>
                </a:lnTo>
                <a:lnTo>
                  <a:pt x="198087" y="43179"/>
                </a:lnTo>
                <a:lnTo>
                  <a:pt x="200079" y="40639"/>
                </a:lnTo>
                <a:lnTo>
                  <a:pt x="202838" y="39369"/>
                </a:lnTo>
                <a:lnTo>
                  <a:pt x="207819" y="35559"/>
                </a:lnTo>
                <a:lnTo>
                  <a:pt x="211344" y="31749"/>
                </a:lnTo>
                <a:lnTo>
                  <a:pt x="215712" y="26669"/>
                </a:lnTo>
                <a:lnTo>
                  <a:pt x="217704" y="25399"/>
                </a:lnTo>
                <a:lnTo>
                  <a:pt x="219467" y="22859"/>
                </a:lnTo>
                <a:lnTo>
                  <a:pt x="220923" y="20319"/>
                </a:lnTo>
                <a:lnTo>
                  <a:pt x="223911" y="16509"/>
                </a:lnTo>
                <a:lnTo>
                  <a:pt x="227436" y="12699"/>
                </a:lnTo>
                <a:lnTo>
                  <a:pt x="231881" y="10159"/>
                </a:lnTo>
                <a:lnTo>
                  <a:pt x="233413" y="8889"/>
                </a:lnTo>
                <a:lnTo>
                  <a:pt x="234256" y="8889"/>
                </a:lnTo>
                <a:lnTo>
                  <a:pt x="235942" y="7619"/>
                </a:lnTo>
                <a:lnTo>
                  <a:pt x="237168" y="8889"/>
                </a:lnTo>
                <a:lnTo>
                  <a:pt x="237475" y="10159"/>
                </a:lnTo>
                <a:lnTo>
                  <a:pt x="252749" y="10159"/>
                </a:lnTo>
                <a:lnTo>
                  <a:pt x="253260" y="11429"/>
                </a:lnTo>
                <a:lnTo>
                  <a:pt x="255406" y="11429"/>
                </a:lnTo>
                <a:lnTo>
                  <a:pt x="255789" y="12699"/>
                </a:lnTo>
                <a:lnTo>
                  <a:pt x="256019" y="13969"/>
                </a:lnTo>
                <a:lnTo>
                  <a:pt x="255942" y="15239"/>
                </a:lnTo>
                <a:lnTo>
                  <a:pt x="255636" y="16509"/>
                </a:lnTo>
                <a:lnTo>
                  <a:pt x="255253" y="19049"/>
                </a:lnTo>
                <a:lnTo>
                  <a:pt x="254716" y="20319"/>
                </a:lnTo>
                <a:lnTo>
                  <a:pt x="257694" y="20319"/>
                </a:lnTo>
                <a:lnTo>
                  <a:pt x="257168" y="22859"/>
                </a:lnTo>
                <a:lnTo>
                  <a:pt x="254333" y="26669"/>
                </a:lnTo>
                <a:lnTo>
                  <a:pt x="250961" y="31749"/>
                </a:lnTo>
                <a:lnTo>
                  <a:pt x="231361" y="57149"/>
                </a:lnTo>
                <a:close/>
              </a:path>
              <a:path w="313690" h="275589">
                <a:moveTo>
                  <a:pt x="244908" y="8889"/>
                </a:moveTo>
                <a:lnTo>
                  <a:pt x="240157" y="8889"/>
                </a:lnTo>
                <a:lnTo>
                  <a:pt x="241689" y="7619"/>
                </a:lnTo>
                <a:lnTo>
                  <a:pt x="243682" y="7619"/>
                </a:lnTo>
                <a:lnTo>
                  <a:pt x="244908" y="8889"/>
                </a:lnTo>
                <a:close/>
              </a:path>
              <a:path w="313690" h="275589">
                <a:moveTo>
                  <a:pt x="252749" y="10159"/>
                </a:moveTo>
                <a:lnTo>
                  <a:pt x="237475" y="10159"/>
                </a:lnTo>
                <a:lnTo>
                  <a:pt x="239314" y="8889"/>
                </a:lnTo>
                <a:lnTo>
                  <a:pt x="252494" y="8889"/>
                </a:lnTo>
                <a:lnTo>
                  <a:pt x="252749" y="10159"/>
                </a:lnTo>
                <a:close/>
              </a:path>
              <a:path w="313690" h="275589">
                <a:moveTo>
                  <a:pt x="257694" y="20319"/>
                </a:moveTo>
                <a:lnTo>
                  <a:pt x="255253" y="20319"/>
                </a:lnTo>
                <a:lnTo>
                  <a:pt x="258011" y="15239"/>
                </a:lnTo>
                <a:lnTo>
                  <a:pt x="258548" y="15239"/>
                </a:lnTo>
                <a:lnTo>
                  <a:pt x="258548" y="16509"/>
                </a:lnTo>
                <a:lnTo>
                  <a:pt x="258395" y="16509"/>
                </a:lnTo>
                <a:lnTo>
                  <a:pt x="257694" y="20319"/>
                </a:lnTo>
                <a:close/>
              </a:path>
              <a:path w="313690" h="275589">
                <a:moveTo>
                  <a:pt x="81916" y="38099"/>
                </a:moveTo>
                <a:lnTo>
                  <a:pt x="76629" y="38099"/>
                </a:lnTo>
                <a:lnTo>
                  <a:pt x="75480" y="35559"/>
                </a:lnTo>
                <a:lnTo>
                  <a:pt x="74254" y="34289"/>
                </a:lnTo>
                <a:lnTo>
                  <a:pt x="73104" y="31749"/>
                </a:lnTo>
                <a:lnTo>
                  <a:pt x="74790" y="31749"/>
                </a:lnTo>
                <a:lnTo>
                  <a:pt x="76936" y="34289"/>
                </a:lnTo>
                <a:lnTo>
                  <a:pt x="81916" y="38099"/>
                </a:lnTo>
                <a:close/>
              </a:path>
              <a:path w="313690" h="275589">
                <a:moveTo>
                  <a:pt x="88552" y="44449"/>
                </a:moveTo>
                <a:lnTo>
                  <a:pt x="62223" y="44449"/>
                </a:lnTo>
                <a:lnTo>
                  <a:pt x="61303" y="43179"/>
                </a:lnTo>
                <a:lnTo>
                  <a:pt x="60460" y="41909"/>
                </a:lnTo>
                <a:lnTo>
                  <a:pt x="58506" y="39369"/>
                </a:lnTo>
                <a:lnTo>
                  <a:pt x="70499" y="39369"/>
                </a:lnTo>
                <a:lnTo>
                  <a:pt x="69503" y="38099"/>
                </a:lnTo>
                <a:lnTo>
                  <a:pt x="67357" y="34289"/>
                </a:lnTo>
                <a:lnTo>
                  <a:pt x="68813" y="33019"/>
                </a:lnTo>
                <a:lnTo>
                  <a:pt x="69962" y="33019"/>
                </a:lnTo>
                <a:lnTo>
                  <a:pt x="71418" y="34289"/>
                </a:lnTo>
                <a:lnTo>
                  <a:pt x="72951" y="35559"/>
                </a:lnTo>
                <a:lnTo>
                  <a:pt x="74713" y="38099"/>
                </a:lnTo>
                <a:lnTo>
                  <a:pt x="81916" y="38099"/>
                </a:lnTo>
                <a:lnTo>
                  <a:pt x="82746" y="39369"/>
                </a:lnTo>
                <a:lnTo>
                  <a:pt x="88552" y="44449"/>
                </a:lnTo>
                <a:close/>
              </a:path>
              <a:path w="313690" h="275589">
                <a:moveTo>
                  <a:pt x="70499" y="39369"/>
                </a:moveTo>
                <a:lnTo>
                  <a:pt x="58698" y="39369"/>
                </a:lnTo>
                <a:lnTo>
                  <a:pt x="59847" y="38099"/>
                </a:lnTo>
                <a:lnTo>
                  <a:pt x="61456" y="38099"/>
                </a:lnTo>
                <a:lnTo>
                  <a:pt x="62989" y="36829"/>
                </a:lnTo>
                <a:lnTo>
                  <a:pt x="64675" y="35559"/>
                </a:lnTo>
                <a:lnTo>
                  <a:pt x="66667" y="35559"/>
                </a:lnTo>
                <a:lnTo>
                  <a:pt x="67893" y="36829"/>
                </a:lnTo>
                <a:lnTo>
                  <a:pt x="70499" y="39369"/>
                </a:lnTo>
                <a:close/>
              </a:path>
              <a:path w="313690" h="275589">
                <a:moveTo>
                  <a:pt x="103959" y="58419"/>
                </a:moveTo>
                <a:lnTo>
                  <a:pt x="60154" y="58419"/>
                </a:lnTo>
                <a:lnTo>
                  <a:pt x="60843" y="57149"/>
                </a:lnTo>
                <a:lnTo>
                  <a:pt x="60307" y="57149"/>
                </a:lnTo>
                <a:lnTo>
                  <a:pt x="53564" y="48259"/>
                </a:lnTo>
                <a:lnTo>
                  <a:pt x="51955" y="45796"/>
                </a:lnTo>
                <a:lnTo>
                  <a:pt x="54560" y="43179"/>
                </a:lnTo>
                <a:lnTo>
                  <a:pt x="56016" y="41909"/>
                </a:lnTo>
                <a:lnTo>
                  <a:pt x="56859" y="43179"/>
                </a:lnTo>
                <a:lnTo>
                  <a:pt x="60230" y="43179"/>
                </a:lnTo>
                <a:lnTo>
                  <a:pt x="60767" y="44449"/>
                </a:lnTo>
                <a:lnTo>
                  <a:pt x="88552" y="44449"/>
                </a:lnTo>
                <a:lnTo>
                  <a:pt x="99317" y="54609"/>
                </a:lnTo>
                <a:lnTo>
                  <a:pt x="103959" y="58419"/>
                </a:lnTo>
                <a:close/>
              </a:path>
              <a:path w="313690" h="275589">
                <a:moveTo>
                  <a:pt x="60230" y="43179"/>
                </a:moveTo>
                <a:lnTo>
                  <a:pt x="58621" y="43179"/>
                </a:lnTo>
                <a:lnTo>
                  <a:pt x="58161" y="41909"/>
                </a:lnTo>
                <a:lnTo>
                  <a:pt x="60230" y="43179"/>
                </a:lnTo>
                <a:close/>
              </a:path>
              <a:path w="313690" h="275589">
                <a:moveTo>
                  <a:pt x="52519" y="52069"/>
                </a:moveTo>
                <a:lnTo>
                  <a:pt x="50882" y="52069"/>
                </a:lnTo>
                <a:lnTo>
                  <a:pt x="49349" y="49529"/>
                </a:lnTo>
                <a:lnTo>
                  <a:pt x="49655" y="49529"/>
                </a:lnTo>
                <a:lnTo>
                  <a:pt x="52519" y="52069"/>
                </a:lnTo>
                <a:close/>
              </a:path>
              <a:path w="313690" h="275589">
                <a:moveTo>
                  <a:pt x="13793" y="171449"/>
                </a:moveTo>
                <a:lnTo>
                  <a:pt x="8812" y="168909"/>
                </a:lnTo>
                <a:lnTo>
                  <a:pt x="4214" y="166369"/>
                </a:lnTo>
                <a:lnTo>
                  <a:pt x="842" y="165099"/>
                </a:lnTo>
                <a:lnTo>
                  <a:pt x="0" y="161289"/>
                </a:lnTo>
                <a:lnTo>
                  <a:pt x="1455" y="157479"/>
                </a:lnTo>
                <a:lnTo>
                  <a:pt x="3065" y="153669"/>
                </a:lnTo>
                <a:lnTo>
                  <a:pt x="6360" y="152399"/>
                </a:lnTo>
                <a:lnTo>
                  <a:pt x="9961" y="149859"/>
                </a:lnTo>
                <a:lnTo>
                  <a:pt x="16628" y="147319"/>
                </a:lnTo>
                <a:lnTo>
                  <a:pt x="30268" y="140969"/>
                </a:lnTo>
                <a:lnTo>
                  <a:pt x="35939" y="140969"/>
                </a:lnTo>
                <a:lnTo>
                  <a:pt x="38697" y="138429"/>
                </a:lnTo>
                <a:lnTo>
                  <a:pt x="41609" y="138429"/>
                </a:lnTo>
                <a:lnTo>
                  <a:pt x="44368" y="137159"/>
                </a:lnTo>
                <a:lnTo>
                  <a:pt x="47280" y="135889"/>
                </a:lnTo>
                <a:lnTo>
                  <a:pt x="64866" y="129539"/>
                </a:lnTo>
                <a:lnTo>
                  <a:pt x="82453" y="124459"/>
                </a:lnTo>
                <a:lnTo>
                  <a:pt x="89809" y="121919"/>
                </a:lnTo>
                <a:lnTo>
                  <a:pt x="97242" y="120649"/>
                </a:lnTo>
                <a:lnTo>
                  <a:pt x="104676" y="118109"/>
                </a:lnTo>
                <a:lnTo>
                  <a:pt x="105518" y="118109"/>
                </a:lnTo>
                <a:lnTo>
                  <a:pt x="106285" y="116839"/>
                </a:lnTo>
                <a:lnTo>
                  <a:pt x="98928" y="111759"/>
                </a:lnTo>
                <a:lnTo>
                  <a:pt x="87284" y="100329"/>
                </a:lnTo>
                <a:lnTo>
                  <a:pt x="53717" y="67309"/>
                </a:lnTo>
                <a:lnTo>
                  <a:pt x="47280" y="57149"/>
                </a:lnTo>
                <a:lnTo>
                  <a:pt x="46514" y="55879"/>
                </a:lnTo>
                <a:lnTo>
                  <a:pt x="46590" y="54609"/>
                </a:lnTo>
                <a:lnTo>
                  <a:pt x="46667" y="53339"/>
                </a:lnTo>
                <a:lnTo>
                  <a:pt x="48583" y="50799"/>
                </a:lnTo>
                <a:lnTo>
                  <a:pt x="50652" y="52069"/>
                </a:lnTo>
                <a:lnTo>
                  <a:pt x="52519" y="52069"/>
                </a:lnTo>
                <a:lnTo>
                  <a:pt x="60154" y="58419"/>
                </a:lnTo>
                <a:lnTo>
                  <a:pt x="103959" y="58419"/>
                </a:lnTo>
                <a:lnTo>
                  <a:pt x="134868" y="86359"/>
                </a:lnTo>
                <a:lnTo>
                  <a:pt x="135404" y="87629"/>
                </a:lnTo>
                <a:lnTo>
                  <a:pt x="145443" y="87629"/>
                </a:lnTo>
                <a:lnTo>
                  <a:pt x="145443" y="95249"/>
                </a:lnTo>
                <a:lnTo>
                  <a:pt x="277359" y="95249"/>
                </a:lnTo>
                <a:lnTo>
                  <a:pt x="259544" y="102869"/>
                </a:lnTo>
                <a:lnTo>
                  <a:pt x="235348" y="111759"/>
                </a:lnTo>
                <a:lnTo>
                  <a:pt x="223207" y="115569"/>
                </a:lnTo>
                <a:lnTo>
                  <a:pt x="211037" y="120649"/>
                </a:lnTo>
                <a:lnTo>
                  <a:pt x="185826" y="129539"/>
                </a:lnTo>
                <a:lnTo>
                  <a:pt x="184983" y="129539"/>
                </a:lnTo>
                <a:lnTo>
                  <a:pt x="186669" y="130809"/>
                </a:lnTo>
                <a:lnTo>
                  <a:pt x="181305" y="130809"/>
                </a:lnTo>
                <a:lnTo>
                  <a:pt x="181075" y="132079"/>
                </a:lnTo>
                <a:lnTo>
                  <a:pt x="208231" y="153669"/>
                </a:lnTo>
                <a:lnTo>
                  <a:pt x="108047" y="153669"/>
                </a:lnTo>
                <a:lnTo>
                  <a:pt x="104292" y="154939"/>
                </a:lnTo>
                <a:lnTo>
                  <a:pt x="78775" y="160019"/>
                </a:lnTo>
                <a:lnTo>
                  <a:pt x="70556" y="161289"/>
                </a:lnTo>
                <a:lnTo>
                  <a:pt x="62338" y="163829"/>
                </a:lnTo>
                <a:lnTo>
                  <a:pt x="45901" y="167639"/>
                </a:lnTo>
                <a:lnTo>
                  <a:pt x="19234" y="170179"/>
                </a:lnTo>
                <a:lnTo>
                  <a:pt x="13793" y="171449"/>
                </a:lnTo>
                <a:close/>
              </a:path>
              <a:path w="313690" h="275589">
                <a:moveTo>
                  <a:pt x="300234" y="69849"/>
                </a:moveTo>
                <a:lnTo>
                  <a:pt x="292188" y="69849"/>
                </a:lnTo>
                <a:lnTo>
                  <a:pt x="293567" y="68579"/>
                </a:lnTo>
                <a:lnTo>
                  <a:pt x="296403" y="68579"/>
                </a:lnTo>
                <a:lnTo>
                  <a:pt x="300234" y="69849"/>
                </a:lnTo>
                <a:close/>
              </a:path>
              <a:path w="313690" h="275589">
                <a:moveTo>
                  <a:pt x="277359" y="95249"/>
                </a:moveTo>
                <a:lnTo>
                  <a:pt x="203988" y="95249"/>
                </a:lnTo>
                <a:lnTo>
                  <a:pt x="204302" y="94849"/>
                </a:lnTo>
                <a:lnTo>
                  <a:pt x="204932" y="93944"/>
                </a:lnTo>
                <a:lnTo>
                  <a:pt x="206329" y="93944"/>
                </a:lnTo>
                <a:lnTo>
                  <a:pt x="277705" y="72389"/>
                </a:lnTo>
                <a:lnTo>
                  <a:pt x="280694" y="72389"/>
                </a:lnTo>
                <a:lnTo>
                  <a:pt x="283529" y="71119"/>
                </a:lnTo>
                <a:lnTo>
                  <a:pt x="286518" y="69849"/>
                </a:lnTo>
                <a:lnTo>
                  <a:pt x="300234" y="69849"/>
                </a:lnTo>
                <a:lnTo>
                  <a:pt x="304449" y="68579"/>
                </a:lnTo>
                <a:lnTo>
                  <a:pt x="308051" y="72389"/>
                </a:lnTo>
                <a:lnTo>
                  <a:pt x="310349" y="73659"/>
                </a:lnTo>
                <a:lnTo>
                  <a:pt x="310924" y="73659"/>
                </a:lnTo>
                <a:lnTo>
                  <a:pt x="311039" y="74929"/>
                </a:lnTo>
                <a:lnTo>
                  <a:pt x="313568" y="74929"/>
                </a:lnTo>
                <a:lnTo>
                  <a:pt x="313108" y="77469"/>
                </a:lnTo>
                <a:lnTo>
                  <a:pt x="312572" y="81279"/>
                </a:lnTo>
                <a:lnTo>
                  <a:pt x="309736" y="82549"/>
                </a:lnTo>
                <a:lnTo>
                  <a:pt x="306978" y="83819"/>
                </a:lnTo>
                <a:lnTo>
                  <a:pt x="277359" y="95249"/>
                </a:lnTo>
                <a:close/>
              </a:path>
              <a:path w="313690" h="275589">
                <a:moveTo>
                  <a:pt x="310924" y="73659"/>
                </a:moveTo>
                <a:lnTo>
                  <a:pt x="310349" y="73659"/>
                </a:lnTo>
                <a:lnTo>
                  <a:pt x="310809" y="72389"/>
                </a:lnTo>
                <a:lnTo>
                  <a:pt x="310924" y="73659"/>
                </a:lnTo>
                <a:close/>
              </a:path>
              <a:path w="313690" h="275589">
                <a:moveTo>
                  <a:pt x="203988" y="95249"/>
                </a:moveTo>
                <a:lnTo>
                  <a:pt x="145596" y="95249"/>
                </a:lnTo>
                <a:lnTo>
                  <a:pt x="145596" y="77469"/>
                </a:lnTo>
                <a:lnTo>
                  <a:pt x="216403" y="77469"/>
                </a:lnTo>
                <a:lnTo>
                  <a:pt x="204302" y="94849"/>
                </a:lnTo>
                <a:lnTo>
                  <a:pt x="203988" y="95249"/>
                </a:lnTo>
                <a:close/>
              </a:path>
              <a:path w="313690" h="275589">
                <a:moveTo>
                  <a:pt x="232064" y="170179"/>
                </a:moveTo>
                <a:lnTo>
                  <a:pt x="227896" y="170179"/>
                </a:lnTo>
                <a:lnTo>
                  <a:pt x="228279" y="168909"/>
                </a:lnTo>
                <a:lnTo>
                  <a:pt x="226747" y="167639"/>
                </a:lnTo>
                <a:lnTo>
                  <a:pt x="225291" y="166369"/>
                </a:lnTo>
                <a:lnTo>
                  <a:pt x="223681" y="165099"/>
                </a:lnTo>
                <a:lnTo>
                  <a:pt x="213553" y="157479"/>
                </a:lnTo>
                <a:lnTo>
                  <a:pt x="183068" y="130809"/>
                </a:lnTo>
                <a:lnTo>
                  <a:pt x="186669" y="130809"/>
                </a:lnTo>
                <a:lnTo>
                  <a:pt x="187512" y="132079"/>
                </a:lnTo>
                <a:lnTo>
                  <a:pt x="189964" y="134619"/>
                </a:lnTo>
                <a:lnTo>
                  <a:pt x="199668" y="142239"/>
                </a:lnTo>
                <a:lnTo>
                  <a:pt x="221306" y="161289"/>
                </a:lnTo>
                <a:lnTo>
                  <a:pt x="227128" y="165099"/>
                </a:lnTo>
                <a:lnTo>
                  <a:pt x="232064" y="170179"/>
                </a:lnTo>
                <a:close/>
              </a:path>
              <a:path w="313690" h="275589">
                <a:moveTo>
                  <a:pt x="81687" y="227329"/>
                </a:moveTo>
                <a:lnTo>
                  <a:pt x="79158" y="226059"/>
                </a:lnTo>
                <a:lnTo>
                  <a:pt x="77549" y="224789"/>
                </a:lnTo>
                <a:lnTo>
                  <a:pt x="72951" y="224789"/>
                </a:lnTo>
                <a:lnTo>
                  <a:pt x="68813" y="222249"/>
                </a:lnTo>
                <a:lnTo>
                  <a:pt x="69196" y="219709"/>
                </a:lnTo>
                <a:lnTo>
                  <a:pt x="69732" y="215899"/>
                </a:lnTo>
                <a:lnTo>
                  <a:pt x="70039" y="212089"/>
                </a:lnTo>
                <a:lnTo>
                  <a:pt x="71648" y="209549"/>
                </a:lnTo>
                <a:lnTo>
                  <a:pt x="75729" y="201929"/>
                </a:lnTo>
                <a:lnTo>
                  <a:pt x="79924" y="195579"/>
                </a:lnTo>
                <a:lnTo>
                  <a:pt x="84235" y="189229"/>
                </a:lnTo>
                <a:lnTo>
                  <a:pt x="93072" y="175259"/>
                </a:lnTo>
                <a:lnTo>
                  <a:pt x="97635" y="168909"/>
                </a:lnTo>
                <a:lnTo>
                  <a:pt x="106898" y="156209"/>
                </a:lnTo>
                <a:lnTo>
                  <a:pt x="107204" y="156209"/>
                </a:lnTo>
                <a:lnTo>
                  <a:pt x="107511" y="154939"/>
                </a:lnTo>
                <a:lnTo>
                  <a:pt x="108047" y="153669"/>
                </a:lnTo>
                <a:lnTo>
                  <a:pt x="208231" y="153669"/>
                </a:lnTo>
                <a:lnTo>
                  <a:pt x="227896" y="170179"/>
                </a:lnTo>
                <a:lnTo>
                  <a:pt x="232064" y="170179"/>
                </a:lnTo>
                <a:lnTo>
                  <a:pt x="240228" y="177799"/>
                </a:lnTo>
                <a:lnTo>
                  <a:pt x="132109" y="177799"/>
                </a:lnTo>
                <a:lnTo>
                  <a:pt x="130423" y="179069"/>
                </a:lnTo>
                <a:lnTo>
                  <a:pt x="128661" y="181609"/>
                </a:lnTo>
                <a:lnTo>
                  <a:pt x="127051" y="182879"/>
                </a:lnTo>
                <a:lnTo>
                  <a:pt x="114570" y="198119"/>
                </a:lnTo>
                <a:lnTo>
                  <a:pt x="108355" y="204469"/>
                </a:lnTo>
                <a:lnTo>
                  <a:pt x="98469" y="217169"/>
                </a:lnTo>
                <a:lnTo>
                  <a:pt x="96476" y="218439"/>
                </a:lnTo>
                <a:lnTo>
                  <a:pt x="95940" y="219709"/>
                </a:lnTo>
                <a:lnTo>
                  <a:pt x="92568" y="219709"/>
                </a:lnTo>
                <a:lnTo>
                  <a:pt x="90576" y="220979"/>
                </a:lnTo>
                <a:lnTo>
                  <a:pt x="88813" y="223519"/>
                </a:lnTo>
                <a:lnTo>
                  <a:pt x="84905" y="223519"/>
                </a:lnTo>
                <a:lnTo>
                  <a:pt x="84445" y="224789"/>
                </a:lnTo>
                <a:lnTo>
                  <a:pt x="81687" y="227329"/>
                </a:lnTo>
                <a:close/>
              </a:path>
              <a:path w="313690" h="275589">
                <a:moveTo>
                  <a:pt x="161611" y="275589"/>
                </a:moveTo>
                <a:lnTo>
                  <a:pt x="143807" y="275589"/>
                </a:lnTo>
                <a:lnTo>
                  <a:pt x="141841" y="273049"/>
                </a:lnTo>
                <a:lnTo>
                  <a:pt x="140921" y="267969"/>
                </a:lnTo>
                <a:lnTo>
                  <a:pt x="139695" y="264159"/>
                </a:lnTo>
                <a:lnTo>
                  <a:pt x="137656" y="253999"/>
                </a:lnTo>
                <a:lnTo>
                  <a:pt x="136027" y="246379"/>
                </a:lnTo>
                <a:lnTo>
                  <a:pt x="134814" y="237489"/>
                </a:lnTo>
                <a:lnTo>
                  <a:pt x="134025" y="227329"/>
                </a:lnTo>
                <a:lnTo>
                  <a:pt x="133963" y="226059"/>
                </a:lnTo>
                <a:lnTo>
                  <a:pt x="133841" y="223519"/>
                </a:lnTo>
                <a:lnTo>
                  <a:pt x="133719" y="220979"/>
                </a:lnTo>
                <a:lnTo>
                  <a:pt x="133596" y="218439"/>
                </a:lnTo>
                <a:lnTo>
                  <a:pt x="133474" y="215899"/>
                </a:lnTo>
                <a:lnTo>
                  <a:pt x="133357" y="212089"/>
                </a:lnTo>
                <a:lnTo>
                  <a:pt x="133241" y="208279"/>
                </a:lnTo>
                <a:lnTo>
                  <a:pt x="133124" y="204469"/>
                </a:lnTo>
                <a:lnTo>
                  <a:pt x="133095" y="203199"/>
                </a:lnTo>
                <a:lnTo>
                  <a:pt x="132978" y="198119"/>
                </a:lnTo>
                <a:lnTo>
                  <a:pt x="132861" y="193039"/>
                </a:lnTo>
                <a:lnTo>
                  <a:pt x="132763" y="189229"/>
                </a:lnTo>
                <a:lnTo>
                  <a:pt x="132645" y="180339"/>
                </a:lnTo>
                <a:lnTo>
                  <a:pt x="132415" y="179069"/>
                </a:lnTo>
                <a:lnTo>
                  <a:pt x="132109" y="177799"/>
                </a:lnTo>
                <a:lnTo>
                  <a:pt x="240228" y="177799"/>
                </a:lnTo>
                <a:lnTo>
                  <a:pt x="241041" y="179069"/>
                </a:lnTo>
                <a:lnTo>
                  <a:pt x="174332" y="179069"/>
                </a:lnTo>
                <a:lnTo>
                  <a:pt x="173872" y="182879"/>
                </a:lnTo>
                <a:lnTo>
                  <a:pt x="173489" y="186689"/>
                </a:lnTo>
                <a:lnTo>
                  <a:pt x="173029" y="189229"/>
                </a:lnTo>
                <a:lnTo>
                  <a:pt x="172903" y="190499"/>
                </a:lnTo>
                <a:lnTo>
                  <a:pt x="141151" y="190499"/>
                </a:lnTo>
                <a:lnTo>
                  <a:pt x="141151" y="214629"/>
                </a:lnTo>
                <a:lnTo>
                  <a:pt x="171594" y="214629"/>
                </a:lnTo>
                <a:lnTo>
                  <a:pt x="171721" y="227329"/>
                </a:lnTo>
                <a:lnTo>
                  <a:pt x="171833" y="231755"/>
                </a:lnTo>
                <a:lnTo>
                  <a:pt x="172401" y="246379"/>
                </a:lnTo>
                <a:lnTo>
                  <a:pt x="172493" y="248919"/>
                </a:lnTo>
                <a:lnTo>
                  <a:pt x="171803" y="253999"/>
                </a:lnTo>
                <a:lnTo>
                  <a:pt x="171343" y="259079"/>
                </a:lnTo>
                <a:lnTo>
                  <a:pt x="171113" y="260349"/>
                </a:lnTo>
                <a:lnTo>
                  <a:pt x="170730" y="261619"/>
                </a:lnTo>
                <a:lnTo>
                  <a:pt x="170462" y="262889"/>
                </a:lnTo>
                <a:lnTo>
                  <a:pt x="167435" y="262889"/>
                </a:lnTo>
                <a:lnTo>
                  <a:pt x="166822" y="264159"/>
                </a:lnTo>
                <a:lnTo>
                  <a:pt x="165136" y="267969"/>
                </a:lnTo>
                <a:lnTo>
                  <a:pt x="164063" y="269239"/>
                </a:lnTo>
                <a:lnTo>
                  <a:pt x="163757" y="270509"/>
                </a:lnTo>
                <a:lnTo>
                  <a:pt x="162761" y="271779"/>
                </a:lnTo>
                <a:lnTo>
                  <a:pt x="161688" y="271779"/>
                </a:lnTo>
                <a:lnTo>
                  <a:pt x="161765" y="274319"/>
                </a:lnTo>
                <a:lnTo>
                  <a:pt x="161611" y="275589"/>
                </a:lnTo>
                <a:close/>
              </a:path>
              <a:path w="313690" h="275589">
                <a:moveTo>
                  <a:pt x="263222" y="242569"/>
                </a:moveTo>
                <a:lnTo>
                  <a:pt x="258778" y="242569"/>
                </a:lnTo>
                <a:lnTo>
                  <a:pt x="256632" y="241299"/>
                </a:lnTo>
                <a:lnTo>
                  <a:pt x="254640" y="240029"/>
                </a:lnTo>
                <a:lnTo>
                  <a:pt x="246201" y="234949"/>
                </a:lnTo>
                <a:lnTo>
                  <a:pt x="237992" y="229869"/>
                </a:lnTo>
                <a:lnTo>
                  <a:pt x="229984" y="223519"/>
                </a:lnTo>
                <a:lnTo>
                  <a:pt x="222149" y="217169"/>
                </a:lnTo>
                <a:lnTo>
                  <a:pt x="217704" y="214629"/>
                </a:lnTo>
                <a:lnTo>
                  <a:pt x="212953" y="212089"/>
                </a:lnTo>
                <a:lnTo>
                  <a:pt x="208585" y="208279"/>
                </a:lnTo>
                <a:lnTo>
                  <a:pt x="182761" y="186689"/>
                </a:lnTo>
                <a:lnTo>
                  <a:pt x="180462" y="184149"/>
                </a:lnTo>
                <a:lnTo>
                  <a:pt x="178317" y="181609"/>
                </a:lnTo>
                <a:lnTo>
                  <a:pt x="176094" y="180339"/>
                </a:lnTo>
                <a:lnTo>
                  <a:pt x="175481" y="179069"/>
                </a:lnTo>
                <a:lnTo>
                  <a:pt x="241041" y="179069"/>
                </a:lnTo>
                <a:lnTo>
                  <a:pt x="244295" y="181609"/>
                </a:lnTo>
                <a:lnTo>
                  <a:pt x="246210" y="184149"/>
                </a:lnTo>
                <a:lnTo>
                  <a:pt x="247896" y="185419"/>
                </a:lnTo>
                <a:lnTo>
                  <a:pt x="249812" y="187959"/>
                </a:lnTo>
                <a:lnTo>
                  <a:pt x="252494" y="190499"/>
                </a:lnTo>
                <a:lnTo>
                  <a:pt x="253414" y="193039"/>
                </a:lnTo>
                <a:lnTo>
                  <a:pt x="253873" y="196849"/>
                </a:lnTo>
                <a:lnTo>
                  <a:pt x="253279" y="198119"/>
                </a:lnTo>
                <a:lnTo>
                  <a:pt x="253107" y="198119"/>
                </a:lnTo>
                <a:lnTo>
                  <a:pt x="271466" y="215899"/>
                </a:lnTo>
                <a:lnTo>
                  <a:pt x="269506" y="215899"/>
                </a:lnTo>
                <a:lnTo>
                  <a:pt x="269812" y="218439"/>
                </a:lnTo>
                <a:lnTo>
                  <a:pt x="273107" y="218439"/>
                </a:lnTo>
                <a:lnTo>
                  <a:pt x="272686" y="219709"/>
                </a:lnTo>
                <a:lnTo>
                  <a:pt x="267820" y="219709"/>
                </a:lnTo>
                <a:lnTo>
                  <a:pt x="268950" y="222249"/>
                </a:lnTo>
                <a:lnTo>
                  <a:pt x="243528" y="222249"/>
                </a:lnTo>
                <a:lnTo>
                  <a:pt x="243145" y="223519"/>
                </a:lnTo>
                <a:lnTo>
                  <a:pt x="244755" y="224789"/>
                </a:lnTo>
                <a:lnTo>
                  <a:pt x="246287" y="226059"/>
                </a:lnTo>
                <a:lnTo>
                  <a:pt x="247973" y="227329"/>
                </a:lnTo>
                <a:lnTo>
                  <a:pt x="252188" y="229869"/>
                </a:lnTo>
                <a:lnTo>
                  <a:pt x="256479" y="233679"/>
                </a:lnTo>
                <a:lnTo>
                  <a:pt x="260617" y="236219"/>
                </a:lnTo>
                <a:lnTo>
                  <a:pt x="262533" y="237489"/>
                </a:lnTo>
                <a:lnTo>
                  <a:pt x="264295" y="238759"/>
                </a:lnTo>
                <a:lnTo>
                  <a:pt x="266287" y="241299"/>
                </a:lnTo>
                <a:lnTo>
                  <a:pt x="265751" y="241299"/>
                </a:lnTo>
                <a:lnTo>
                  <a:pt x="263222" y="242569"/>
                </a:lnTo>
                <a:close/>
              </a:path>
              <a:path w="313690" h="275589">
                <a:moveTo>
                  <a:pt x="171594" y="214629"/>
                </a:moveTo>
                <a:lnTo>
                  <a:pt x="142147" y="214629"/>
                </a:lnTo>
                <a:lnTo>
                  <a:pt x="142147" y="191769"/>
                </a:lnTo>
                <a:lnTo>
                  <a:pt x="141688" y="191769"/>
                </a:lnTo>
                <a:lnTo>
                  <a:pt x="141458" y="190499"/>
                </a:lnTo>
                <a:lnTo>
                  <a:pt x="172903" y="190499"/>
                </a:lnTo>
                <a:lnTo>
                  <a:pt x="171997" y="201929"/>
                </a:lnTo>
                <a:lnTo>
                  <a:pt x="171896" y="203199"/>
                </a:lnTo>
                <a:lnTo>
                  <a:pt x="171863" y="204469"/>
                </a:lnTo>
                <a:lnTo>
                  <a:pt x="171762" y="208279"/>
                </a:lnTo>
                <a:lnTo>
                  <a:pt x="171661" y="212089"/>
                </a:lnTo>
                <a:lnTo>
                  <a:pt x="171594" y="214629"/>
                </a:lnTo>
                <a:close/>
              </a:path>
              <a:path w="313690" h="275589">
                <a:moveTo>
                  <a:pt x="272265" y="217169"/>
                </a:moveTo>
                <a:lnTo>
                  <a:pt x="271958" y="217169"/>
                </a:lnTo>
                <a:lnTo>
                  <a:pt x="269506" y="215899"/>
                </a:lnTo>
                <a:lnTo>
                  <a:pt x="271466" y="215899"/>
                </a:lnTo>
                <a:lnTo>
                  <a:pt x="272265" y="217169"/>
                </a:lnTo>
                <a:close/>
              </a:path>
              <a:path w="313690" h="275589">
                <a:moveTo>
                  <a:pt x="272265" y="220979"/>
                </a:moveTo>
                <a:lnTo>
                  <a:pt x="267820" y="219709"/>
                </a:lnTo>
                <a:lnTo>
                  <a:pt x="272686" y="219709"/>
                </a:lnTo>
                <a:lnTo>
                  <a:pt x="272265" y="220979"/>
                </a:lnTo>
                <a:close/>
              </a:path>
              <a:path w="313690" h="275589">
                <a:moveTo>
                  <a:pt x="268740" y="238759"/>
                </a:moveTo>
                <a:lnTo>
                  <a:pt x="267130" y="237489"/>
                </a:lnTo>
                <a:lnTo>
                  <a:pt x="262762" y="234949"/>
                </a:lnTo>
                <a:lnTo>
                  <a:pt x="258471" y="231139"/>
                </a:lnTo>
                <a:lnTo>
                  <a:pt x="254103" y="229869"/>
                </a:lnTo>
                <a:lnTo>
                  <a:pt x="251345" y="227329"/>
                </a:lnTo>
                <a:lnTo>
                  <a:pt x="248663" y="224789"/>
                </a:lnTo>
                <a:lnTo>
                  <a:pt x="245827" y="223519"/>
                </a:lnTo>
                <a:lnTo>
                  <a:pt x="244295" y="223519"/>
                </a:lnTo>
                <a:lnTo>
                  <a:pt x="243528" y="222249"/>
                </a:lnTo>
                <a:lnTo>
                  <a:pt x="268950" y="222249"/>
                </a:lnTo>
                <a:lnTo>
                  <a:pt x="271211" y="227329"/>
                </a:lnTo>
                <a:lnTo>
                  <a:pt x="265751" y="227329"/>
                </a:lnTo>
                <a:lnTo>
                  <a:pt x="269531" y="231139"/>
                </a:lnTo>
                <a:lnTo>
                  <a:pt x="267897" y="231139"/>
                </a:lnTo>
                <a:lnTo>
                  <a:pt x="269494" y="231755"/>
                </a:lnTo>
                <a:lnTo>
                  <a:pt x="269825" y="232303"/>
                </a:lnTo>
                <a:lnTo>
                  <a:pt x="270115" y="232617"/>
                </a:lnTo>
                <a:lnTo>
                  <a:pt x="271268" y="233679"/>
                </a:lnTo>
                <a:lnTo>
                  <a:pt x="271651" y="234949"/>
                </a:lnTo>
                <a:lnTo>
                  <a:pt x="269966" y="237489"/>
                </a:lnTo>
                <a:lnTo>
                  <a:pt x="268740" y="238759"/>
                </a:lnTo>
                <a:close/>
              </a:path>
              <a:path w="313690" h="275589">
                <a:moveTo>
                  <a:pt x="272341" y="229869"/>
                </a:moveTo>
                <a:lnTo>
                  <a:pt x="271728" y="229869"/>
                </a:lnTo>
                <a:lnTo>
                  <a:pt x="266058" y="227329"/>
                </a:lnTo>
                <a:lnTo>
                  <a:pt x="271211" y="227329"/>
                </a:lnTo>
                <a:lnTo>
                  <a:pt x="272341" y="229869"/>
                </a:lnTo>
                <a:close/>
              </a:path>
              <a:path w="313690" h="275589">
                <a:moveTo>
                  <a:pt x="269494" y="231755"/>
                </a:moveTo>
                <a:lnTo>
                  <a:pt x="267897" y="231139"/>
                </a:lnTo>
                <a:lnTo>
                  <a:pt x="269123" y="231139"/>
                </a:lnTo>
                <a:lnTo>
                  <a:pt x="269494" y="231755"/>
                </a:lnTo>
                <a:close/>
              </a:path>
              <a:path w="313690" h="275589">
                <a:moveTo>
                  <a:pt x="271731" y="232617"/>
                </a:moveTo>
                <a:lnTo>
                  <a:pt x="269494" y="231755"/>
                </a:lnTo>
                <a:lnTo>
                  <a:pt x="269123" y="231139"/>
                </a:lnTo>
                <a:lnTo>
                  <a:pt x="269531" y="231139"/>
                </a:lnTo>
                <a:lnTo>
                  <a:pt x="271731" y="232617"/>
                </a:lnTo>
                <a:close/>
              </a:path>
              <a:path w="313690" h="275589">
                <a:moveTo>
                  <a:pt x="170194" y="264159"/>
                </a:moveTo>
                <a:lnTo>
                  <a:pt x="168815" y="264159"/>
                </a:lnTo>
                <a:lnTo>
                  <a:pt x="167742" y="262889"/>
                </a:lnTo>
                <a:lnTo>
                  <a:pt x="170462" y="262889"/>
                </a:lnTo>
                <a:lnTo>
                  <a:pt x="170194" y="264159"/>
                </a:lnTo>
                <a:close/>
              </a:path>
            </a:pathLst>
          </a:custGeom>
          <a:solidFill>
            <a:srgbClr val="FFB0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5359008" y="6807638"/>
            <a:ext cx="313690" cy="275590"/>
          </a:xfrm>
          <a:custGeom>
            <a:avLst/>
            <a:gdLst/>
            <a:ahLst/>
            <a:cxnLst/>
            <a:rect l="l" t="t" r="r" b="b"/>
            <a:pathLst>
              <a:path w="313690" h="275590">
                <a:moveTo>
                  <a:pt x="145443" y="87629"/>
                </a:moveTo>
                <a:lnTo>
                  <a:pt x="136860" y="87629"/>
                </a:lnTo>
                <a:lnTo>
                  <a:pt x="137166" y="86359"/>
                </a:lnTo>
                <a:lnTo>
                  <a:pt x="138966" y="58419"/>
                </a:lnTo>
                <a:lnTo>
                  <a:pt x="139048" y="57149"/>
                </a:lnTo>
                <a:lnTo>
                  <a:pt x="139130" y="55879"/>
                </a:lnTo>
                <a:lnTo>
                  <a:pt x="139212" y="54609"/>
                </a:lnTo>
                <a:lnTo>
                  <a:pt x="139294" y="53339"/>
                </a:lnTo>
                <a:lnTo>
                  <a:pt x="139376" y="52069"/>
                </a:lnTo>
                <a:lnTo>
                  <a:pt x="139453" y="50799"/>
                </a:lnTo>
                <a:lnTo>
                  <a:pt x="139531" y="49529"/>
                </a:lnTo>
                <a:lnTo>
                  <a:pt x="139608" y="48259"/>
                </a:lnTo>
                <a:lnTo>
                  <a:pt x="139686" y="46989"/>
                </a:lnTo>
                <a:lnTo>
                  <a:pt x="139759" y="45796"/>
                </a:lnTo>
                <a:lnTo>
                  <a:pt x="139841" y="44449"/>
                </a:lnTo>
                <a:lnTo>
                  <a:pt x="139919" y="43179"/>
                </a:lnTo>
                <a:lnTo>
                  <a:pt x="139996" y="41909"/>
                </a:lnTo>
                <a:lnTo>
                  <a:pt x="140074" y="40639"/>
                </a:lnTo>
                <a:lnTo>
                  <a:pt x="140151" y="39369"/>
                </a:lnTo>
                <a:lnTo>
                  <a:pt x="140229" y="38099"/>
                </a:lnTo>
                <a:lnTo>
                  <a:pt x="140306" y="36829"/>
                </a:lnTo>
                <a:lnTo>
                  <a:pt x="140384" y="35559"/>
                </a:lnTo>
                <a:lnTo>
                  <a:pt x="140477" y="25399"/>
                </a:lnTo>
                <a:lnTo>
                  <a:pt x="145979" y="2539"/>
                </a:lnTo>
                <a:lnTo>
                  <a:pt x="147358" y="0"/>
                </a:lnTo>
                <a:lnTo>
                  <a:pt x="149274" y="0"/>
                </a:lnTo>
                <a:lnTo>
                  <a:pt x="151343" y="1269"/>
                </a:lnTo>
                <a:lnTo>
                  <a:pt x="153412" y="5079"/>
                </a:lnTo>
                <a:lnTo>
                  <a:pt x="176452" y="5079"/>
                </a:lnTo>
                <a:lnTo>
                  <a:pt x="176937" y="6349"/>
                </a:lnTo>
                <a:lnTo>
                  <a:pt x="177550" y="7619"/>
                </a:lnTo>
                <a:lnTo>
                  <a:pt x="178010" y="8889"/>
                </a:lnTo>
                <a:lnTo>
                  <a:pt x="178776" y="10159"/>
                </a:lnTo>
                <a:lnTo>
                  <a:pt x="179389" y="12699"/>
                </a:lnTo>
                <a:lnTo>
                  <a:pt x="181458" y="12699"/>
                </a:lnTo>
                <a:lnTo>
                  <a:pt x="182761" y="16509"/>
                </a:lnTo>
                <a:lnTo>
                  <a:pt x="184031" y="29209"/>
                </a:lnTo>
                <a:lnTo>
                  <a:pt x="184234" y="31749"/>
                </a:lnTo>
                <a:lnTo>
                  <a:pt x="184336" y="33019"/>
                </a:lnTo>
                <a:lnTo>
                  <a:pt x="184437" y="34289"/>
                </a:lnTo>
                <a:lnTo>
                  <a:pt x="184539" y="35559"/>
                </a:lnTo>
                <a:lnTo>
                  <a:pt x="184640" y="36829"/>
                </a:lnTo>
                <a:lnTo>
                  <a:pt x="184741" y="38099"/>
                </a:lnTo>
                <a:lnTo>
                  <a:pt x="184843" y="39369"/>
                </a:lnTo>
                <a:lnTo>
                  <a:pt x="184944" y="40639"/>
                </a:lnTo>
                <a:lnTo>
                  <a:pt x="185046" y="41909"/>
                </a:lnTo>
                <a:lnTo>
                  <a:pt x="185147" y="43179"/>
                </a:lnTo>
                <a:lnTo>
                  <a:pt x="185249" y="44449"/>
                </a:lnTo>
                <a:lnTo>
                  <a:pt x="185356" y="45796"/>
                </a:lnTo>
                <a:lnTo>
                  <a:pt x="185452" y="46989"/>
                </a:lnTo>
                <a:lnTo>
                  <a:pt x="185549" y="48259"/>
                </a:lnTo>
                <a:lnTo>
                  <a:pt x="185646" y="49529"/>
                </a:lnTo>
                <a:lnTo>
                  <a:pt x="185743" y="50799"/>
                </a:lnTo>
                <a:lnTo>
                  <a:pt x="185841" y="52069"/>
                </a:lnTo>
                <a:lnTo>
                  <a:pt x="185938" y="53339"/>
                </a:lnTo>
                <a:lnTo>
                  <a:pt x="186035" y="54609"/>
                </a:lnTo>
                <a:lnTo>
                  <a:pt x="186133" y="55879"/>
                </a:lnTo>
                <a:lnTo>
                  <a:pt x="186516" y="57149"/>
                </a:lnTo>
                <a:lnTo>
                  <a:pt x="231361" y="57149"/>
                </a:lnTo>
                <a:lnTo>
                  <a:pt x="216403" y="77469"/>
                </a:lnTo>
                <a:lnTo>
                  <a:pt x="145443" y="77469"/>
                </a:lnTo>
                <a:lnTo>
                  <a:pt x="145443" y="87629"/>
                </a:lnTo>
                <a:close/>
              </a:path>
              <a:path w="313690" h="275590">
                <a:moveTo>
                  <a:pt x="176452" y="5079"/>
                </a:moveTo>
                <a:lnTo>
                  <a:pt x="153412" y="5079"/>
                </a:lnTo>
                <a:lnTo>
                  <a:pt x="154638" y="3809"/>
                </a:lnTo>
                <a:lnTo>
                  <a:pt x="154561" y="2539"/>
                </a:lnTo>
                <a:lnTo>
                  <a:pt x="154485" y="1269"/>
                </a:lnTo>
                <a:lnTo>
                  <a:pt x="157167" y="0"/>
                </a:lnTo>
                <a:lnTo>
                  <a:pt x="160309" y="0"/>
                </a:lnTo>
                <a:lnTo>
                  <a:pt x="162837" y="1269"/>
                </a:lnTo>
                <a:lnTo>
                  <a:pt x="168125" y="1269"/>
                </a:lnTo>
                <a:lnTo>
                  <a:pt x="170884" y="2539"/>
                </a:lnTo>
                <a:lnTo>
                  <a:pt x="173182" y="3809"/>
                </a:lnTo>
                <a:lnTo>
                  <a:pt x="175481" y="3809"/>
                </a:lnTo>
                <a:lnTo>
                  <a:pt x="176452" y="5079"/>
                </a:lnTo>
                <a:close/>
              </a:path>
              <a:path w="313690" h="275590">
                <a:moveTo>
                  <a:pt x="168125" y="1269"/>
                </a:moveTo>
                <a:lnTo>
                  <a:pt x="162837" y="1269"/>
                </a:lnTo>
                <a:lnTo>
                  <a:pt x="165673" y="0"/>
                </a:lnTo>
                <a:lnTo>
                  <a:pt x="168125" y="1269"/>
                </a:lnTo>
                <a:close/>
              </a:path>
              <a:path w="313690" h="275590">
                <a:moveTo>
                  <a:pt x="181458" y="12699"/>
                </a:moveTo>
                <a:lnTo>
                  <a:pt x="179389" y="12699"/>
                </a:lnTo>
                <a:lnTo>
                  <a:pt x="179926" y="11429"/>
                </a:lnTo>
                <a:lnTo>
                  <a:pt x="178930" y="7619"/>
                </a:lnTo>
                <a:lnTo>
                  <a:pt x="180309" y="7619"/>
                </a:lnTo>
                <a:lnTo>
                  <a:pt x="180462" y="8889"/>
                </a:lnTo>
                <a:lnTo>
                  <a:pt x="181458" y="12699"/>
                </a:lnTo>
                <a:close/>
              </a:path>
              <a:path w="313690" h="275590">
                <a:moveTo>
                  <a:pt x="231361" y="57149"/>
                </a:moveTo>
                <a:lnTo>
                  <a:pt x="186516" y="57149"/>
                </a:lnTo>
                <a:lnTo>
                  <a:pt x="189734" y="53339"/>
                </a:lnTo>
                <a:lnTo>
                  <a:pt x="192800" y="49529"/>
                </a:lnTo>
                <a:lnTo>
                  <a:pt x="195788" y="46989"/>
                </a:lnTo>
                <a:lnTo>
                  <a:pt x="198087" y="43179"/>
                </a:lnTo>
                <a:lnTo>
                  <a:pt x="200079" y="40639"/>
                </a:lnTo>
                <a:lnTo>
                  <a:pt x="202838" y="39369"/>
                </a:lnTo>
                <a:lnTo>
                  <a:pt x="207819" y="35559"/>
                </a:lnTo>
                <a:lnTo>
                  <a:pt x="211344" y="31749"/>
                </a:lnTo>
                <a:lnTo>
                  <a:pt x="215712" y="26669"/>
                </a:lnTo>
                <a:lnTo>
                  <a:pt x="217704" y="25399"/>
                </a:lnTo>
                <a:lnTo>
                  <a:pt x="219467" y="22859"/>
                </a:lnTo>
                <a:lnTo>
                  <a:pt x="220923" y="20319"/>
                </a:lnTo>
                <a:lnTo>
                  <a:pt x="223911" y="16509"/>
                </a:lnTo>
                <a:lnTo>
                  <a:pt x="227436" y="12699"/>
                </a:lnTo>
                <a:lnTo>
                  <a:pt x="231881" y="10159"/>
                </a:lnTo>
                <a:lnTo>
                  <a:pt x="233413" y="8889"/>
                </a:lnTo>
                <a:lnTo>
                  <a:pt x="234256" y="8889"/>
                </a:lnTo>
                <a:lnTo>
                  <a:pt x="235942" y="7619"/>
                </a:lnTo>
                <a:lnTo>
                  <a:pt x="237168" y="8889"/>
                </a:lnTo>
                <a:lnTo>
                  <a:pt x="237475" y="10159"/>
                </a:lnTo>
                <a:lnTo>
                  <a:pt x="252749" y="10159"/>
                </a:lnTo>
                <a:lnTo>
                  <a:pt x="253260" y="11429"/>
                </a:lnTo>
                <a:lnTo>
                  <a:pt x="255406" y="11429"/>
                </a:lnTo>
                <a:lnTo>
                  <a:pt x="255789" y="12699"/>
                </a:lnTo>
                <a:lnTo>
                  <a:pt x="256019" y="13969"/>
                </a:lnTo>
                <a:lnTo>
                  <a:pt x="255942" y="15239"/>
                </a:lnTo>
                <a:lnTo>
                  <a:pt x="255636" y="16509"/>
                </a:lnTo>
                <a:lnTo>
                  <a:pt x="255253" y="19049"/>
                </a:lnTo>
                <a:lnTo>
                  <a:pt x="254716" y="20319"/>
                </a:lnTo>
                <a:lnTo>
                  <a:pt x="257694" y="20319"/>
                </a:lnTo>
                <a:lnTo>
                  <a:pt x="257168" y="22859"/>
                </a:lnTo>
                <a:lnTo>
                  <a:pt x="254333" y="26669"/>
                </a:lnTo>
                <a:lnTo>
                  <a:pt x="250961" y="31749"/>
                </a:lnTo>
                <a:lnTo>
                  <a:pt x="231361" y="57149"/>
                </a:lnTo>
                <a:close/>
              </a:path>
              <a:path w="313690" h="275590">
                <a:moveTo>
                  <a:pt x="244908" y="8889"/>
                </a:moveTo>
                <a:lnTo>
                  <a:pt x="240157" y="8889"/>
                </a:lnTo>
                <a:lnTo>
                  <a:pt x="241689" y="7619"/>
                </a:lnTo>
                <a:lnTo>
                  <a:pt x="243682" y="7619"/>
                </a:lnTo>
                <a:lnTo>
                  <a:pt x="244908" y="8889"/>
                </a:lnTo>
                <a:close/>
              </a:path>
              <a:path w="313690" h="275590">
                <a:moveTo>
                  <a:pt x="252749" y="10159"/>
                </a:moveTo>
                <a:lnTo>
                  <a:pt x="237475" y="10159"/>
                </a:lnTo>
                <a:lnTo>
                  <a:pt x="239314" y="8889"/>
                </a:lnTo>
                <a:lnTo>
                  <a:pt x="252494" y="8889"/>
                </a:lnTo>
                <a:lnTo>
                  <a:pt x="252749" y="10159"/>
                </a:lnTo>
                <a:close/>
              </a:path>
              <a:path w="313690" h="275590">
                <a:moveTo>
                  <a:pt x="257694" y="20319"/>
                </a:moveTo>
                <a:lnTo>
                  <a:pt x="255253" y="20319"/>
                </a:lnTo>
                <a:lnTo>
                  <a:pt x="258011" y="15239"/>
                </a:lnTo>
                <a:lnTo>
                  <a:pt x="258548" y="15239"/>
                </a:lnTo>
                <a:lnTo>
                  <a:pt x="258548" y="16509"/>
                </a:lnTo>
                <a:lnTo>
                  <a:pt x="258395" y="16509"/>
                </a:lnTo>
                <a:lnTo>
                  <a:pt x="257694" y="20319"/>
                </a:lnTo>
                <a:close/>
              </a:path>
              <a:path w="313690" h="275590">
                <a:moveTo>
                  <a:pt x="81916" y="38099"/>
                </a:moveTo>
                <a:lnTo>
                  <a:pt x="76629" y="38099"/>
                </a:lnTo>
                <a:lnTo>
                  <a:pt x="75480" y="35559"/>
                </a:lnTo>
                <a:lnTo>
                  <a:pt x="74254" y="34289"/>
                </a:lnTo>
                <a:lnTo>
                  <a:pt x="73104" y="31749"/>
                </a:lnTo>
                <a:lnTo>
                  <a:pt x="74790" y="31749"/>
                </a:lnTo>
                <a:lnTo>
                  <a:pt x="76936" y="34289"/>
                </a:lnTo>
                <a:lnTo>
                  <a:pt x="81916" y="38099"/>
                </a:lnTo>
                <a:close/>
              </a:path>
              <a:path w="313690" h="275590">
                <a:moveTo>
                  <a:pt x="88552" y="44449"/>
                </a:moveTo>
                <a:lnTo>
                  <a:pt x="62223" y="44449"/>
                </a:lnTo>
                <a:lnTo>
                  <a:pt x="61303" y="43179"/>
                </a:lnTo>
                <a:lnTo>
                  <a:pt x="60460" y="41909"/>
                </a:lnTo>
                <a:lnTo>
                  <a:pt x="58506" y="39369"/>
                </a:lnTo>
                <a:lnTo>
                  <a:pt x="70499" y="39369"/>
                </a:lnTo>
                <a:lnTo>
                  <a:pt x="69503" y="38099"/>
                </a:lnTo>
                <a:lnTo>
                  <a:pt x="67357" y="34289"/>
                </a:lnTo>
                <a:lnTo>
                  <a:pt x="68813" y="33019"/>
                </a:lnTo>
                <a:lnTo>
                  <a:pt x="69962" y="33019"/>
                </a:lnTo>
                <a:lnTo>
                  <a:pt x="71418" y="34289"/>
                </a:lnTo>
                <a:lnTo>
                  <a:pt x="72951" y="35559"/>
                </a:lnTo>
                <a:lnTo>
                  <a:pt x="74713" y="38099"/>
                </a:lnTo>
                <a:lnTo>
                  <a:pt x="81916" y="38099"/>
                </a:lnTo>
                <a:lnTo>
                  <a:pt x="82746" y="39369"/>
                </a:lnTo>
                <a:lnTo>
                  <a:pt x="88552" y="44449"/>
                </a:lnTo>
                <a:close/>
              </a:path>
              <a:path w="313690" h="275590">
                <a:moveTo>
                  <a:pt x="70499" y="39369"/>
                </a:moveTo>
                <a:lnTo>
                  <a:pt x="58698" y="39369"/>
                </a:lnTo>
                <a:lnTo>
                  <a:pt x="59847" y="38099"/>
                </a:lnTo>
                <a:lnTo>
                  <a:pt x="61456" y="38099"/>
                </a:lnTo>
                <a:lnTo>
                  <a:pt x="62989" y="36829"/>
                </a:lnTo>
                <a:lnTo>
                  <a:pt x="64675" y="35559"/>
                </a:lnTo>
                <a:lnTo>
                  <a:pt x="66667" y="35559"/>
                </a:lnTo>
                <a:lnTo>
                  <a:pt x="67893" y="36829"/>
                </a:lnTo>
                <a:lnTo>
                  <a:pt x="70499" y="39369"/>
                </a:lnTo>
                <a:close/>
              </a:path>
              <a:path w="313690" h="275590">
                <a:moveTo>
                  <a:pt x="103959" y="58419"/>
                </a:moveTo>
                <a:lnTo>
                  <a:pt x="60154" y="58419"/>
                </a:lnTo>
                <a:lnTo>
                  <a:pt x="60843" y="57149"/>
                </a:lnTo>
                <a:lnTo>
                  <a:pt x="60307" y="57149"/>
                </a:lnTo>
                <a:lnTo>
                  <a:pt x="53564" y="48259"/>
                </a:lnTo>
                <a:lnTo>
                  <a:pt x="51955" y="45796"/>
                </a:lnTo>
                <a:lnTo>
                  <a:pt x="54560" y="43179"/>
                </a:lnTo>
                <a:lnTo>
                  <a:pt x="56016" y="41909"/>
                </a:lnTo>
                <a:lnTo>
                  <a:pt x="56859" y="43179"/>
                </a:lnTo>
                <a:lnTo>
                  <a:pt x="60230" y="43179"/>
                </a:lnTo>
                <a:lnTo>
                  <a:pt x="60767" y="44449"/>
                </a:lnTo>
                <a:lnTo>
                  <a:pt x="88552" y="44449"/>
                </a:lnTo>
                <a:lnTo>
                  <a:pt x="99317" y="54609"/>
                </a:lnTo>
                <a:lnTo>
                  <a:pt x="103959" y="58419"/>
                </a:lnTo>
                <a:close/>
              </a:path>
              <a:path w="313690" h="275590">
                <a:moveTo>
                  <a:pt x="60230" y="43179"/>
                </a:moveTo>
                <a:lnTo>
                  <a:pt x="58621" y="43179"/>
                </a:lnTo>
                <a:lnTo>
                  <a:pt x="58161" y="41909"/>
                </a:lnTo>
                <a:lnTo>
                  <a:pt x="60230" y="43179"/>
                </a:lnTo>
                <a:close/>
              </a:path>
              <a:path w="313690" h="275590">
                <a:moveTo>
                  <a:pt x="52519" y="52069"/>
                </a:moveTo>
                <a:lnTo>
                  <a:pt x="50882" y="52069"/>
                </a:lnTo>
                <a:lnTo>
                  <a:pt x="49349" y="49529"/>
                </a:lnTo>
                <a:lnTo>
                  <a:pt x="49655" y="49529"/>
                </a:lnTo>
                <a:lnTo>
                  <a:pt x="52519" y="52069"/>
                </a:lnTo>
                <a:close/>
              </a:path>
              <a:path w="313690" h="275590">
                <a:moveTo>
                  <a:pt x="13793" y="171449"/>
                </a:moveTo>
                <a:lnTo>
                  <a:pt x="8812" y="168909"/>
                </a:lnTo>
                <a:lnTo>
                  <a:pt x="4214" y="166369"/>
                </a:lnTo>
                <a:lnTo>
                  <a:pt x="842" y="165099"/>
                </a:lnTo>
                <a:lnTo>
                  <a:pt x="0" y="161289"/>
                </a:lnTo>
                <a:lnTo>
                  <a:pt x="1455" y="157479"/>
                </a:lnTo>
                <a:lnTo>
                  <a:pt x="3065" y="153669"/>
                </a:lnTo>
                <a:lnTo>
                  <a:pt x="6360" y="152399"/>
                </a:lnTo>
                <a:lnTo>
                  <a:pt x="9961" y="149859"/>
                </a:lnTo>
                <a:lnTo>
                  <a:pt x="16628" y="147319"/>
                </a:lnTo>
                <a:lnTo>
                  <a:pt x="30268" y="140969"/>
                </a:lnTo>
                <a:lnTo>
                  <a:pt x="35939" y="140969"/>
                </a:lnTo>
                <a:lnTo>
                  <a:pt x="38697" y="138429"/>
                </a:lnTo>
                <a:lnTo>
                  <a:pt x="41609" y="138429"/>
                </a:lnTo>
                <a:lnTo>
                  <a:pt x="44368" y="137159"/>
                </a:lnTo>
                <a:lnTo>
                  <a:pt x="47280" y="135889"/>
                </a:lnTo>
                <a:lnTo>
                  <a:pt x="64866" y="129539"/>
                </a:lnTo>
                <a:lnTo>
                  <a:pt x="82453" y="124459"/>
                </a:lnTo>
                <a:lnTo>
                  <a:pt x="89809" y="121919"/>
                </a:lnTo>
                <a:lnTo>
                  <a:pt x="97242" y="120649"/>
                </a:lnTo>
                <a:lnTo>
                  <a:pt x="104676" y="118109"/>
                </a:lnTo>
                <a:lnTo>
                  <a:pt x="105518" y="118109"/>
                </a:lnTo>
                <a:lnTo>
                  <a:pt x="106285" y="116839"/>
                </a:lnTo>
                <a:lnTo>
                  <a:pt x="98928" y="111759"/>
                </a:lnTo>
                <a:lnTo>
                  <a:pt x="87284" y="100329"/>
                </a:lnTo>
                <a:lnTo>
                  <a:pt x="53717" y="67309"/>
                </a:lnTo>
                <a:lnTo>
                  <a:pt x="47280" y="57149"/>
                </a:lnTo>
                <a:lnTo>
                  <a:pt x="46514" y="55879"/>
                </a:lnTo>
                <a:lnTo>
                  <a:pt x="46590" y="54609"/>
                </a:lnTo>
                <a:lnTo>
                  <a:pt x="46667" y="53339"/>
                </a:lnTo>
                <a:lnTo>
                  <a:pt x="48583" y="50799"/>
                </a:lnTo>
                <a:lnTo>
                  <a:pt x="50652" y="52069"/>
                </a:lnTo>
                <a:lnTo>
                  <a:pt x="52519" y="52069"/>
                </a:lnTo>
                <a:lnTo>
                  <a:pt x="60154" y="58419"/>
                </a:lnTo>
                <a:lnTo>
                  <a:pt x="103959" y="58419"/>
                </a:lnTo>
                <a:lnTo>
                  <a:pt x="134868" y="86359"/>
                </a:lnTo>
                <a:lnTo>
                  <a:pt x="135404" y="87629"/>
                </a:lnTo>
                <a:lnTo>
                  <a:pt x="145443" y="87629"/>
                </a:lnTo>
                <a:lnTo>
                  <a:pt x="145443" y="95249"/>
                </a:lnTo>
                <a:lnTo>
                  <a:pt x="277359" y="95249"/>
                </a:lnTo>
                <a:lnTo>
                  <a:pt x="259544" y="102869"/>
                </a:lnTo>
                <a:lnTo>
                  <a:pt x="235348" y="111759"/>
                </a:lnTo>
                <a:lnTo>
                  <a:pt x="223207" y="115569"/>
                </a:lnTo>
                <a:lnTo>
                  <a:pt x="211037" y="120649"/>
                </a:lnTo>
                <a:lnTo>
                  <a:pt x="185826" y="129539"/>
                </a:lnTo>
                <a:lnTo>
                  <a:pt x="184983" y="129539"/>
                </a:lnTo>
                <a:lnTo>
                  <a:pt x="186669" y="130809"/>
                </a:lnTo>
                <a:lnTo>
                  <a:pt x="181305" y="130809"/>
                </a:lnTo>
                <a:lnTo>
                  <a:pt x="181075" y="132079"/>
                </a:lnTo>
                <a:lnTo>
                  <a:pt x="208231" y="153669"/>
                </a:lnTo>
                <a:lnTo>
                  <a:pt x="108047" y="153669"/>
                </a:lnTo>
                <a:lnTo>
                  <a:pt x="104292" y="154939"/>
                </a:lnTo>
                <a:lnTo>
                  <a:pt x="78775" y="160019"/>
                </a:lnTo>
                <a:lnTo>
                  <a:pt x="70556" y="161289"/>
                </a:lnTo>
                <a:lnTo>
                  <a:pt x="62338" y="163829"/>
                </a:lnTo>
                <a:lnTo>
                  <a:pt x="45901" y="167639"/>
                </a:lnTo>
                <a:lnTo>
                  <a:pt x="19234" y="170179"/>
                </a:lnTo>
                <a:lnTo>
                  <a:pt x="13793" y="171449"/>
                </a:lnTo>
                <a:close/>
              </a:path>
              <a:path w="313690" h="275590">
                <a:moveTo>
                  <a:pt x="300234" y="69849"/>
                </a:moveTo>
                <a:lnTo>
                  <a:pt x="292188" y="69849"/>
                </a:lnTo>
                <a:lnTo>
                  <a:pt x="293567" y="68579"/>
                </a:lnTo>
                <a:lnTo>
                  <a:pt x="296403" y="68579"/>
                </a:lnTo>
                <a:lnTo>
                  <a:pt x="300234" y="69849"/>
                </a:lnTo>
                <a:close/>
              </a:path>
              <a:path w="313690" h="275590">
                <a:moveTo>
                  <a:pt x="277359" y="95249"/>
                </a:moveTo>
                <a:lnTo>
                  <a:pt x="203988" y="95249"/>
                </a:lnTo>
                <a:lnTo>
                  <a:pt x="204302" y="94849"/>
                </a:lnTo>
                <a:lnTo>
                  <a:pt x="204932" y="93944"/>
                </a:lnTo>
                <a:lnTo>
                  <a:pt x="206329" y="93944"/>
                </a:lnTo>
                <a:lnTo>
                  <a:pt x="277705" y="72389"/>
                </a:lnTo>
                <a:lnTo>
                  <a:pt x="280694" y="72389"/>
                </a:lnTo>
                <a:lnTo>
                  <a:pt x="283529" y="71119"/>
                </a:lnTo>
                <a:lnTo>
                  <a:pt x="286518" y="69849"/>
                </a:lnTo>
                <a:lnTo>
                  <a:pt x="300234" y="69849"/>
                </a:lnTo>
                <a:lnTo>
                  <a:pt x="304449" y="68579"/>
                </a:lnTo>
                <a:lnTo>
                  <a:pt x="308051" y="72389"/>
                </a:lnTo>
                <a:lnTo>
                  <a:pt x="310349" y="73659"/>
                </a:lnTo>
                <a:lnTo>
                  <a:pt x="310924" y="73659"/>
                </a:lnTo>
                <a:lnTo>
                  <a:pt x="311039" y="74929"/>
                </a:lnTo>
                <a:lnTo>
                  <a:pt x="313568" y="74929"/>
                </a:lnTo>
                <a:lnTo>
                  <a:pt x="313108" y="77469"/>
                </a:lnTo>
                <a:lnTo>
                  <a:pt x="312572" y="81279"/>
                </a:lnTo>
                <a:lnTo>
                  <a:pt x="309736" y="82549"/>
                </a:lnTo>
                <a:lnTo>
                  <a:pt x="306978" y="83819"/>
                </a:lnTo>
                <a:lnTo>
                  <a:pt x="277359" y="95249"/>
                </a:lnTo>
                <a:close/>
              </a:path>
              <a:path w="313690" h="275590">
                <a:moveTo>
                  <a:pt x="310924" y="73659"/>
                </a:moveTo>
                <a:lnTo>
                  <a:pt x="310349" y="73659"/>
                </a:lnTo>
                <a:lnTo>
                  <a:pt x="310809" y="72389"/>
                </a:lnTo>
                <a:lnTo>
                  <a:pt x="310924" y="73659"/>
                </a:lnTo>
                <a:close/>
              </a:path>
              <a:path w="313690" h="275590">
                <a:moveTo>
                  <a:pt x="203988" y="95249"/>
                </a:moveTo>
                <a:lnTo>
                  <a:pt x="145596" y="95249"/>
                </a:lnTo>
                <a:lnTo>
                  <a:pt x="145596" y="77469"/>
                </a:lnTo>
                <a:lnTo>
                  <a:pt x="216403" y="77469"/>
                </a:lnTo>
                <a:lnTo>
                  <a:pt x="204302" y="94849"/>
                </a:lnTo>
                <a:lnTo>
                  <a:pt x="203988" y="95249"/>
                </a:lnTo>
                <a:close/>
              </a:path>
              <a:path w="313690" h="275590">
                <a:moveTo>
                  <a:pt x="232064" y="170179"/>
                </a:moveTo>
                <a:lnTo>
                  <a:pt x="227896" y="170179"/>
                </a:lnTo>
                <a:lnTo>
                  <a:pt x="228279" y="168909"/>
                </a:lnTo>
                <a:lnTo>
                  <a:pt x="226747" y="167639"/>
                </a:lnTo>
                <a:lnTo>
                  <a:pt x="225291" y="166369"/>
                </a:lnTo>
                <a:lnTo>
                  <a:pt x="223681" y="165099"/>
                </a:lnTo>
                <a:lnTo>
                  <a:pt x="213553" y="157479"/>
                </a:lnTo>
                <a:lnTo>
                  <a:pt x="183068" y="130809"/>
                </a:lnTo>
                <a:lnTo>
                  <a:pt x="186669" y="130809"/>
                </a:lnTo>
                <a:lnTo>
                  <a:pt x="187512" y="132079"/>
                </a:lnTo>
                <a:lnTo>
                  <a:pt x="189964" y="134619"/>
                </a:lnTo>
                <a:lnTo>
                  <a:pt x="199668" y="142239"/>
                </a:lnTo>
                <a:lnTo>
                  <a:pt x="221306" y="161289"/>
                </a:lnTo>
                <a:lnTo>
                  <a:pt x="227128" y="165099"/>
                </a:lnTo>
                <a:lnTo>
                  <a:pt x="232064" y="170179"/>
                </a:lnTo>
                <a:close/>
              </a:path>
              <a:path w="313690" h="275590">
                <a:moveTo>
                  <a:pt x="81687" y="227329"/>
                </a:moveTo>
                <a:lnTo>
                  <a:pt x="79158" y="226059"/>
                </a:lnTo>
                <a:lnTo>
                  <a:pt x="77549" y="224789"/>
                </a:lnTo>
                <a:lnTo>
                  <a:pt x="72951" y="224789"/>
                </a:lnTo>
                <a:lnTo>
                  <a:pt x="68813" y="222249"/>
                </a:lnTo>
                <a:lnTo>
                  <a:pt x="69196" y="219709"/>
                </a:lnTo>
                <a:lnTo>
                  <a:pt x="69732" y="215899"/>
                </a:lnTo>
                <a:lnTo>
                  <a:pt x="70039" y="212089"/>
                </a:lnTo>
                <a:lnTo>
                  <a:pt x="71648" y="209549"/>
                </a:lnTo>
                <a:lnTo>
                  <a:pt x="75729" y="201929"/>
                </a:lnTo>
                <a:lnTo>
                  <a:pt x="79924" y="195579"/>
                </a:lnTo>
                <a:lnTo>
                  <a:pt x="84235" y="189229"/>
                </a:lnTo>
                <a:lnTo>
                  <a:pt x="93072" y="175259"/>
                </a:lnTo>
                <a:lnTo>
                  <a:pt x="97635" y="168909"/>
                </a:lnTo>
                <a:lnTo>
                  <a:pt x="106898" y="156209"/>
                </a:lnTo>
                <a:lnTo>
                  <a:pt x="107204" y="156209"/>
                </a:lnTo>
                <a:lnTo>
                  <a:pt x="107511" y="154939"/>
                </a:lnTo>
                <a:lnTo>
                  <a:pt x="108047" y="153669"/>
                </a:lnTo>
                <a:lnTo>
                  <a:pt x="208231" y="153669"/>
                </a:lnTo>
                <a:lnTo>
                  <a:pt x="227896" y="170179"/>
                </a:lnTo>
                <a:lnTo>
                  <a:pt x="232064" y="170179"/>
                </a:lnTo>
                <a:lnTo>
                  <a:pt x="240228" y="177799"/>
                </a:lnTo>
                <a:lnTo>
                  <a:pt x="132109" y="177799"/>
                </a:lnTo>
                <a:lnTo>
                  <a:pt x="130423" y="179069"/>
                </a:lnTo>
                <a:lnTo>
                  <a:pt x="128661" y="181609"/>
                </a:lnTo>
                <a:lnTo>
                  <a:pt x="127051" y="182879"/>
                </a:lnTo>
                <a:lnTo>
                  <a:pt x="114570" y="198119"/>
                </a:lnTo>
                <a:lnTo>
                  <a:pt x="108355" y="204469"/>
                </a:lnTo>
                <a:lnTo>
                  <a:pt x="98469" y="217169"/>
                </a:lnTo>
                <a:lnTo>
                  <a:pt x="96476" y="218439"/>
                </a:lnTo>
                <a:lnTo>
                  <a:pt x="95940" y="219709"/>
                </a:lnTo>
                <a:lnTo>
                  <a:pt x="92568" y="219709"/>
                </a:lnTo>
                <a:lnTo>
                  <a:pt x="90576" y="220979"/>
                </a:lnTo>
                <a:lnTo>
                  <a:pt x="88813" y="223519"/>
                </a:lnTo>
                <a:lnTo>
                  <a:pt x="84905" y="223519"/>
                </a:lnTo>
                <a:lnTo>
                  <a:pt x="84445" y="224789"/>
                </a:lnTo>
                <a:lnTo>
                  <a:pt x="81687" y="227329"/>
                </a:lnTo>
                <a:close/>
              </a:path>
              <a:path w="313690" h="275590">
                <a:moveTo>
                  <a:pt x="161611" y="275589"/>
                </a:moveTo>
                <a:lnTo>
                  <a:pt x="143807" y="275589"/>
                </a:lnTo>
                <a:lnTo>
                  <a:pt x="141841" y="273049"/>
                </a:lnTo>
                <a:lnTo>
                  <a:pt x="140921" y="267969"/>
                </a:lnTo>
                <a:lnTo>
                  <a:pt x="139695" y="264159"/>
                </a:lnTo>
                <a:lnTo>
                  <a:pt x="137656" y="253999"/>
                </a:lnTo>
                <a:lnTo>
                  <a:pt x="136027" y="246379"/>
                </a:lnTo>
                <a:lnTo>
                  <a:pt x="134814" y="237489"/>
                </a:lnTo>
                <a:lnTo>
                  <a:pt x="134025" y="227329"/>
                </a:lnTo>
                <a:lnTo>
                  <a:pt x="133963" y="226059"/>
                </a:lnTo>
                <a:lnTo>
                  <a:pt x="133841" y="223519"/>
                </a:lnTo>
                <a:lnTo>
                  <a:pt x="133719" y="220979"/>
                </a:lnTo>
                <a:lnTo>
                  <a:pt x="133596" y="218439"/>
                </a:lnTo>
                <a:lnTo>
                  <a:pt x="133474" y="215899"/>
                </a:lnTo>
                <a:lnTo>
                  <a:pt x="133357" y="212089"/>
                </a:lnTo>
                <a:lnTo>
                  <a:pt x="133241" y="208279"/>
                </a:lnTo>
                <a:lnTo>
                  <a:pt x="133124" y="204469"/>
                </a:lnTo>
                <a:lnTo>
                  <a:pt x="133095" y="203199"/>
                </a:lnTo>
                <a:lnTo>
                  <a:pt x="132978" y="198119"/>
                </a:lnTo>
                <a:lnTo>
                  <a:pt x="132861" y="193039"/>
                </a:lnTo>
                <a:lnTo>
                  <a:pt x="132763" y="189229"/>
                </a:lnTo>
                <a:lnTo>
                  <a:pt x="132645" y="180339"/>
                </a:lnTo>
                <a:lnTo>
                  <a:pt x="132415" y="179069"/>
                </a:lnTo>
                <a:lnTo>
                  <a:pt x="132109" y="177799"/>
                </a:lnTo>
                <a:lnTo>
                  <a:pt x="240228" y="177799"/>
                </a:lnTo>
                <a:lnTo>
                  <a:pt x="241041" y="179069"/>
                </a:lnTo>
                <a:lnTo>
                  <a:pt x="174332" y="179069"/>
                </a:lnTo>
                <a:lnTo>
                  <a:pt x="173872" y="182879"/>
                </a:lnTo>
                <a:lnTo>
                  <a:pt x="173489" y="186689"/>
                </a:lnTo>
                <a:lnTo>
                  <a:pt x="173029" y="189229"/>
                </a:lnTo>
                <a:lnTo>
                  <a:pt x="172903" y="190499"/>
                </a:lnTo>
                <a:lnTo>
                  <a:pt x="141151" y="190499"/>
                </a:lnTo>
                <a:lnTo>
                  <a:pt x="141151" y="214629"/>
                </a:lnTo>
                <a:lnTo>
                  <a:pt x="171594" y="214629"/>
                </a:lnTo>
                <a:lnTo>
                  <a:pt x="171721" y="227329"/>
                </a:lnTo>
                <a:lnTo>
                  <a:pt x="171833" y="231755"/>
                </a:lnTo>
                <a:lnTo>
                  <a:pt x="172401" y="246379"/>
                </a:lnTo>
                <a:lnTo>
                  <a:pt x="172493" y="248919"/>
                </a:lnTo>
                <a:lnTo>
                  <a:pt x="171803" y="253999"/>
                </a:lnTo>
                <a:lnTo>
                  <a:pt x="171343" y="259079"/>
                </a:lnTo>
                <a:lnTo>
                  <a:pt x="171113" y="260349"/>
                </a:lnTo>
                <a:lnTo>
                  <a:pt x="170730" y="261619"/>
                </a:lnTo>
                <a:lnTo>
                  <a:pt x="170462" y="262889"/>
                </a:lnTo>
                <a:lnTo>
                  <a:pt x="167435" y="262889"/>
                </a:lnTo>
                <a:lnTo>
                  <a:pt x="166822" y="264159"/>
                </a:lnTo>
                <a:lnTo>
                  <a:pt x="165136" y="267969"/>
                </a:lnTo>
                <a:lnTo>
                  <a:pt x="164063" y="269239"/>
                </a:lnTo>
                <a:lnTo>
                  <a:pt x="163757" y="270509"/>
                </a:lnTo>
                <a:lnTo>
                  <a:pt x="162761" y="271779"/>
                </a:lnTo>
                <a:lnTo>
                  <a:pt x="161688" y="271779"/>
                </a:lnTo>
                <a:lnTo>
                  <a:pt x="161765" y="274319"/>
                </a:lnTo>
                <a:lnTo>
                  <a:pt x="161611" y="275589"/>
                </a:lnTo>
                <a:close/>
              </a:path>
              <a:path w="313690" h="275590">
                <a:moveTo>
                  <a:pt x="263222" y="242569"/>
                </a:moveTo>
                <a:lnTo>
                  <a:pt x="258778" y="242569"/>
                </a:lnTo>
                <a:lnTo>
                  <a:pt x="256632" y="241299"/>
                </a:lnTo>
                <a:lnTo>
                  <a:pt x="254640" y="240029"/>
                </a:lnTo>
                <a:lnTo>
                  <a:pt x="246201" y="234949"/>
                </a:lnTo>
                <a:lnTo>
                  <a:pt x="237992" y="229869"/>
                </a:lnTo>
                <a:lnTo>
                  <a:pt x="229984" y="223519"/>
                </a:lnTo>
                <a:lnTo>
                  <a:pt x="222149" y="217169"/>
                </a:lnTo>
                <a:lnTo>
                  <a:pt x="217704" y="214629"/>
                </a:lnTo>
                <a:lnTo>
                  <a:pt x="212953" y="212089"/>
                </a:lnTo>
                <a:lnTo>
                  <a:pt x="208585" y="208279"/>
                </a:lnTo>
                <a:lnTo>
                  <a:pt x="182761" y="186689"/>
                </a:lnTo>
                <a:lnTo>
                  <a:pt x="180462" y="184149"/>
                </a:lnTo>
                <a:lnTo>
                  <a:pt x="178317" y="181609"/>
                </a:lnTo>
                <a:lnTo>
                  <a:pt x="176094" y="180339"/>
                </a:lnTo>
                <a:lnTo>
                  <a:pt x="175481" y="179069"/>
                </a:lnTo>
                <a:lnTo>
                  <a:pt x="241041" y="179069"/>
                </a:lnTo>
                <a:lnTo>
                  <a:pt x="244295" y="181609"/>
                </a:lnTo>
                <a:lnTo>
                  <a:pt x="246210" y="184149"/>
                </a:lnTo>
                <a:lnTo>
                  <a:pt x="247896" y="185419"/>
                </a:lnTo>
                <a:lnTo>
                  <a:pt x="249812" y="187959"/>
                </a:lnTo>
                <a:lnTo>
                  <a:pt x="252494" y="190499"/>
                </a:lnTo>
                <a:lnTo>
                  <a:pt x="253414" y="193039"/>
                </a:lnTo>
                <a:lnTo>
                  <a:pt x="253873" y="196849"/>
                </a:lnTo>
                <a:lnTo>
                  <a:pt x="253279" y="198119"/>
                </a:lnTo>
                <a:lnTo>
                  <a:pt x="253107" y="198119"/>
                </a:lnTo>
                <a:lnTo>
                  <a:pt x="271466" y="215899"/>
                </a:lnTo>
                <a:lnTo>
                  <a:pt x="269506" y="215899"/>
                </a:lnTo>
                <a:lnTo>
                  <a:pt x="269812" y="218439"/>
                </a:lnTo>
                <a:lnTo>
                  <a:pt x="273107" y="218439"/>
                </a:lnTo>
                <a:lnTo>
                  <a:pt x="272686" y="219709"/>
                </a:lnTo>
                <a:lnTo>
                  <a:pt x="267820" y="219709"/>
                </a:lnTo>
                <a:lnTo>
                  <a:pt x="268950" y="222249"/>
                </a:lnTo>
                <a:lnTo>
                  <a:pt x="243528" y="222249"/>
                </a:lnTo>
                <a:lnTo>
                  <a:pt x="243145" y="223519"/>
                </a:lnTo>
                <a:lnTo>
                  <a:pt x="244755" y="224789"/>
                </a:lnTo>
                <a:lnTo>
                  <a:pt x="246287" y="226059"/>
                </a:lnTo>
                <a:lnTo>
                  <a:pt x="247973" y="227329"/>
                </a:lnTo>
                <a:lnTo>
                  <a:pt x="252188" y="229869"/>
                </a:lnTo>
                <a:lnTo>
                  <a:pt x="256479" y="233679"/>
                </a:lnTo>
                <a:lnTo>
                  <a:pt x="260617" y="236219"/>
                </a:lnTo>
                <a:lnTo>
                  <a:pt x="262533" y="237489"/>
                </a:lnTo>
                <a:lnTo>
                  <a:pt x="264295" y="238759"/>
                </a:lnTo>
                <a:lnTo>
                  <a:pt x="266287" y="241299"/>
                </a:lnTo>
                <a:lnTo>
                  <a:pt x="265751" y="241299"/>
                </a:lnTo>
                <a:lnTo>
                  <a:pt x="263222" y="242569"/>
                </a:lnTo>
                <a:close/>
              </a:path>
              <a:path w="313690" h="275590">
                <a:moveTo>
                  <a:pt x="171594" y="214629"/>
                </a:moveTo>
                <a:lnTo>
                  <a:pt x="142147" y="214629"/>
                </a:lnTo>
                <a:lnTo>
                  <a:pt x="142147" y="191769"/>
                </a:lnTo>
                <a:lnTo>
                  <a:pt x="141688" y="191769"/>
                </a:lnTo>
                <a:lnTo>
                  <a:pt x="141458" y="190499"/>
                </a:lnTo>
                <a:lnTo>
                  <a:pt x="172903" y="190499"/>
                </a:lnTo>
                <a:lnTo>
                  <a:pt x="171997" y="201929"/>
                </a:lnTo>
                <a:lnTo>
                  <a:pt x="171896" y="203199"/>
                </a:lnTo>
                <a:lnTo>
                  <a:pt x="171863" y="204469"/>
                </a:lnTo>
                <a:lnTo>
                  <a:pt x="171762" y="208279"/>
                </a:lnTo>
                <a:lnTo>
                  <a:pt x="171661" y="212089"/>
                </a:lnTo>
                <a:lnTo>
                  <a:pt x="171594" y="214629"/>
                </a:lnTo>
                <a:close/>
              </a:path>
              <a:path w="313690" h="275590">
                <a:moveTo>
                  <a:pt x="272265" y="217169"/>
                </a:moveTo>
                <a:lnTo>
                  <a:pt x="271958" y="217169"/>
                </a:lnTo>
                <a:lnTo>
                  <a:pt x="269506" y="215899"/>
                </a:lnTo>
                <a:lnTo>
                  <a:pt x="271466" y="215899"/>
                </a:lnTo>
                <a:lnTo>
                  <a:pt x="272265" y="217169"/>
                </a:lnTo>
                <a:close/>
              </a:path>
              <a:path w="313690" h="275590">
                <a:moveTo>
                  <a:pt x="272265" y="220979"/>
                </a:moveTo>
                <a:lnTo>
                  <a:pt x="267820" y="219709"/>
                </a:lnTo>
                <a:lnTo>
                  <a:pt x="272686" y="219709"/>
                </a:lnTo>
                <a:lnTo>
                  <a:pt x="272265" y="220979"/>
                </a:lnTo>
                <a:close/>
              </a:path>
              <a:path w="313690" h="275590">
                <a:moveTo>
                  <a:pt x="268740" y="238759"/>
                </a:moveTo>
                <a:lnTo>
                  <a:pt x="267130" y="237489"/>
                </a:lnTo>
                <a:lnTo>
                  <a:pt x="262762" y="234949"/>
                </a:lnTo>
                <a:lnTo>
                  <a:pt x="258471" y="231139"/>
                </a:lnTo>
                <a:lnTo>
                  <a:pt x="254103" y="229869"/>
                </a:lnTo>
                <a:lnTo>
                  <a:pt x="251345" y="227329"/>
                </a:lnTo>
                <a:lnTo>
                  <a:pt x="248663" y="224789"/>
                </a:lnTo>
                <a:lnTo>
                  <a:pt x="245827" y="223519"/>
                </a:lnTo>
                <a:lnTo>
                  <a:pt x="244295" y="223519"/>
                </a:lnTo>
                <a:lnTo>
                  <a:pt x="243528" y="222249"/>
                </a:lnTo>
                <a:lnTo>
                  <a:pt x="268950" y="222249"/>
                </a:lnTo>
                <a:lnTo>
                  <a:pt x="271211" y="227329"/>
                </a:lnTo>
                <a:lnTo>
                  <a:pt x="265751" y="227329"/>
                </a:lnTo>
                <a:lnTo>
                  <a:pt x="269531" y="231139"/>
                </a:lnTo>
                <a:lnTo>
                  <a:pt x="267897" y="231139"/>
                </a:lnTo>
                <a:lnTo>
                  <a:pt x="269494" y="231755"/>
                </a:lnTo>
                <a:lnTo>
                  <a:pt x="269825" y="232303"/>
                </a:lnTo>
                <a:lnTo>
                  <a:pt x="270115" y="232617"/>
                </a:lnTo>
                <a:lnTo>
                  <a:pt x="271268" y="233679"/>
                </a:lnTo>
                <a:lnTo>
                  <a:pt x="271651" y="234949"/>
                </a:lnTo>
                <a:lnTo>
                  <a:pt x="269966" y="237489"/>
                </a:lnTo>
                <a:lnTo>
                  <a:pt x="268740" y="238759"/>
                </a:lnTo>
                <a:close/>
              </a:path>
              <a:path w="313690" h="275590">
                <a:moveTo>
                  <a:pt x="272341" y="229869"/>
                </a:moveTo>
                <a:lnTo>
                  <a:pt x="271728" y="229869"/>
                </a:lnTo>
                <a:lnTo>
                  <a:pt x="266058" y="227329"/>
                </a:lnTo>
                <a:lnTo>
                  <a:pt x="271211" y="227329"/>
                </a:lnTo>
                <a:lnTo>
                  <a:pt x="272341" y="229869"/>
                </a:lnTo>
                <a:close/>
              </a:path>
              <a:path w="313690" h="275590">
                <a:moveTo>
                  <a:pt x="269494" y="231755"/>
                </a:moveTo>
                <a:lnTo>
                  <a:pt x="267897" y="231139"/>
                </a:lnTo>
                <a:lnTo>
                  <a:pt x="269123" y="231139"/>
                </a:lnTo>
                <a:lnTo>
                  <a:pt x="269494" y="231755"/>
                </a:lnTo>
                <a:close/>
              </a:path>
              <a:path w="313690" h="275590">
                <a:moveTo>
                  <a:pt x="271731" y="232617"/>
                </a:moveTo>
                <a:lnTo>
                  <a:pt x="269494" y="231755"/>
                </a:lnTo>
                <a:lnTo>
                  <a:pt x="269123" y="231139"/>
                </a:lnTo>
                <a:lnTo>
                  <a:pt x="269531" y="231139"/>
                </a:lnTo>
                <a:lnTo>
                  <a:pt x="271731" y="232617"/>
                </a:lnTo>
                <a:close/>
              </a:path>
              <a:path w="313690" h="275590">
                <a:moveTo>
                  <a:pt x="170194" y="264159"/>
                </a:moveTo>
                <a:lnTo>
                  <a:pt x="168815" y="264159"/>
                </a:lnTo>
                <a:lnTo>
                  <a:pt x="167742" y="262889"/>
                </a:lnTo>
                <a:lnTo>
                  <a:pt x="170462" y="262889"/>
                </a:lnTo>
                <a:lnTo>
                  <a:pt x="170194" y="264159"/>
                </a:lnTo>
                <a:close/>
              </a:path>
            </a:pathLst>
          </a:custGeom>
          <a:solidFill>
            <a:srgbClr val="FFB0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15359008" y="8567209"/>
            <a:ext cx="313690" cy="275590"/>
          </a:xfrm>
          <a:custGeom>
            <a:avLst/>
            <a:gdLst/>
            <a:ahLst/>
            <a:cxnLst/>
            <a:rect l="l" t="t" r="r" b="b"/>
            <a:pathLst>
              <a:path w="313690" h="275590">
                <a:moveTo>
                  <a:pt x="145443" y="87629"/>
                </a:moveTo>
                <a:lnTo>
                  <a:pt x="136860" y="87629"/>
                </a:lnTo>
                <a:lnTo>
                  <a:pt x="137166" y="86359"/>
                </a:lnTo>
                <a:lnTo>
                  <a:pt x="138966" y="58419"/>
                </a:lnTo>
                <a:lnTo>
                  <a:pt x="139048" y="57149"/>
                </a:lnTo>
                <a:lnTo>
                  <a:pt x="139130" y="55879"/>
                </a:lnTo>
                <a:lnTo>
                  <a:pt x="139212" y="54609"/>
                </a:lnTo>
                <a:lnTo>
                  <a:pt x="139294" y="53339"/>
                </a:lnTo>
                <a:lnTo>
                  <a:pt x="139376" y="52069"/>
                </a:lnTo>
                <a:lnTo>
                  <a:pt x="139453" y="50799"/>
                </a:lnTo>
                <a:lnTo>
                  <a:pt x="139531" y="49529"/>
                </a:lnTo>
                <a:lnTo>
                  <a:pt x="139608" y="48259"/>
                </a:lnTo>
                <a:lnTo>
                  <a:pt x="139686" y="46989"/>
                </a:lnTo>
                <a:lnTo>
                  <a:pt x="139759" y="45796"/>
                </a:lnTo>
                <a:lnTo>
                  <a:pt x="139841" y="44449"/>
                </a:lnTo>
                <a:lnTo>
                  <a:pt x="139919" y="43179"/>
                </a:lnTo>
                <a:lnTo>
                  <a:pt x="139996" y="41909"/>
                </a:lnTo>
                <a:lnTo>
                  <a:pt x="140074" y="40639"/>
                </a:lnTo>
                <a:lnTo>
                  <a:pt x="140151" y="39369"/>
                </a:lnTo>
                <a:lnTo>
                  <a:pt x="140229" y="38099"/>
                </a:lnTo>
                <a:lnTo>
                  <a:pt x="140306" y="36829"/>
                </a:lnTo>
                <a:lnTo>
                  <a:pt x="140384" y="35559"/>
                </a:lnTo>
                <a:lnTo>
                  <a:pt x="145979" y="2539"/>
                </a:lnTo>
                <a:lnTo>
                  <a:pt x="147358" y="0"/>
                </a:lnTo>
                <a:lnTo>
                  <a:pt x="149274" y="0"/>
                </a:lnTo>
                <a:lnTo>
                  <a:pt x="151343" y="1269"/>
                </a:lnTo>
                <a:lnTo>
                  <a:pt x="153412" y="5079"/>
                </a:lnTo>
                <a:lnTo>
                  <a:pt x="176452" y="5079"/>
                </a:lnTo>
                <a:lnTo>
                  <a:pt x="176937" y="6349"/>
                </a:lnTo>
                <a:lnTo>
                  <a:pt x="177550" y="7619"/>
                </a:lnTo>
                <a:lnTo>
                  <a:pt x="178010" y="8889"/>
                </a:lnTo>
                <a:lnTo>
                  <a:pt x="178776" y="10159"/>
                </a:lnTo>
                <a:lnTo>
                  <a:pt x="179389" y="12699"/>
                </a:lnTo>
                <a:lnTo>
                  <a:pt x="181458" y="12699"/>
                </a:lnTo>
                <a:lnTo>
                  <a:pt x="182761" y="16509"/>
                </a:lnTo>
                <a:lnTo>
                  <a:pt x="184031" y="29209"/>
                </a:lnTo>
                <a:lnTo>
                  <a:pt x="184234" y="31749"/>
                </a:lnTo>
                <a:lnTo>
                  <a:pt x="184336" y="33019"/>
                </a:lnTo>
                <a:lnTo>
                  <a:pt x="184437" y="34289"/>
                </a:lnTo>
                <a:lnTo>
                  <a:pt x="184539" y="35559"/>
                </a:lnTo>
                <a:lnTo>
                  <a:pt x="184640" y="36829"/>
                </a:lnTo>
                <a:lnTo>
                  <a:pt x="184741" y="38099"/>
                </a:lnTo>
                <a:lnTo>
                  <a:pt x="184843" y="39369"/>
                </a:lnTo>
                <a:lnTo>
                  <a:pt x="184944" y="40639"/>
                </a:lnTo>
                <a:lnTo>
                  <a:pt x="185046" y="41909"/>
                </a:lnTo>
                <a:lnTo>
                  <a:pt x="185147" y="43179"/>
                </a:lnTo>
                <a:lnTo>
                  <a:pt x="185249" y="44449"/>
                </a:lnTo>
                <a:lnTo>
                  <a:pt x="185356" y="45796"/>
                </a:lnTo>
                <a:lnTo>
                  <a:pt x="185452" y="46989"/>
                </a:lnTo>
                <a:lnTo>
                  <a:pt x="185549" y="48259"/>
                </a:lnTo>
                <a:lnTo>
                  <a:pt x="185646" y="49529"/>
                </a:lnTo>
                <a:lnTo>
                  <a:pt x="185743" y="50799"/>
                </a:lnTo>
                <a:lnTo>
                  <a:pt x="185841" y="52069"/>
                </a:lnTo>
                <a:lnTo>
                  <a:pt x="185938" y="53339"/>
                </a:lnTo>
                <a:lnTo>
                  <a:pt x="186035" y="54609"/>
                </a:lnTo>
                <a:lnTo>
                  <a:pt x="186133" y="55879"/>
                </a:lnTo>
                <a:lnTo>
                  <a:pt x="186516" y="57149"/>
                </a:lnTo>
                <a:lnTo>
                  <a:pt x="231361" y="57149"/>
                </a:lnTo>
                <a:lnTo>
                  <a:pt x="216403" y="77469"/>
                </a:lnTo>
                <a:lnTo>
                  <a:pt x="145443" y="77469"/>
                </a:lnTo>
                <a:lnTo>
                  <a:pt x="145443" y="87629"/>
                </a:lnTo>
                <a:close/>
              </a:path>
              <a:path w="313690" h="275590">
                <a:moveTo>
                  <a:pt x="176452" y="5079"/>
                </a:moveTo>
                <a:lnTo>
                  <a:pt x="153412" y="5079"/>
                </a:lnTo>
                <a:lnTo>
                  <a:pt x="154638" y="3809"/>
                </a:lnTo>
                <a:lnTo>
                  <a:pt x="154561" y="2539"/>
                </a:lnTo>
                <a:lnTo>
                  <a:pt x="154485" y="1269"/>
                </a:lnTo>
                <a:lnTo>
                  <a:pt x="157167" y="0"/>
                </a:lnTo>
                <a:lnTo>
                  <a:pt x="160309" y="0"/>
                </a:lnTo>
                <a:lnTo>
                  <a:pt x="162837" y="1269"/>
                </a:lnTo>
                <a:lnTo>
                  <a:pt x="168125" y="1269"/>
                </a:lnTo>
                <a:lnTo>
                  <a:pt x="170884" y="2539"/>
                </a:lnTo>
                <a:lnTo>
                  <a:pt x="173182" y="3809"/>
                </a:lnTo>
                <a:lnTo>
                  <a:pt x="175481" y="3809"/>
                </a:lnTo>
                <a:lnTo>
                  <a:pt x="176452" y="5079"/>
                </a:lnTo>
                <a:close/>
              </a:path>
              <a:path w="313690" h="275590">
                <a:moveTo>
                  <a:pt x="168125" y="1269"/>
                </a:moveTo>
                <a:lnTo>
                  <a:pt x="162837" y="1269"/>
                </a:lnTo>
                <a:lnTo>
                  <a:pt x="165673" y="0"/>
                </a:lnTo>
                <a:lnTo>
                  <a:pt x="168125" y="1269"/>
                </a:lnTo>
                <a:close/>
              </a:path>
              <a:path w="313690" h="275590">
                <a:moveTo>
                  <a:pt x="181458" y="12699"/>
                </a:moveTo>
                <a:lnTo>
                  <a:pt x="179389" y="12699"/>
                </a:lnTo>
                <a:lnTo>
                  <a:pt x="179926" y="11429"/>
                </a:lnTo>
                <a:lnTo>
                  <a:pt x="178930" y="7619"/>
                </a:lnTo>
                <a:lnTo>
                  <a:pt x="180309" y="7619"/>
                </a:lnTo>
                <a:lnTo>
                  <a:pt x="180462" y="8889"/>
                </a:lnTo>
                <a:lnTo>
                  <a:pt x="181458" y="12699"/>
                </a:lnTo>
                <a:close/>
              </a:path>
              <a:path w="313690" h="275590">
                <a:moveTo>
                  <a:pt x="231361" y="57149"/>
                </a:moveTo>
                <a:lnTo>
                  <a:pt x="186516" y="57149"/>
                </a:lnTo>
                <a:lnTo>
                  <a:pt x="189734" y="53339"/>
                </a:lnTo>
                <a:lnTo>
                  <a:pt x="192800" y="49529"/>
                </a:lnTo>
                <a:lnTo>
                  <a:pt x="195788" y="46989"/>
                </a:lnTo>
                <a:lnTo>
                  <a:pt x="198087" y="43179"/>
                </a:lnTo>
                <a:lnTo>
                  <a:pt x="200079" y="40639"/>
                </a:lnTo>
                <a:lnTo>
                  <a:pt x="202838" y="39369"/>
                </a:lnTo>
                <a:lnTo>
                  <a:pt x="207819" y="35559"/>
                </a:lnTo>
                <a:lnTo>
                  <a:pt x="211344" y="31749"/>
                </a:lnTo>
                <a:lnTo>
                  <a:pt x="215712" y="26669"/>
                </a:lnTo>
                <a:lnTo>
                  <a:pt x="217704" y="25399"/>
                </a:lnTo>
                <a:lnTo>
                  <a:pt x="219467" y="22859"/>
                </a:lnTo>
                <a:lnTo>
                  <a:pt x="220923" y="20319"/>
                </a:lnTo>
                <a:lnTo>
                  <a:pt x="223911" y="16509"/>
                </a:lnTo>
                <a:lnTo>
                  <a:pt x="227436" y="12699"/>
                </a:lnTo>
                <a:lnTo>
                  <a:pt x="231881" y="10159"/>
                </a:lnTo>
                <a:lnTo>
                  <a:pt x="233413" y="8889"/>
                </a:lnTo>
                <a:lnTo>
                  <a:pt x="234256" y="8889"/>
                </a:lnTo>
                <a:lnTo>
                  <a:pt x="235942" y="7619"/>
                </a:lnTo>
                <a:lnTo>
                  <a:pt x="237168" y="8889"/>
                </a:lnTo>
                <a:lnTo>
                  <a:pt x="237475" y="10159"/>
                </a:lnTo>
                <a:lnTo>
                  <a:pt x="252749" y="10159"/>
                </a:lnTo>
                <a:lnTo>
                  <a:pt x="253260" y="11429"/>
                </a:lnTo>
                <a:lnTo>
                  <a:pt x="255406" y="11429"/>
                </a:lnTo>
                <a:lnTo>
                  <a:pt x="255789" y="12699"/>
                </a:lnTo>
                <a:lnTo>
                  <a:pt x="256019" y="13969"/>
                </a:lnTo>
                <a:lnTo>
                  <a:pt x="255942" y="15239"/>
                </a:lnTo>
                <a:lnTo>
                  <a:pt x="255636" y="16509"/>
                </a:lnTo>
                <a:lnTo>
                  <a:pt x="255253" y="19049"/>
                </a:lnTo>
                <a:lnTo>
                  <a:pt x="254716" y="20319"/>
                </a:lnTo>
                <a:lnTo>
                  <a:pt x="257694" y="20319"/>
                </a:lnTo>
                <a:lnTo>
                  <a:pt x="257168" y="22859"/>
                </a:lnTo>
                <a:lnTo>
                  <a:pt x="254333" y="26669"/>
                </a:lnTo>
                <a:lnTo>
                  <a:pt x="250961" y="31749"/>
                </a:lnTo>
                <a:lnTo>
                  <a:pt x="231361" y="57149"/>
                </a:lnTo>
                <a:close/>
              </a:path>
              <a:path w="313690" h="275590">
                <a:moveTo>
                  <a:pt x="244908" y="8889"/>
                </a:moveTo>
                <a:lnTo>
                  <a:pt x="240157" y="8889"/>
                </a:lnTo>
                <a:lnTo>
                  <a:pt x="241689" y="7619"/>
                </a:lnTo>
                <a:lnTo>
                  <a:pt x="243682" y="7619"/>
                </a:lnTo>
                <a:lnTo>
                  <a:pt x="244908" y="8889"/>
                </a:lnTo>
                <a:close/>
              </a:path>
              <a:path w="313690" h="275590">
                <a:moveTo>
                  <a:pt x="252749" y="10159"/>
                </a:moveTo>
                <a:lnTo>
                  <a:pt x="237475" y="10159"/>
                </a:lnTo>
                <a:lnTo>
                  <a:pt x="239314" y="8889"/>
                </a:lnTo>
                <a:lnTo>
                  <a:pt x="252494" y="8889"/>
                </a:lnTo>
                <a:lnTo>
                  <a:pt x="252749" y="10159"/>
                </a:lnTo>
                <a:close/>
              </a:path>
              <a:path w="313690" h="275590">
                <a:moveTo>
                  <a:pt x="257694" y="20319"/>
                </a:moveTo>
                <a:lnTo>
                  <a:pt x="255253" y="20319"/>
                </a:lnTo>
                <a:lnTo>
                  <a:pt x="258011" y="15239"/>
                </a:lnTo>
                <a:lnTo>
                  <a:pt x="258548" y="15239"/>
                </a:lnTo>
                <a:lnTo>
                  <a:pt x="258548" y="16509"/>
                </a:lnTo>
                <a:lnTo>
                  <a:pt x="258395" y="16509"/>
                </a:lnTo>
                <a:lnTo>
                  <a:pt x="257694" y="20319"/>
                </a:lnTo>
                <a:close/>
              </a:path>
              <a:path w="313690" h="275590">
                <a:moveTo>
                  <a:pt x="81916" y="38099"/>
                </a:moveTo>
                <a:lnTo>
                  <a:pt x="76629" y="38099"/>
                </a:lnTo>
                <a:lnTo>
                  <a:pt x="75480" y="35559"/>
                </a:lnTo>
                <a:lnTo>
                  <a:pt x="74254" y="34289"/>
                </a:lnTo>
                <a:lnTo>
                  <a:pt x="73104" y="31749"/>
                </a:lnTo>
                <a:lnTo>
                  <a:pt x="74790" y="31749"/>
                </a:lnTo>
                <a:lnTo>
                  <a:pt x="76936" y="34289"/>
                </a:lnTo>
                <a:lnTo>
                  <a:pt x="81916" y="38099"/>
                </a:lnTo>
                <a:close/>
              </a:path>
              <a:path w="313690" h="275590">
                <a:moveTo>
                  <a:pt x="88552" y="44449"/>
                </a:moveTo>
                <a:lnTo>
                  <a:pt x="62223" y="44449"/>
                </a:lnTo>
                <a:lnTo>
                  <a:pt x="61303" y="43179"/>
                </a:lnTo>
                <a:lnTo>
                  <a:pt x="60460" y="41909"/>
                </a:lnTo>
                <a:lnTo>
                  <a:pt x="58506" y="39369"/>
                </a:lnTo>
                <a:lnTo>
                  <a:pt x="70499" y="39369"/>
                </a:lnTo>
                <a:lnTo>
                  <a:pt x="69503" y="38099"/>
                </a:lnTo>
                <a:lnTo>
                  <a:pt x="67357" y="34289"/>
                </a:lnTo>
                <a:lnTo>
                  <a:pt x="68813" y="33019"/>
                </a:lnTo>
                <a:lnTo>
                  <a:pt x="69962" y="33019"/>
                </a:lnTo>
                <a:lnTo>
                  <a:pt x="71418" y="34289"/>
                </a:lnTo>
                <a:lnTo>
                  <a:pt x="72951" y="35559"/>
                </a:lnTo>
                <a:lnTo>
                  <a:pt x="74713" y="38099"/>
                </a:lnTo>
                <a:lnTo>
                  <a:pt x="81916" y="38099"/>
                </a:lnTo>
                <a:lnTo>
                  <a:pt x="82746" y="39369"/>
                </a:lnTo>
                <a:lnTo>
                  <a:pt x="88552" y="44449"/>
                </a:lnTo>
                <a:close/>
              </a:path>
              <a:path w="313690" h="275590">
                <a:moveTo>
                  <a:pt x="70499" y="39369"/>
                </a:moveTo>
                <a:lnTo>
                  <a:pt x="58698" y="39369"/>
                </a:lnTo>
                <a:lnTo>
                  <a:pt x="59847" y="38099"/>
                </a:lnTo>
                <a:lnTo>
                  <a:pt x="61456" y="38099"/>
                </a:lnTo>
                <a:lnTo>
                  <a:pt x="62989" y="36829"/>
                </a:lnTo>
                <a:lnTo>
                  <a:pt x="64675" y="35559"/>
                </a:lnTo>
                <a:lnTo>
                  <a:pt x="66667" y="35559"/>
                </a:lnTo>
                <a:lnTo>
                  <a:pt x="67893" y="36829"/>
                </a:lnTo>
                <a:lnTo>
                  <a:pt x="70499" y="39369"/>
                </a:lnTo>
                <a:close/>
              </a:path>
              <a:path w="313690" h="275590">
                <a:moveTo>
                  <a:pt x="103959" y="58419"/>
                </a:moveTo>
                <a:lnTo>
                  <a:pt x="60154" y="58419"/>
                </a:lnTo>
                <a:lnTo>
                  <a:pt x="60843" y="57149"/>
                </a:lnTo>
                <a:lnTo>
                  <a:pt x="60307" y="57149"/>
                </a:lnTo>
                <a:lnTo>
                  <a:pt x="53564" y="48259"/>
                </a:lnTo>
                <a:lnTo>
                  <a:pt x="51955" y="45796"/>
                </a:lnTo>
                <a:lnTo>
                  <a:pt x="54560" y="43179"/>
                </a:lnTo>
                <a:lnTo>
                  <a:pt x="56016" y="41909"/>
                </a:lnTo>
                <a:lnTo>
                  <a:pt x="56859" y="43179"/>
                </a:lnTo>
                <a:lnTo>
                  <a:pt x="60230" y="43179"/>
                </a:lnTo>
                <a:lnTo>
                  <a:pt x="60767" y="44449"/>
                </a:lnTo>
                <a:lnTo>
                  <a:pt x="88552" y="44449"/>
                </a:lnTo>
                <a:lnTo>
                  <a:pt x="99317" y="54609"/>
                </a:lnTo>
                <a:lnTo>
                  <a:pt x="103959" y="58419"/>
                </a:lnTo>
                <a:close/>
              </a:path>
              <a:path w="313690" h="275590">
                <a:moveTo>
                  <a:pt x="60230" y="43179"/>
                </a:moveTo>
                <a:lnTo>
                  <a:pt x="58621" y="43179"/>
                </a:lnTo>
                <a:lnTo>
                  <a:pt x="58161" y="41909"/>
                </a:lnTo>
                <a:lnTo>
                  <a:pt x="60230" y="43179"/>
                </a:lnTo>
                <a:close/>
              </a:path>
              <a:path w="313690" h="275590">
                <a:moveTo>
                  <a:pt x="52519" y="52069"/>
                </a:moveTo>
                <a:lnTo>
                  <a:pt x="50882" y="52069"/>
                </a:lnTo>
                <a:lnTo>
                  <a:pt x="49349" y="49529"/>
                </a:lnTo>
                <a:lnTo>
                  <a:pt x="49655" y="49529"/>
                </a:lnTo>
                <a:lnTo>
                  <a:pt x="52519" y="52069"/>
                </a:lnTo>
                <a:close/>
              </a:path>
              <a:path w="313690" h="275590">
                <a:moveTo>
                  <a:pt x="13793" y="171449"/>
                </a:moveTo>
                <a:lnTo>
                  <a:pt x="8812" y="168909"/>
                </a:lnTo>
                <a:lnTo>
                  <a:pt x="4214" y="166369"/>
                </a:lnTo>
                <a:lnTo>
                  <a:pt x="842" y="165099"/>
                </a:lnTo>
                <a:lnTo>
                  <a:pt x="0" y="161289"/>
                </a:lnTo>
                <a:lnTo>
                  <a:pt x="1455" y="157479"/>
                </a:lnTo>
                <a:lnTo>
                  <a:pt x="3065" y="153669"/>
                </a:lnTo>
                <a:lnTo>
                  <a:pt x="6360" y="152399"/>
                </a:lnTo>
                <a:lnTo>
                  <a:pt x="9961" y="149859"/>
                </a:lnTo>
                <a:lnTo>
                  <a:pt x="16628" y="147319"/>
                </a:lnTo>
                <a:lnTo>
                  <a:pt x="30268" y="140969"/>
                </a:lnTo>
                <a:lnTo>
                  <a:pt x="35939" y="140969"/>
                </a:lnTo>
                <a:lnTo>
                  <a:pt x="38697" y="138429"/>
                </a:lnTo>
                <a:lnTo>
                  <a:pt x="41609" y="138429"/>
                </a:lnTo>
                <a:lnTo>
                  <a:pt x="44368" y="137159"/>
                </a:lnTo>
                <a:lnTo>
                  <a:pt x="47280" y="135889"/>
                </a:lnTo>
                <a:lnTo>
                  <a:pt x="64866" y="129539"/>
                </a:lnTo>
                <a:lnTo>
                  <a:pt x="82453" y="124459"/>
                </a:lnTo>
                <a:lnTo>
                  <a:pt x="89809" y="121919"/>
                </a:lnTo>
                <a:lnTo>
                  <a:pt x="97242" y="120649"/>
                </a:lnTo>
                <a:lnTo>
                  <a:pt x="104676" y="118109"/>
                </a:lnTo>
                <a:lnTo>
                  <a:pt x="105518" y="118109"/>
                </a:lnTo>
                <a:lnTo>
                  <a:pt x="106285" y="116839"/>
                </a:lnTo>
                <a:lnTo>
                  <a:pt x="98928" y="111759"/>
                </a:lnTo>
                <a:lnTo>
                  <a:pt x="87284" y="100329"/>
                </a:lnTo>
                <a:lnTo>
                  <a:pt x="53717" y="67309"/>
                </a:lnTo>
                <a:lnTo>
                  <a:pt x="47280" y="57149"/>
                </a:lnTo>
                <a:lnTo>
                  <a:pt x="46514" y="55879"/>
                </a:lnTo>
                <a:lnTo>
                  <a:pt x="46590" y="54609"/>
                </a:lnTo>
                <a:lnTo>
                  <a:pt x="46667" y="53339"/>
                </a:lnTo>
                <a:lnTo>
                  <a:pt x="48583" y="50799"/>
                </a:lnTo>
                <a:lnTo>
                  <a:pt x="50652" y="52069"/>
                </a:lnTo>
                <a:lnTo>
                  <a:pt x="52519" y="52069"/>
                </a:lnTo>
                <a:lnTo>
                  <a:pt x="60154" y="58419"/>
                </a:lnTo>
                <a:lnTo>
                  <a:pt x="103959" y="58419"/>
                </a:lnTo>
                <a:lnTo>
                  <a:pt x="134868" y="86359"/>
                </a:lnTo>
                <a:lnTo>
                  <a:pt x="135404" y="87629"/>
                </a:lnTo>
                <a:lnTo>
                  <a:pt x="145443" y="87629"/>
                </a:lnTo>
                <a:lnTo>
                  <a:pt x="145443" y="95249"/>
                </a:lnTo>
                <a:lnTo>
                  <a:pt x="277359" y="95249"/>
                </a:lnTo>
                <a:lnTo>
                  <a:pt x="259544" y="102869"/>
                </a:lnTo>
                <a:lnTo>
                  <a:pt x="235348" y="111759"/>
                </a:lnTo>
                <a:lnTo>
                  <a:pt x="223207" y="115569"/>
                </a:lnTo>
                <a:lnTo>
                  <a:pt x="211037" y="120649"/>
                </a:lnTo>
                <a:lnTo>
                  <a:pt x="185826" y="129539"/>
                </a:lnTo>
                <a:lnTo>
                  <a:pt x="184983" y="129539"/>
                </a:lnTo>
                <a:lnTo>
                  <a:pt x="186669" y="130809"/>
                </a:lnTo>
                <a:lnTo>
                  <a:pt x="181305" y="130809"/>
                </a:lnTo>
                <a:lnTo>
                  <a:pt x="181075" y="132079"/>
                </a:lnTo>
                <a:lnTo>
                  <a:pt x="208231" y="153669"/>
                </a:lnTo>
                <a:lnTo>
                  <a:pt x="108047" y="153669"/>
                </a:lnTo>
                <a:lnTo>
                  <a:pt x="104292" y="154939"/>
                </a:lnTo>
                <a:lnTo>
                  <a:pt x="78775" y="160019"/>
                </a:lnTo>
                <a:lnTo>
                  <a:pt x="70556" y="161289"/>
                </a:lnTo>
                <a:lnTo>
                  <a:pt x="62338" y="163829"/>
                </a:lnTo>
                <a:lnTo>
                  <a:pt x="45901" y="167639"/>
                </a:lnTo>
                <a:lnTo>
                  <a:pt x="19234" y="170179"/>
                </a:lnTo>
                <a:lnTo>
                  <a:pt x="13793" y="171449"/>
                </a:lnTo>
                <a:close/>
              </a:path>
              <a:path w="313690" h="275590">
                <a:moveTo>
                  <a:pt x="300234" y="69849"/>
                </a:moveTo>
                <a:lnTo>
                  <a:pt x="292188" y="69849"/>
                </a:lnTo>
                <a:lnTo>
                  <a:pt x="293567" y="68579"/>
                </a:lnTo>
                <a:lnTo>
                  <a:pt x="296403" y="68579"/>
                </a:lnTo>
                <a:lnTo>
                  <a:pt x="300234" y="69849"/>
                </a:lnTo>
                <a:close/>
              </a:path>
              <a:path w="313690" h="275590">
                <a:moveTo>
                  <a:pt x="277359" y="95249"/>
                </a:moveTo>
                <a:lnTo>
                  <a:pt x="203988" y="95249"/>
                </a:lnTo>
                <a:lnTo>
                  <a:pt x="204302" y="94849"/>
                </a:lnTo>
                <a:lnTo>
                  <a:pt x="204932" y="93944"/>
                </a:lnTo>
                <a:lnTo>
                  <a:pt x="206329" y="93944"/>
                </a:lnTo>
                <a:lnTo>
                  <a:pt x="277705" y="72389"/>
                </a:lnTo>
                <a:lnTo>
                  <a:pt x="280694" y="72389"/>
                </a:lnTo>
                <a:lnTo>
                  <a:pt x="283529" y="71119"/>
                </a:lnTo>
                <a:lnTo>
                  <a:pt x="286518" y="69849"/>
                </a:lnTo>
                <a:lnTo>
                  <a:pt x="300234" y="69849"/>
                </a:lnTo>
                <a:lnTo>
                  <a:pt x="304449" y="68579"/>
                </a:lnTo>
                <a:lnTo>
                  <a:pt x="308051" y="72389"/>
                </a:lnTo>
                <a:lnTo>
                  <a:pt x="310349" y="73659"/>
                </a:lnTo>
                <a:lnTo>
                  <a:pt x="310924" y="73659"/>
                </a:lnTo>
                <a:lnTo>
                  <a:pt x="311039" y="74929"/>
                </a:lnTo>
                <a:lnTo>
                  <a:pt x="313568" y="74929"/>
                </a:lnTo>
                <a:lnTo>
                  <a:pt x="313108" y="77469"/>
                </a:lnTo>
                <a:lnTo>
                  <a:pt x="312572" y="81279"/>
                </a:lnTo>
                <a:lnTo>
                  <a:pt x="309736" y="82549"/>
                </a:lnTo>
                <a:lnTo>
                  <a:pt x="306978" y="83819"/>
                </a:lnTo>
                <a:lnTo>
                  <a:pt x="277359" y="95249"/>
                </a:lnTo>
                <a:close/>
              </a:path>
              <a:path w="313690" h="275590">
                <a:moveTo>
                  <a:pt x="310924" y="73659"/>
                </a:moveTo>
                <a:lnTo>
                  <a:pt x="310349" y="73659"/>
                </a:lnTo>
                <a:lnTo>
                  <a:pt x="310809" y="72389"/>
                </a:lnTo>
                <a:lnTo>
                  <a:pt x="310924" y="73659"/>
                </a:lnTo>
                <a:close/>
              </a:path>
              <a:path w="313690" h="275590">
                <a:moveTo>
                  <a:pt x="203988" y="95249"/>
                </a:moveTo>
                <a:lnTo>
                  <a:pt x="145596" y="95249"/>
                </a:lnTo>
                <a:lnTo>
                  <a:pt x="145596" y="77469"/>
                </a:lnTo>
                <a:lnTo>
                  <a:pt x="216403" y="77469"/>
                </a:lnTo>
                <a:lnTo>
                  <a:pt x="204302" y="94849"/>
                </a:lnTo>
                <a:lnTo>
                  <a:pt x="203988" y="95249"/>
                </a:lnTo>
                <a:close/>
              </a:path>
              <a:path w="313690" h="275590">
                <a:moveTo>
                  <a:pt x="232064" y="170179"/>
                </a:moveTo>
                <a:lnTo>
                  <a:pt x="227896" y="170179"/>
                </a:lnTo>
                <a:lnTo>
                  <a:pt x="228279" y="168909"/>
                </a:lnTo>
                <a:lnTo>
                  <a:pt x="226747" y="167639"/>
                </a:lnTo>
                <a:lnTo>
                  <a:pt x="225291" y="166369"/>
                </a:lnTo>
                <a:lnTo>
                  <a:pt x="223681" y="165099"/>
                </a:lnTo>
                <a:lnTo>
                  <a:pt x="213553" y="157479"/>
                </a:lnTo>
                <a:lnTo>
                  <a:pt x="183068" y="130809"/>
                </a:lnTo>
                <a:lnTo>
                  <a:pt x="186669" y="130809"/>
                </a:lnTo>
                <a:lnTo>
                  <a:pt x="187512" y="132079"/>
                </a:lnTo>
                <a:lnTo>
                  <a:pt x="189964" y="134619"/>
                </a:lnTo>
                <a:lnTo>
                  <a:pt x="199668" y="142239"/>
                </a:lnTo>
                <a:lnTo>
                  <a:pt x="221306" y="161289"/>
                </a:lnTo>
                <a:lnTo>
                  <a:pt x="227128" y="165099"/>
                </a:lnTo>
                <a:lnTo>
                  <a:pt x="232064" y="170179"/>
                </a:lnTo>
                <a:close/>
              </a:path>
              <a:path w="313690" h="275590">
                <a:moveTo>
                  <a:pt x="81687" y="227329"/>
                </a:moveTo>
                <a:lnTo>
                  <a:pt x="79158" y="226059"/>
                </a:lnTo>
                <a:lnTo>
                  <a:pt x="77549" y="224789"/>
                </a:lnTo>
                <a:lnTo>
                  <a:pt x="72951" y="224789"/>
                </a:lnTo>
                <a:lnTo>
                  <a:pt x="68813" y="222249"/>
                </a:lnTo>
                <a:lnTo>
                  <a:pt x="69196" y="219709"/>
                </a:lnTo>
                <a:lnTo>
                  <a:pt x="69732" y="215899"/>
                </a:lnTo>
                <a:lnTo>
                  <a:pt x="70039" y="212089"/>
                </a:lnTo>
                <a:lnTo>
                  <a:pt x="71648" y="209549"/>
                </a:lnTo>
                <a:lnTo>
                  <a:pt x="75729" y="201929"/>
                </a:lnTo>
                <a:lnTo>
                  <a:pt x="79924" y="195579"/>
                </a:lnTo>
                <a:lnTo>
                  <a:pt x="84235" y="189229"/>
                </a:lnTo>
                <a:lnTo>
                  <a:pt x="93072" y="175259"/>
                </a:lnTo>
                <a:lnTo>
                  <a:pt x="97635" y="168909"/>
                </a:lnTo>
                <a:lnTo>
                  <a:pt x="106898" y="156209"/>
                </a:lnTo>
                <a:lnTo>
                  <a:pt x="107204" y="156209"/>
                </a:lnTo>
                <a:lnTo>
                  <a:pt x="107511" y="154939"/>
                </a:lnTo>
                <a:lnTo>
                  <a:pt x="108047" y="153669"/>
                </a:lnTo>
                <a:lnTo>
                  <a:pt x="208231" y="153669"/>
                </a:lnTo>
                <a:lnTo>
                  <a:pt x="227896" y="170179"/>
                </a:lnTo>
                <a:lnTo>
                  <a:pt x="232064" y="170179"/>
                </a:lnTo>
                <a:lnTo>
                  <a:pt x="240228" y="177799"/>
                </a:lnTo>
                <a:lnTo>
                  <a:pt x="132109" y="177799"/>
                </a:lnTo>
                <a:lnTo>
                  <a:pt x="130423" y="179069"/>
                </a:lnTo>
                <a:lnTo>
                  <a:pt x="128661" y="181609"/>
                </a:lnTo>
                <a:lnTo>
                  <a:pt x="127051" y="182879"/>
                </a:lnTo>
                <a:lnTo>
                  <a:pt x="114570" y="198119"/>
                </a:lnTo>
                <a:lnTo>
                  <a:pt x="108355" y="204469"/>
                </a:lnTo>
                <a:lnTo>
                  <a:pt x="98469" y="217169"/>
                </a:lnTo>
                <a:lnTo>
                  <a:pt x="96476" y="218439"/>
                </a:lnTo>
                <a:lnTo>
                  <a:pt x="95940" y="219709"/>
                </a:lnTo>
                <a:lnTo>
                  <a:pt x="92568" y="219709"/>
                </a:lnTo>
                <a:lnTo>
                  <a:pt x="90576" y="220979"/>
                </a:lnTo>
                <a:lnTo>
                  <a:pt x="88813" y="223519"/>
                </a:lnTo>
                <a:lnTo>
                  <a:pt x="84905" y="223519"/>
                </a:lnTo>
                <a:lnTo>
                  <a:pt x="84445" y="224789"/>
                </a:lnTo>
                <a:lnTo>
                  <a:pt x="81687" y="227329"/>
                </a:lnTo>
                <a:close/>
              </a:path>
              <a:path w="313690" h="275590">
                <a:moveTo>
                  <a:pt x="161611" y="275589"/>
                </a:moveTo>
                <a:lnTo>
                  <a:pt x="143807" y="275589"/>
                </a:lnTo>
                <a:lnTo>
                  <a:pt x="141841" y="273049"/>
                </a:lnTo>
                <a:lnTo>
                  <a:pt x="140921" y="267969"/>
                </a:lnTo>
                <a:lnTo>
                  <a:pt x="139695" y="264159"/>
                </a:lnTo>
                <a:lnTo>
                  <a:pt x="137656" y="253999"/>
                </a:lnTo>
                <a:lnTo>
                  <a:pt x="136027" y="246379"/>
                </a:lnTo>
                <a:lnTo>
                  <a:pt x="134814" y="237489"/>
                </a:lnTo>
                <a:lnTo>
                  <a:pt x="134025" y="227329"/>
                </a:lnTo>
                <a:lnTo>
                  <a:pt x="133963" y="226059"/>
                </a:lnTo>
                <a:lnTo>
                  <a:pt x="133841" y="223519"/>
                </a:lnTo>
                <a:lnTo>
                  <a:pt x="133719" y="220979"/>
                </a:lnTo>
                <a:lnTo>
                  <a:pt x="133596" y="218439"/>
                </a:lnTo>
                <a:lnTo>
                  <a:pt x="133474" y="215899"/>
                </a:lnTo>
                <a:lnTo>
                  <a:pt x="133357" y="212089"/>
                </a:lnTo>
                <a:lnTo>
                  <a:pt x="133241" y="208279"/>
                </a:lnTo>
                <a:lnTo>
                  <a:pt x="133124" y="204469"/>
                </a:lnTo>
                <a:lnTo>
                  <a:pt x="133095" y="203199"/>
                </a:lnTo>
                <a:lnTo>
                  <a:pt x="132978" y="198119"/>
                </a:lnTo>
                <a:lnTo>
                  <a:pt x="132861" y="193039"/>
                </a:lnTo>
                <a:lnTo>
                  <a:pt x="132763" y="189229"/>
                </a:lnTo>
                <a:lnTo>
                  <a:pt x="132645" y="180339"/>
                </a:lnTo>
                <a:lnTo>
                  <a:pt x="132415" y="179069"/>
                </a:lnTo>
                <a:lnTo>
                  <a:pt x="132109" y="177799"/>
                </a:lnTo>
                <a:lnTo>
                  <a:pt x="240228" y="177799"/>
                </a:lnTo>
                <a:lnTo>
                  <a:pt x="241041" y="179069"/>
                </a:lnTo>
                <a:lnTo>
                  <a:pt x="174332" y="179069"/>
                </a:lnTo>
                <a:lnTo>
                  <a:pt x="173872" y="182879"/>
                </a:lnTo>
                <a:lnTo>
                  <a:pt x="173489" y="186689"/>
                </a:lnTo>
                <a:lnTo>
                  <a:pt x="173029" y="189229"/>
                </a:lnTo>
                <a:lnTo>
                  <a:pt x="172903" y="190499"/>
                </a:lnTo>
                <a:lnTo>
                  <a:pt x="141151" y="190499"/>
                </a:lnTo>
                <a:lnTo>
                  <a:pt x="141151" y="214629"/>
                </a:lnTo>
                <a:lnTo>
                  <a:pt x="171594" y="214629"/>
                </a:lnTo>
                <a:lnTo>
                  <a:pt x="171721" y="227329"/>
                </a:lnTo>
                <a:lnTo>
                  <a:pt x="171833" y="231755"/>
                </a:lnTo>
                <a:lnTo>
                  <a:pt x="172401" y="246379"/>
                </a:lnTo>
                <a:lnTo>
                  <a:pt x="172493" y="248919"/>
                </a:lnTo>
                <a:lnTo>
                  <a:pt x="171803" y="253999"/>
                </a:lnTo>
                <a:lnTo>
                  <a:pt x="171343" y="259079"/>
                </a:lnTo>
                <a:lnTo>
                  <a:pt x="171113" y="260349"/>
                </a:lnTo>
                <a:lnTo>
                  <a:pt x="170730" y="261619"/>
                </a:lnTo>
                <a:lnTo>
                  <a:pt x="170462" y="262889"/>
                </a:lnTo>
                <a:lnTo>
                  <a:pt x="167435" y="262889"/>
                </a:lnTo>
                <a:lnTo>
                  <a:pt x="166822" y="264159"/>
                </a:lnTo>
                <a:lnTo>
                  <a:pt x="165136" y="267969"/>
                </a:lnTo>
                <a:lnTo>
                  <a:pt x="164063" y="269239"/>
                </a:lnTo>
                <a:lnTo>
                  <a:pt x="163757" y="270509"/>
                </a:lnTo>
                <a:lnTo>
                  <a:pt x="162761" y="271779"/>
                </a:lnTo>
                <a:lnTo>
                  <a:pt x="161688" y="271779"/>
                </a:lnTo>
                <a:lnTo>
                  <a:pt x="161765" y="274319"/>
                </a:lnTo>
                <a:lnTo>
                  <a:pt x="161611" y="275589"/>
                </a:lnTo>
                <a:close/>
              </a:path>
              <a:path w="313690" h="275590">
                <a:moveTo>
                  <a:pt x="263222" y="242569"/>
                </a:moveTo>
                <a:lnTo>
                  <a:pt x="258778" y="242569"/>
                </a:lnTo>
                <a:lnTo>
                  <a:pt x="256632" y="241299"/>
                </a:lnTo>
                <a:lnTo>
                  <a:pt x="254640" y="240029"/>
                </a:lnTo>
                <a:lnTo>
                  <a:pt x="246201" y="234949"/>
                </a:lnTo>
                <a:lnTo>
                  <a:pt x="237992" y="229869"/>
                </a:lnTo>
                <a:lnTo>
                  <a:pt x="229984" y="223519"/>
                </a:lnTo>
                <a:lnTo>
                  <a:pt x="222149" y="217169"/>
                </a:lnTo>
                <a:lnTo>
                  <a:pt x="217704" y="214629"/>
                </a:lnTo>
                <a:lnTo>
                  <a:pt x="212953" y="212089"/>
                </a:lnTo>
                <a:lnTo>
                  <a:pt x="208585" y="208279"/>
                </a:lnTo>
                <a:lnTo>
                  <a:pt x="182761" y="186689"/>
                </a:lnTo>
                <a:lnTo>
                  <a:pt x="180462" y="184149"/>
                </a:lnTo>
                <a:lnTo>
                  <a:pt x="178317" y="181609"/>
                </a:lnTo>
                <a:lnTo>
                  <a:pt x="176094" y="180339"/>
                </a:lnTo>
                <a:lnTo>
                  <a:pt x="175481" y="179069"/>
                </a:lnTo>
                <a:lnTo>
                  <a:pt x="241041" y="179069"/>
                </a:lnTo>
                <a:lnTo>
                  <a:pt x="244295" y="181609"/>
                </a:lnTo>
                <a:lnTo>
                  <a:pt x="246210" y="184149"/>
                </a:lnTo>
                <a:lnTo>
                  <a:pt x="247896" y="185419"/>
                </a:lnTo>
                <a:lnTo>
                  <a:pt x="249812" y="187959"/>
                </a:lnTo>
                <a:lnTo>
                  <a:pt x="252494" y="190499"/>
                </a:lnTo>
                <a:lnTo>
                  <a:pt x="253414" y="193039"/>
                </a:lnTo>
                <a:lnTo>
                  <a:pt x="253873" y="196849"/>
                </a:lnTo>
                <a:lnTo>
                  <a:pt x="253279" y="198119"/>
                </a:lnTo>
                <a:lnTo>
                  <a:pt x="253107" y="198119"/>
                </a:lnTo>
                <a:lnTo>
                  <a:pt x="271466" y="215899"/>
                </a:lnTo>
                <a:lnTo>
                  <a:pt x="269506" y="215899"/>
                </a:lnTo>
                <a:lnTo>
                  <a:pt x="269812" y="218439"/>
                </a:lnTo>
                <a:lnTo>
                  <a:pt x="273107" y="218439"/>
                </a:lnTo>
                <a:lnTo>
                  <a:pt x="272686" y="219709"/>
                </a:lnTo>
                <a:lnTo>
                  <a:pt x="267820" y="219709"/>
                </a:lnTo>
                <a:lnTo>
                  <a:pt x="268950" y="222249"/>
                </a:lnTo>
                <a:lnTo>
                  <a:pt x="243528" y="222249"/>
                </a:lnTo>
                <a:lnTo>
                  <a:pt x="243145" y="223519"/>
                </a:lnTo>
                <a:lnTo>
                  <a:pt x="244755" y="224789"/>
                </a:lnTo>
                <a:lnTo>
                  <a:pt x="246287" y="226059"/>
                </a:lnTo>
                <a:lnTo>
                  <a:pt x="247973" y="227329"/>
                </a:lnTo>
                <a:lnTo>
                  <a:pt x="252188" y="229869"/>
                </a:lnTo>
                <a:lnTo>
                  <a:pt x="256479" y="233679"/>
                </a:lnTo>
                <a:lnTo>
                  <a:pt x="260617" y="236219"/>
                </a:lnTo>
                <a:lnTo>
                  <a:pt x="262533" y="237489"/>
                </a:lnTo>
                <a:lnTo>
                  <a:pt x="264295" y="238759"/>
                </a:lnTo>
                <a:lnTo>
                  <a:pt x="266287" y="241299"/>
                </a:lnTo>
                <a:lnTo>
                  <a:pt x="265751" y="241299"/>
                </a:lnTo>
                <a:lnTo>
                  <a:pt x="263222" y="242569"/>
                </a:lnTo>
                <a:close/>
              </a:path>
              <a:path w="313690" h="275590">
                <a:moveTo>
                  <a:pt x="171594" y="214629"/>
                </a:moveTo>
                <a:lnTo>
                  <a:pt x="142147" y="214629"/>
                </a:lnTo>
                <a:lnTo>
                  <a:pt x="142147" y="191769"/>
                </a:lnTo>
                <a:lnTo>
                  <a:pt x="141688" y="191769"/>
                </a:lnTo>
                <a:lnTo>
                  <a:pt x="141458" y="190499"/>
                </a:lnTo>
                <a:lnTo>
                  <a:pt x="172903" y="190499"/>
                </a:lnTo>
                <a:lnTo>
                  <a:pt x="171997" y="201929"/>
                </a:lnTo>
                <a:lnTo>
                  <a:pt x="171896" y="203199"/>
                </a:lnTo>
                <a:lnTo>
                  <a:pt x="171863" y="204469"/>
                </a:lnTo>
                <a:lnTo>
                  <a:pt x="171762" y="208279"/>
                </a:lnTo>
                <a:lnTo>
                  <a:pt x="171661" y="212089"/>
                </a:lnTo>
                <a:lnTo>
                  <a:pt x="171594" y="214629"/>
                </a:lnTo>
                <a:close/>
              </a:path>
              <a:path w="313690" h="275590">
                <a:moveTo>
                  <a:pt x="272265" y="217169"/>
                </a:moveTo>
                <a:lnTo>
                  <a:pt x="271958" y="217169"/>
                </a:lnTo>
                <a:lnTo>
                  <a:pt x="269506" y="215899"/>
                </a:lnTo>
                <a:lnTo>
                  <a:pt x="271466" y="215899"/>
                </a:lnTo>
                <a:lnTo>
                  <a:pt x="272265" y="217169"/>
                </a:lnTo>
                <a:close/>
              </a:path>
              <a:path w="313690" h="275590">
                <a:moveTo>
                  <a:pt x="272265" y="220979"/>
                </a:moveTo>
                <a:lnTo>
                  <a:pt x="267820" y="219709"/>
                </a:lnTo>
                <a:lnTo>
                  <a:pt x="272686" y="219709"/>
                </a:lnTo>
                <a:lnTo>
                  <a:pt x="272265" y="220979"/>
                </a:lnTo>
                <a:close/>
              </a:path>
              <a:path w="313690" h="275590">
                <a:moveTo>
                  <a:pt x="268740" y="238759"/>
                </a:moveTo>
                <a:lnTo>
                  <a:pt x="267130" y="237489"/>
                </a:lnTo>
                <a:lnTo>
                  <a:pt x="262762" y="234949"/>
                </a:lnTo>
                <a:lnTo>
                  <a:pt x="258471" y="231139"/>
                </a:lnTo>
                <a:lnTo>
                  <a:pt x="254103" y="229869"/>
                </a:lnTo>
                <a:lnTo>
                  <a:pt x="251345" y="227329"/>
                </a:lnTo>
                <a:lnTo>
                  <a:pt x="248663" y="224789"/>
                </a:lnTo>
                <a:lnTo>
                  <a:pt x="245827" y="223519"/>
                </a:lnTo>
                <a:lnTo>
                  <a:pt x="244295" y="223519"/>
                </a:lnTo>
                <a:lnTo>
                  <a:pt x="243528" y="222249"/>
                </a:lnTo>
                <a:lnTo>
                  <a:pt x="268950" y="222249"/>
                </a:lnTo>
                <a:lnTo>
                  <a:pt x="271211" y="227329"/>
                </a:lnTo>
                <a:lnTo>
                  <a:pt x="265751" y="227329"/>
                </a:lnTo>
                <a:lnTo>
                  <a:pt x="269531" y="231139"/>
                </a:lnTo>
                <a:lnTo>
                  <a:pt x="267897" y="231139"/>
                </a:lnTo>
                <a:lnTo>
                  <a:pt x="269494" y="231755"/>
                </a:lnTo>
                <a:lnTo>
                  <a:pt x="269825" y="232303"/>
                </a:lnTo>
                <a:lnTo>
                  <a:pt x="270115" y="232617"/>
                </a:lnTo>
                <a:lnTo>
                  <a:pt x="271268" y="233679"/>
                </a:lnTo>
                <a:lnTo>
                  <a:pt x="271651" y="234949"/>
                </a:lnTo>
                <a:lnTo>
                  <a:pt x="269966" y="237489"/>
                </a:lnTo>
                <a:lnTo>
                  <a:pt x="268740" y="238759"/>
                </a:lnTo>
                <a:close/>
              </a:path>
              <a:path w="313690" h="275590">
                <a:moveTo>
                  <a:pt x="272341" y="229869"/>
                </a:moveTo>
                <a:lnTo>
                  <a:pt x="271728" y="229869"/>
                </a:lnTo>
                <a:lnTo>
                  <a:pt x="266058" y="227329"/>
                </a:lnTo>
                <a:lnTo>
                  <a:pt x="271211" y="227329"/>
                </a:lnTo>
                <a:lnTo>
                  <a:pt x="272341" y="229869"/>
                </a:lnTo>
                <a:close/>
              </a:path>
              <a:path w="313690" h="275590">
                <a:moveTo>
                  <a:pt x="269494" y="231755"/>
                </a:moveTo>
                <a:lnTo>
                  <a:pt x="267897" y="231139"/>
                </a:lnTo>
                <a:lnTo>
                  <a:pt x="269123" y="231139"/>
                </a:lnTo>
                <a:lnTo>
                  <a:pt x="269494" y="231755"/>
                </a:lnTo>
                <a:close/>
              </a:path>
              <a:path w="313690" h="275590">
                <a:moveTo>
                  <a:pt x="271731" y="232617"/>
                </a:moveTo>
                <a:lnTo>
                  <a:pt x="269494" y="231755"/>
                </a:lnTo>
                <a:lnTo>
                  <a:pt x="269123" y="231139"/>
                </a:lnTo>
                <a:lnTo>
                  <a:pt x="269531" y="231139"/>
                </a:lnTo>
                <a:lnTo>
                  <a:pt x="271731" y="232617"/>
                </a:lnTo>
                <a:close/>
              </a:path>
              <a:path w="313690" h="275590">
                <a:moveTo>
                  <a:pt x="170194" y="264159"/>
                </a:moveTo>
                <a:lnTo>
                  <a:pt x="168815" y="264159"/>
                </a:lnTo>
                <a:lnTo>
                  <a:pt x="167742" y="262889"/>
                </a:lnTo>
                <a:lnTo>
                  <a:pt x="170462" y="262889"/>
                </a:lnTo>
                <a:lnTo>
                  <a:pt x="170194" y="264159"/>
                </a:lnTo>
                <a:close/>
              </a:path>
            </a:pathLst>
          </a:custGeom>
          <a:solidFill>
            <a:srgbClr val="FFB0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777619" y="2755678"/>
            <a:ext cx="2594610" cy="571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3550" b="1" spc="-105" dirty="0">
                <a:solidFill>
                  <a:srgbClr val="383838"/>
                </a:solidFill>
                <a:latin typeface="Tahoma"/>
                <a:cs typeface="Tahoma"/>
              </a:rPr>
              <a:t>CoDeX</a:t>
            </a:r>
            <a:endParaRPr sz="3550" dirty="0">
              <a:latin typeface="Tahoma"/>
              <a:cs typeface="Tahoma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4555605" y="3273480"/>
            <a:ext cx="854710" cy="854710"/>
            <a:chOff x="4555605" y="3273480"/>
            <a:chExt cx="854710" cy="854710"/>
          </a:xfrm>
        </p:grpSpPr>
        <p:pic>
          <p:nvPicPr>
            <p:cNvPr id="63" name="object 6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43777" y="3361652"/>
              <a:ext cx="678035" cy="678035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4555605" y="3273480"/>
              <a:ext cx="854710" cy="854710"/>
            </a:xfrm>
            <a:custGeom>
              <a:avLst/>
              <a:gdLst/>
              <a:ahLst/>
              <a:cxnLst/>
              <a:rect l="l" t="t" r="r" b="b"/>
              <a:pathLst>
                <a:path w="854710" h="854710">
                  <a:moveTo>
                    <a:pt x="427189" y="854379"/>
                  </a:moveTo>
                  <a:lnTo>
                    <a:pt x="380732" y="851868"/>
                  </a:lnTo>
                  <a:lnTo>
                    <a:pt x="335683" y="844512"/>
                  </a:lnTo>
                  <a:lnTo>
                    <a:pt x="292336" y="832572"/>
                  </a:lnTo>
                  <a:lnTo>
                    <a:pt x="250948" y="816311"/>
                  </a:lnTo>
                  <a:lnTo>
                    <a:pt x="211782" y="795990"/>
                  </a:lnTo>
                  <a:lnTo>
                    <a:pt x="175098" y="771872"/>
                  </a:lnTo>
                  <a:lnTo>
                    <a:pt x="141159" y="744218"/>
                  </a:lnTo>
                  <a:lnTo>
                    <a:pt x="110228" y="713292"/>
                  </a:lnTo>
                  <a:lnTo>
                    <a:pt x="82567" y="679355"/>
                  </a:lnTo>
                  <a:lnTo>
                    <a:pt x="58438" y="642670"/>
                  </a:lnTo>
                  <a:lnTo>
                    <a:pt x="38106" y="603498"/>
                  </a:lnTo>
                  <a:lnTo>
                    <a:pt x="21832" y="562102"/>
                  </a:lnTo>
                  <a:lnTo>
                    <a:pt x="9880" y="518743"/>
                  </a:lnTo>
                  <a:lnTo>
                    <a:pt x="2515" y="473685"/>
                  </a:lnTo>
                  <a:lnTo>
                    <a:pt x="0" y="427189"/>
                  </a:lnTo>
                  <a:lnTo>
                    <a:pt x="2510" y="380723"/>
                  </a:lnTo>
                  <a:lnTo>
                    <a:pt x="9866" y="335686"/>
                  </a:lnTo>
                  <a:lnTo>
                    <a:pt x="21806" y="292342"/>
                  </a:lnTo>
                  <a:lnTo>
                    <a:pt x="38068" y="250954"/>
                  </a:lnTo>
                  <a:lnTo>
                    <a:pt x="58389" y="211784"/>
                  </a:lnTo>
                  <a:lnTo>
                    <a:pt x="82507" y="175097"/>
                  </a:lnTo>
                  <a:lnTo>
                    <a:pt x="110160" y="141154"/>
                  </a:lnTo>
                  <a:lnTo>
                    <a:pt x="141086" y="110219"/>
                  </a:lnTo>
                  <a:lnTo>
                    <a:pt x="175023" y="82556"/>
                  </a:lnTo>
                  <a:lnTo>
                    <a:pt x="211708" y="58426"/>
                  </a:lnTo>
                  <a:lnTo>
                    <a:pt x="250880" y="38094"/>
                  </a:lnTo>
                  <a:lnTo>
                    <a:pt x="292277" y="21822"/>
                  </a:lnTo>
                  <a:lnTo>
                    <a:pt x="335635" y="9874"/>
                  </a:lnTo>
                  <a:lnTo>
                    <a:pt x="380693" y="2512"/>
                  </a:lnTo>
                  <a:lnTo>
                    <a:pt x="427189" y="0"/>
                  </a:lnTo>
                  <a:lnTo>
                    <a:pt x="473685" y="2512"/>
                  </a:lnTo>
                  <a:lnTo>
                    <a:pt x="518743" y="9874"/>
                  </a:lnTo>
                  <a:lnTo>
                    <a:pt x="562102" y="21822"/>
                  </a:lnTo>
                  <a:lnTo>
                    <a:pt x="603498" y="38094"/>
                  </a:lnTo>
                  <a:lnTo>
                    <a:pt x="642670" y="58426"/>
                  </a:lnTo>
                  <a:lnTo>
                    <a:pt x="659576" y="69546"/>
                  </a:lnTo>
                  <a:lnTo>
                    <a:pt x="427189" y="69546"/>
                  </a:lnTo>
                  <a:lnTo>
                    <a:pt x="378728" y="72817"/>
                  </a:lnTo>
                  <a:lnTo>
                    <a:pt x="332228" y="82344"/>
                  </a:lnTo>
                  <a:lnTo>
                    <a:pt x="288118" y="97698"/>
                  </a:lnTo>
                  <a:lnTo>
                    <a:pt x="246827" y="118448"/>
                  </a:lnTo>
                  <a:lnTo>
                    <a:pt x="208785" y="144166"/>
                  </a:lnTo>
                  <a:lnTo>
                    <a:pt x="174421" y="174421"/>
                  </a:lnTo>
                  <a:lnTo>
                    <a:pt x="144166" y="208785"/>
                  </a:lnTo>
                  <a:lnTo>
                    <a:pt x="118448" y="246827"/>
                  </a:lnTo>
                  <a:lnTo>
                    <a:pt x="97698" y="288118"/>
                  </a:lnTo>
                  <a:lnTo>
                    <a:pt x="82345" y="332228"/>
                  </a:lnTo>
                  <a:lnTo>
                    <a:pt x="72817" y="378728"/>
                  </a:lnTo>
                  <a:lnTo>
                    <a:pt x="69546" y="427189"/>
                  </a:lnTo>
                  <a:lnTo>
                    <a:pt x="72817" y="475650"/>
                  </a:lnTo>
                  <a:lnTo>
                    <a:pt x="82345" y="522150"/>
                  </a:lnTo>
                  <a:lnTo>
                    <a:pt x="97698" y="566261"/>
                  </a:lnTo>
                  <a:lnTo>
                    <a:pt x="118448" y="607552"/>
                  </a:lnTo>
                  <a:lnTo>
                    <a:pt x="144166" y="645594"/>
                  </a:lnTo>
                  <a:lnTo>
                    <a:pt x="174421" y="679957"/>
                  </a:lnTo>
                  <a:lnTo>
                    <a:pt x="208785" y="710213"/>
                  </a:lnTo>
                  <a:lnTo>
                    <a:pt x="246827" y="735930"/>
                  </a:lnTo>
                  <a:lnTo>
                    <a:pt x="288118" y="756681"/>
                  </a:lnTo>
                  <a:lnTo>
                    <a:pt x="332228" y="772034"/>
                  </a:lnTo>
                  <a:lnTo>
                    <a:pt x="378728" y="781561"/>
                  </a:lnTo>
                  <a:lnTo>
                    <a:pt x="427189" y="784832"/>
                  </a:lnTo>
                  <a:lnTo>
                    <a:pt x="659566" y="784832"/>
                  </a:lnTo>
                  <a:lnTo>
                    <a:pt x="642594" y="795990"/>
                  </a:lnTo>
                  <a:lnTo>
                    <a:pt x="603424" y="816311"/>
                  </a:lnTo>
                  <a:lnTo>
                    <a:pt x="562036" y="832572"/>
                  </a:lnTo>
                  <a:lnTo>
                    <a:pt x="518692" y="844512"/>
                  </a:lnTo>
                  <a:lnTo>
                    <a:pt x="473655" y="851868"/>
                  </a:lnTo>
                  <a:lnTo>
                    <a:pt x="427189" y="854379"/>
                  </a:lnTo>
                  <a:close/>
                </a:path>
                <a:path w="854710" h="854710">
                  <a:moveTo>
                    <a:pt x="659566" y="784832"/>
                  </a:moveTo>
                  <a:lnTo>
                    <a:pt x="427189" y="784832"/>
                  </a:lnTo>
                  <a:lnTo>
                    <a:pt x="475650" y="781561"/>
                  </a:lnTo>
                  <a:lnTo>
                    <a:pt x="522150" y="772034"/>
                  </a:lnTo>
                  <a:lnTo>
                    <a:pt x="566261" y="756681"/>
                  </a:lnTo>
                  <a:lnTo>
                    <a:pt x="607552" y="735930"/>
                  </a:lnTo>
                  <a:lnTo>
                    <a:pt x="645594" y="710213"/>
                  </a:lnTo>
                  <a:lnTo>
                    <a:pt x="679957" y="679957"/>
                  </a:lnTo>
                  <a:lnTo>
                    <a:pt x="710212" y="645594"/>
                  </a:lnTo>
                  <a:lnTo>
                    <a:pt x="735930" y="607552"/>
                  </a:lnTo>
                  <a:lnTo>
                    <a:pt x="756680" y="566261"/>
                  </a:lnTo>
                  <a:lnTo>
                    <a:pt x="772034" y="522150"/>
                  </a:lnTo>
                  <a:lnTo>
                    <a:pt x="781561" y="475650"/>
                  </a:lnTo>
                  <a:lnTo>
                    <a:pt x="784832" y="427189"/>
                  </a:lnTo>
                  <a:lnTo>
                    <a:pt x="781561" y="378728"/>
                  </a:lnTo>
                  <a:lnTo>
                    <a:pt x="772034" y="332228"/>
                  </a:lnTo>
                  <a:lnTo>
                    <a:pt x="756680" y="288118"/>
                  </a:lnTo>
                  <a:lnTo>
                    <a:pt x="735930" y="246827"/>
                  </a:lnTo>
                  <a:lnTo>
                    <a:pt x="710212" y="208785"/>
                  </a:lnTo>
                  <a:lnTo>
                    <a:pt x="679957" y="174421"/>
                  </a:lnTo>
                  <a:lnTo>
                    <a:pt x="645594" y="144166"/>
                  </a:lnTo>
                  <a:lnTo>
                    <a:pt x="607552" y="118448"/>
                  </a:lnTo>
                  <a:lnTo>
                    <a:pt x="566261" y="97698"/>
                  </a:lnTo>
                  <a:lnTo>
                    <a:pt x="522150" y="82344"/>
                  </a:lnTo>
                  <a:lnTo>
                    <a:pt x="475650" y="72817"/>
                  </a:lnTo>
                  <a:lnTo>
                    <a:pt x="427189" y="69546"/>
                  </a:lnTo>
                  <a:lnTo>
                    <a:pt x="659576" y="69546"/>
                  </a:lnTo>
                  <a:lnTo>
                    <a:pt x="713292" y="110219"/>
                  </a:lnTo>
                  <a:lnTo>
                    <a:pt x="744218" y="141154"/>
                  </a:lnTo>
                  <a:lnTo>
                    <a:pt x="771872" y="175097"/>
                  </a:lnTo>
                  <a:lnTo>
                    <a:pt x="795990" y="211784"/>
                  </a:lnTo>
                  <a:lnTo>
                    <a:pt x="816311" y="250954"/>
                  </a:lnTo>
                  <a:lnTo>
                    <a:pt x="832572" y="292342"/>
                  </a:lnTo>
                  <a:lnTo>
                    <a:pt x="844512" y="335686"/>
                  </a:lnTo>
                  <a:lnTo>
                    <a:pt x="851868" y="380723"/>
                  </a:lnTo>
                  <a:lnTo>
                    <a:pt x="854379" y="427189"/>
                  </a:lnTo>
                  <a:lnTo>
                    <a:pt x="851866" y="473685"/>
                  </a:lnTo>
                  <a:lnTo>
                    <a:pt x="844504" y="518743"/>
                  </a:lnTo>
                  <a:lnTo>
                    <a:pt x="832556" y="562102"/>
                  </a:lnTo>
                  <a:lnTo>
                    <a:pt x="816284" y="603498"/>
                  </a:lnTo>
                  <a:lnTo>
                    <a:pt x="795952" y="642670"/>
                  </a:lnTo>
                  <a:lnTo>
                    <a:pt x="771822" y="679355"/>
                  </a:lnTo>
                  <a:lnTo>
                    <a:pt x="744159" y="713292"/>
                  </a:lnTo>
                  <a:lnTo>
                    <a:pt x="713224" y="744218"/>
                  </a:lnTo>
                  <a:lnTo>
                    <a:pt x="679281" y="771872"/>
                  </a:lnTo>
                  <a:lnTo>
                    <a:pt x="659566" y="7848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5" name="object 65"/>
          <p:cNvGrpSpPr/>
          <p:nvPr/>
        </p:nvGrpSpPr>
        <p:grpSpPr>
          <a:xfrm>
            <a:off x="10366981" y="3273480"/>
            <a:ext cx="854710" cy="854710"/>
            <a:chOff x="10366981" y="3273480"/>
            <a:chExt cx="854710" cy="854710"/>
          </a:xfrm>
        </p:grpSpPr>
        <p:pic>
          <p:nvPicPr>
            <p:cNvPr id="66" name="object 6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455153" y="3361652"/>
              <a:ext cx="678035" cy="678035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10366981" y="3273480"/>
              <a:ext cx="854710" cy="854710"/>
            </a:xfrm>
            <a:custGeom>
              <a:avLst/>
              <a:gdLst/>
              <a:ahLst/>
              <a:cxnLst/>
              <a:rect l="l" t="t" r="r" b="b"/>
              <a:pathLst>
                <a:path w="854709" h="854710">
                  <a:moveTo>
                    <a:pt x="427189" y="854379"/>
                  </a:moveTo>
                  <a:lnTo>
                    <a:pt x="380732" y="851868"/>
                  </a:lnTo>
                  <a:lnTo>
                    <a:pt x="335683" y="844512"/>
                  </a:lnTo>
                  <a:lnTo>
                    <a:pt x="292336" y="832572"/>
                  </a:lnTo>
                  <a:lnTo>
                    <a:pt x="250948" y="816311"/>
                  </a:lnTo>
                  <a:lnTo>
                    <a:pt x="211781" y="795990"/>
                  </a:lnTo>
                  <a:lnTo>
                    <a:pt x="175098" y="771872"/>
                  </a:lnTo>
                  <a:lnTo>
                    <a:pt x="141159" y="744218"/>
                  </a:lnTo>
                  <a:lnTo>
                    <a:pt x="110228" y="713292"/>
                  </a:lnTo>
                  <a:lnTo>
                    <a:pt x="82567" y="679355"/>
                  </a:lnTo>
                  <a:lnTo>
                    <a:pt x="58438" y="642670"/>
                  </a:lnTo>
                  <a:lnTo>
                    <a:pt x="38106" y="603498"/>
                  </a:lnTo>
                  <a:lnTo>
                    <a:pt x="21832" y="562102"/>
                  </a:lnTo>
                  <a:lnTo>
                    <a:pt x="9880" y="518743"/>
                  </a:lnTo>
                  <a:lnTo>
                    <a:pt x="2515" y="473685"/>
                  </a:lnTo>
                  <a:lnTo>
                    <a:pt x="0" y="427189"/>
                  </a:lnTo>
                  <a:lnTo>
                    <a:pt x="2510" y="380723"/>
                  </a:lnTo>
                  <a:lnTo>
                    <a:pt x="9866" y="335686"/>
                  </a:lnTo>
                  <a:lnTo>
                    <a:pt x="21806" y="292342"/>
                  </a:lnTo>
                  <a:lnTo>
                    <a:pt x="38068" y="250954"/>
                  </a:lnTo>
                  <a:lnTo>
                    <a:pt x="58389" y="211784"/>
                  </a:lnTo>
                  <a:lnTo>
                    <a:pt x="82507" y="175097"/>
                  </a:lnTo>
                  <a:lnTo>
                    <a:pt x="110160" y="141154"/>
                  </a:lnTo>
                  <a:lnTo>
                    <a:pt x="141086" y="110219"/>
                  </a:lnTo>
                  <a:lnTo>
                    <a:pt x="175023" y="82556"/>
                  </a:lnTo>
                  <a:lnTo>
                    <a:pt x="211708" y="58426"/>
                  </a:lnTo>
                  <a:lnTo>
                    <a:pt x="250880" y="38094"/>
                  </a:lnTo>
                  <a:lnTo>
                    <a:pt x="292276" y="21822"/>
                  </a:lnTo>
                  <a:lnTo>
                    <a:pt x="335635" y="9874"/>
                  </a:lnTo>
                  <a:lnTo>
                    <a:pt x="380693" y="2512"/>
                  </a:lnTo>
                  <a:lnTo>
                    <a:pt x="427189" y="0"/>
                  </a:lnTo>
                  <a:lnTo>
                    <a:pt x="473685" y="2512"/>
                  </a:lnTo>
                  <a:lnTo>
                    <a:pt x="518744" y="9874"/>
                  </a:lnTo>
                  <a:lnTo>
                    <a:pt x="562102" y="21822"/>
                  </a:lnTo>
                  <a:lnTo>
                    <a:pt x="603498" y="38094"/>
                  </a:lnTo>
                  <a:lnTo>
                    <a:pt x="642670" y="58426"/>
                  </a:lnTo>
                  <a:lnTo>
                    <a:pt x="659576" y="69546"/>
                  </a:lnTo>
                  <a:lnTo>
                    <a:pt x="427189" y="69546"/>
                  </a:lnTo>
                  <a:lnTo>
                    <a:pt x="378729" y="72817"/>
                  </a:lnTo>
                  <a:lnTo>
                    <a:pt x="332228" y="82344"/>
                  </a:lnTo>
                  <a:lnTo>
                    <a:pt x="288118" y="97698"/>
                  </a:lnTo>
                  <a:lnTo>
                    <a:pt x="246827" y="118448"/>
                  </a:lnTo>
                  <a:lnTo>
                    <a:pt x="208785" y="144166"/>
                  </a:lnTo>
                  <a:lnTo>
                    <a:pt x="174421" y="174421"/>
                  </a:lnTo>
                  <a:lnTo>
                    <a:pt x="144166" y="208785"/>
                  </a:lnTo>
                  <a:lnTo>
                    <a:pt x="118448" y="246827"/>
                  </a:lnTo>
                  <a:lnTo>
                    <a:pt x="97698" y="288118"/>
                  </a:lnTo>
                  <a:lnTo>
                    <a:pt x="82345" y="332228"/>
                  </a:lnTo>
                  <a:lnTo>
                    <a:pt x="72817" y="378728"/>
                  </a:lnTo>
                  <a:lnTo>
                    <a:pt x="69546" y="427189"/>
                  </a:lnTo>
                  <a:lnTo>
                    <a:pt x="72817" y="475650"/>
                  </a:lnTo>
                  <a:lnTo>
                    <a:pt x="82345" y="522150"/>
                  </a:lnTo>
                  <a:lnTo>
                    <a:pt x="97698" y="566261"/>
                  </a:lnTo>
                  <a:lnTo>
                    <a:pt x="118448" y="607552"/>
                  </a:lnTo>
                  <a:lnTo>
                    <a:pt x="144166" y="645594"/>
                  </a:lnTo>
                  <a:lnTo>
                    <a:pt x="174421" y="679957"/>
                  </a:lnTo>
                  <a:lnTo>
                    <a:pt x="208785" y="710213"/>
                  </a:lnTo>
                  <a:lnTo>
                    <a:pt x="246827" y="735930"/>
                  </a:lnTo>
                  <a:lnTo>
                    <a:pt x="288118" y="756681"/>
                  </a:lnTo>
                  <a:lnTo>
                    <a:pt x="332228" y="772034"/>
                  </a:lnTo>
                  <a:lnTo>
                    <a:pt x="378729" y="781561"/>
                  </a:lnTo>
                  <a:lnTo>
                    <a:pt x="427189" y="784832"/>
                  </a:lnTo>
                  <a:lnTo>
                    <a:pt x="659566" y="784832"/>
                  </a:lnTo>
                  <a:lnTo>
                    <a:pt x="642594" y="795990"/>
                  </a:lnTo>
                  <a:lnTo>
                    <a:pt x="603424" y="816311"/>
                  </a:lnTo>
                  <a:lnTo>
                    <a:pt x="562036" y="832572"/>
                  </a:lnTo>
                  <a:lnTo>
                    <a:pt x="518692" y="844512"/>
                  </a:lnTo>
                  <a:lnTo>
                    <a:pt x="473655" y="851868"/>
                  </a:lnTo>
                  <a:lnTo>
                    <a:pt x="427189" y="854379"/>
                  </a:lnTo>
                  <a:close/>
                </a:path>
                <a:path w="854709" h="854710">
                  <a:moveTo>
                    <a:pt x="659566" y="784832"/>
                  </a:moveTo>
                  <a:lnTo>
                    <a:pt x="427189" y="784832"/>
                  </a:lnTo>
                  <a:lnTo>
                    <a:pt x="475650" y="781561"/>
                  </a:lnTo>
                  <a:lnTo>
                    <a:pt x="522150" y="772034"/>
                  </a:lnTo>
                  <a:lnTo>
                    <a:pt x="566261" y="756681"/>
                  </a:lnTo>
                  <a:lnTo>
                    <a:pt x="607552" y="735930"/>
                  </a:lnTo>
                  <a:lnTo>
                    <a:pt x="645594" y="710213"/>
                  </a:lnTo>
                  <a:lnTo>
                    <a:pt x="679957" y="679957"/>
                  </a:lnTo>
                  <a:lnTo>
                    <a:pt x="710212" y="645594"/>
                  </a:lnTo>
                  <a:lnTo>
                    <a:pt x="735930" y="607552"/>
                  </a:lnTo>
                  <a:lnTo>
                    <a:pt x="756680" y="566261"/>
                  </a:lnTo>
                  <a:lnTo>
                    <a:pt x="772034" y="522150"/>
                  </a:lnTo>
                  <a:lnTo>
                    <a:pt x="781561" y="475650"/>
                  </a:lnTo>
                  <a:lnTo>
                    <a:pt x="784832" y="427189"/>
                  </a:lnTo>
                  <a:lnTo>
                    <a:pt x="781561" y="378728"/>
                  </a:lnTo>
                  <a:lnTo>
                    <a:pt x="772034" y="332228"/>
                  </a:lnTo>
                  <a:lnTo>
                    <a:pt x="756680" y="288118"/>
                  </a:lnTo>
                  <a:lnTo>
                    <a:pt x="735930" y="246827"/>
                  </a:lnTo>
                  <a:lnTo>
                    <a:pt x="710212" y="208785"/>
                  </a:lnTo>
                  <a:lnTo>
                    <a:pt x="679957" y="174421"/>
                  </a:lnTo>
                  <a:lnTo>
                    <a:pt x="645594" y="144166"/>
                  </a:lnTo>
                  <a:lnTo>
                    <a:pt x="607552" y="118448"/>
                  </a:lnTo>
                  <a:lnTo>
                    <a:pt x="566261" y="97698"/>
                  </a:lnTo>
                  <a:lnTo>
                    <a:pt x="522150" y="82344"/>
                  </a:lnTo>
                  <a:lnTo>
                    <a:pt x="475650" y="72817"/>
                  </a:lnTo>
                  <a:lnTo>
                    <a:pt x="427189" y="69546"/>
                  </a:lnTo>
                  <a:lnTo>
                    <a:pt x="659576" y="69546"/>
                  </a:lnTo>
                  <a:lnTo>
                    <a:pt x="713293" y="110219"/>
                  </a:lnTo>
                  <a:lnTo>
                    <a:pt x="744219" y="141154"/>
                  </a:lnTo>
                  <a:lnTo>
                    <a:pt x="771872" y="175097"/>
                  </a:lnTo>
                  <a:lnTo>
                    <a:pt x="795990" y="211784"/>
                  </a:lnTo>
                  <a:lnTo>
                    <a:pt x="816311" y="250954"/>
                  </a:lnTo>
                  <a:lnTo>
                    <a:pt x="832572" y="292342"/>
                  </a:lnTo>
                  <a:lnTo>
                    <a:pt x="844512" y="335686"/>
                  </a:lnTo>
                  <a:lnTo>
                    <a:pt x="851869" y="380723"/>
                  </a:lnTo>
                  <a:lnTo>
                    <a:pt x="854379" y="427189"/>
                  </a:lnTo>
                  <a:lnTo>
                    <a:pt x="851866" y="473685"/>
                  </a:lnTo>
                  <a:lnTo>
                    <a:pt x="844504" y="518743"/>
                  </a:lnTo>
                  <a:lnTo>
                    <a:pt x="832556" y="562102"/>
                  </a:lnTo>
                  <a:lnTo>
                    <a:pt x="816284" y="603498"/>
                  </a:lnTo>
                  <a:lnTo>
                    <a:pt x="795952" y="642670"/>
                  </a:lnTo>
                  <a:lnTo>
                    <a:pt x="771823" y="679355"/>
                  </a:lnTo>
                  <a:lnTo>
                    <a:pt x="744159" y="713292"/>
                  </a:lnTo>
                  <a:lnTo>
                    <a:pt x="713224" y="744218"/>
                  </a:lnTo>
                  <a:lnTo>
                    <a:pt x="679282" y="771872"/>
                  </a:lnTo>
                  <a:lnTo>
                    <a:pt x="659566" y="7848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8" name="object 68"/>
          <p:cNvGrpSpPr/>
          <p:nvPr/>
        </p:nvGrpSpPr>
        <p:grpSpPr>
          <a:xfrm>
            <a:off x="16237841" y="3273480"/>
            <a:ext cx="854710" cy="854710"/>
            <a:chOff x="16237841" y="3273480"/>
            <a:chExt cx="854710" cy="854710"/>
          </a:xfrm>
        </p:grpSpPr>
        <p:pic>
          <p:nvPicPr>
            <p:cNvPr id="69" name="object 6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326013" y="3361652"/>
              <a:ext cx="678035" cy="678035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16237841" y="3273480"/>
              <a:ext cx="854710" cy="854710"/>
            </a:xfrm>
            <a:custGeom>
              <a:avLst/>
              <a:gdLst/>
              <a:ahLst/>
              <a:cxnLst/>
              <a:rect l="l" t="t" r="r" b="b"/>
              <a:pathLst>
                <a:path w="854709" h="854710">
                  <a:moveTo>
                    <a:pt x="427190" y="854379"/>
                  </a:moveTo>
                  <a:lnTo>
                    <a:pt x="380733" y="851868"/>
                  </a:lnTo>
                  <a:lnTo>
                    <a:pt x="335684" y="844512"/>
                  </a:lnTo>
                  <a:lnTo>
                    <a:pt x="292337" y="832572"/>
                  </a:lnTo>
                  <a:lnTo>
                    <a:pt x="250949" y="816311"/>
                  </a:lnTo>
                  <a:lnTo>
                    <a:pt x="211782" y="795990"/>
                  </a:lnTo>
                  <a:lnTo>
                    <a:pt x="175098" y="771872"/>
                  </a:lnTo>
                  <a:lnTo>
                    <a:pt x="141160" y="744218"/>
                  </a:lnTo>
                  <a:lnTo>
                    <a:pt x="110228" y="713292"/>
                  </a:lnTo>
                  <a:lnTo>
                    <a:pt x="82567" y="679355"/>
                  </a:lnTo>
                  <a:lnTo>
                    <a:pt x="58439" y="642670"/>
                  </a:lnTo>
                  <a:lnTo>
                    <a:pt x="38106" y="603498"/>
                  </a:lnTo>
                  <a:lnTo>
                    <a:pt x="21832" y="562102"/>
                  </a:lnTo>
                  <a:lnTo>
                    <a:pt x="9881" y="518743"/>
                  </a:lnTo>
                  <a:lnTo>
                    <a:pt x="2515" y="473685"/>
                  </a:lnTo>
                  <a:lnTo>
                    <a:pt x="0" y="427189"/>
                  </a:lnTo>
                  <a:lnTo>
                    <a:pt x="2510" y="380723"/>
                  </a:lnTo>
                  <a:lnTo>
                    <a:pt x="9866" y="335686"/>
                  </a:lnTo>
                  <a:lnTo>
                    <a:pt x="21806" y="292342"/>
                  </a:lnTo>
                  <a:lnTo>
                    <a:pt x="38068" y="250954"/>
                  </a:lnTo>
                  <a:lnTo>
                    <a:pt x="58389" y="211784"/>
                  </a:lnTo>
                  <a:lnTo>
                    <a:pt x="82507" y="175097"/>
                  </a:lnTo>
                  <a:lnTo>
                    <a:pt x="110160" y="141154"/>
                  </a:lnTo>
                  <a:lnTo>
                    <a:pt x="141087" y="110219"/>
                  </a:lnTo>
                  <a:lnTo>
                    <a:pt x="175024" y="82556"/>
                  </a:lnTo>
                  <a:lnTo>
                    <a:pt x="211709" y="58426"/>
                  </a:lnTo>
                  <a:lnTo>
                    <a:pt x="250881" y="38094"/>
                  </a:lnTo>
                  <a:lnTo>
                    <a:pt x="292277" y="21822"/>
                  </a:lnTo>
                  <a:lnTo>
                    <a:pt x="335636" y="9874"/>
                  </a:lnTo>
                  <a:lnTo>
                    <a:pt x="380694" y="2512"/>
                  </a:lnTo>
                  <a:lnTo>
                    <a:pt x="427190" y="0"/>
                  </a:lnTo>
                  <a:lnTo>
                    <a:pt x="473686" y="2512"/>
                  </a:lnTo>
                  <a:lnTo>
                    <a:pt x="518744" y="9874"/>
                  </a:lnTo>
                  <a:lnTo>
                    <a:pt x="562102" y="21822"/>
                  </a:lnTo>
                  <a:lnTo>
                    <a:pt x="603498" y="38094"/>
                  </a:lnTo>
                  <a:lnTo>
                    <a:pt x="642670" y="58426"/>
                  </a:lnTo>
                  <a:lnTo>
                    <a:pt x="659576" y="69546"/>
                  </a:lnTo>
                  <a:lnTo>
                    <a:pt x="427190" y="69546"/>
                  </a:lnTo>
                  <a:lnTo>
                    <a:pt x="378729" y="72817"/>
                  </a:lnTo>
                  <a:lnTo>
                    <a:pt x="332229" y="82344"/>
                  </a:lnTo>
                  <a:lnTo>
                    <a:pt x="288118" y="97698"/>
                  </a:lnTo>
                  <a:lnTo>
                    <a:pt x="246827" y="118448"/>
                  </a:lnTo>
                  <a:lnTo>
                    <a:pt x="208785" y="144166"/>
                  </a:lnTo>
                  <a:lnTo>
                    <a:pt x="174421" y="174421"/>
                  </a:lnTo>
                  <a:lnTo>
                    <a:pt x="144166" y="208785"/>
                  </a:lnTo>
                  <a:lnTo>
                    <a:pt x="118448" y="246827"/>
                  </a:lnTo>
                  <a:lnTo>
                    <a:pt x="97698" y="288118"/>
                  </a:lnTo>
                  <a:lnTo>
                    <a:pt x="82344" y="332228"/>
                  </a:lnTo>
                  <a:lnTo>
                    <a:pt x="72817" y="378728"/>
                  </a:lnTo>
                  <a:lnTo>
                    <a:pt x="69546" y="427189"/>
                  </a:lnTo>
                  <a:lnTo>
                    <a:pt x="72817" y="475650"/>
                  </a:lnTo>
                  <a:lnTo>
                    <a:pt x="82344" y="522150"/>
                  </a:lnTo>
                  <a:lnTo>
                    <a:pt x="97698" y="566261"/>
                  </a:lnTo>
                  <a:lnTo>
                    <a:pt x="118448" y="607552"/>
                  </a:lnTo>
                  <a:lnTo>
                    <a:pt x="144166" y="645594"/>
                  </a:lnTo>
                  <a:lnTo>
                    <a:pt x="174421" y="679957"/>
                  </a:lnTo>
                  <a:lnTo>
                    <a:pt x="208785" y="710213"/>
                  </a:lnTo>
                  <a:lnTo>
                    <a:pt x="246827" y="735930"/>
                  </a:lnTo>
                  <a:lnTo>
                    <a:pt x="288118" y="756681"/>
                  </a:lnTo>
                  <a:lnTo>
                    <a:pt x="332229" y="772034"/>
                  </a:lnTo>
                  <a:lnTo>
                    <a:pt x="378729" y="781561"/>
                  </a:lnTo>
                  <a:lnTo>
                    <a:pt x="427190" y="784832"/>
                  </a:lnTo>
                  <a:lnTo>
                    <a:pt x="659567" y="784832"/>
                  </a:lnTo>
                  <a:lnTo>
                    <a:pt x="642595" y="795990"/>
                  </a:lnTo>
                  <a:lnTo>
                    <a:pt x="603425" y="816311"/>
                  </a:lnTo>
                  <a:lnTo>
                    <a:pt x="562037" y="832572"/>
                  </a:lnTo>
                  <a:lnTo>
                    <a:pt x="518693" y="844512"/>
                  </a:lnTo>
                  <a:lnTo>
                    <a:pt x="473656" y="851868"/>
                  </a:lnTo>
                  <a:lnTo>
                    <a:pt x="427190" y="854379"/>
                  </a:lnTo>
                  <a:close/>
                </a:path>
                <a:path w="854709" h="854710">
                  <a:moveTo>
                    <a:pt x="659567" y="784832"/>
                  </a:moveTo>
                  <a:lnTo>
                    <a:pt x="427190" y="784832"/>
                  </a:lnTo>
                  <a:lnTo>
                    <a:pt x="475651" y="781561"/>
                  </a:lnTo>
                  <a:lnTo>
                    <a:pt x="522151" y="772034"/>
                  </a:lnTo>
                  <a:lnTo>
                    <a:pt x="566261" y="756681"/>
                  </a:lnTo>
                  <a:lnTo>
                    <a:pt x="607552" y="735930"/>
                  </a:lnTo>
                  <a:lnTo>
                    <a:pt x="645594" y="710213"/>
                  </a:lnTo>
                  <a:lnTo>
                    <a:pt x="679958" y="679957"/>
                  </a:lnTo>
                  <a:lnTo>
                    <a:pt x="710213" y="645594"/>
                  </a:lnTo>
                  <a:lnTo>
                    <a:pt x="735931" y="607552"/>
                  </a:lnTo>
                  <a:lnTo>
                    <a:pt x="756681" y="566261"/>
                  </a:lnTo>
                  <a:lnTo>
                    <a:pt x="772035" y="522150"/>
                  </a:lnTo>
                  <a:lnTo>
                    <a:pt x="781562" y="475650"/>
                  </a:lnTo>
                  <a:lnTo>
                    <a:pt x="784833" y="427189"/>
                  </a:lnTo>
                  <a:lnTo>
                    <a:pt x="781562" y="378728"/>
                  </a:lnTo>
                  <a:lnTo>
                    <a:pt x="772035" y="332228"/>
                  </a:lnTo>
                  <a:lnTo>
                    <a:pt x="756681" y="288118"/>
                  </a:lnTo>
                  <a:lnTo>
                    <a:pt x="735931" y="246827"/>
                  </a:lnTo>
                  <a:lnTo>
                    <a:pt x="710213" y="208785"/>
                  </a:lnTo>
                  <a:lnTo>
                    <a:pt x="679958" y="174421"/>
                  </a:lnTo>
                  <a:lnTo>
                    <a:pt x="645594" y="144166"/>
                  </a:lnTo>
                  <a:lnTo>
                    <a:pt x="607552" y="118448"/>
                  </a:lnTo>
                  <a:lnTo>
                    <a:pt x="566261" y="97698"/>
                  </a:lnTo>
                  <a:lnTo>
                    <a:pt x="522151" y="82344"/>
                  </a:lnTo>
                  <a:lnTo>
                    <a:pt x="475651" y="72817"/>
                  </a:lnTo>
                  <a:lnTo>
                    <a:pt x="427190" y="69546"/>
                  </a:lnTo>
                  <a:lnTo>
                    <a:pt x="659576" y="69546"/>
                  </a:lnTo>
                  <a:lnTo>
                    <a:pt x="713293" y="110219"/>
                  </a:lnTo>
                  <a:lnTo>
                    <a:pt x="744219" y="141154"/>
                  </a:lnTo>
                  <a:lnTo>
                    <a:pt x="771872" y="175097"/>
                  </a:lnTo>
                  <a:lnTo>
                    <a:pt x="795990" y="211784"/>
                  </a:lnTo>
                  <a:lnTo>
                    <a:pt x="816311" y="250954"/>
                  </a:lnTo>
                  <a:lnTo>
                    <a:pt x="832572" y="292342"/>
                  </a:lnTo>
                  <a:lnTo>
                    <a:pt x="844512" y="335686"/>
                  </a:lnTo>
                  <a:lnTo>
                    <a:pt x="851869" y="380723"/>
                  </a:lnTo>
                  <a:lnTo>
                    <a:pt x="854379" y="427189"/>
                  </a:lnTo>
                  <a:lnTo>
                    <a:pt x="851867" y="473685"/>
                  </a:lnTo>
                  <a:lnTo>
                    <a:pt x="844505" y="518743"/>
                  </a:lnTo>
                  <a:lnTo>
                    <a:pt x="832556" y="562102"/>
                  </a:lnTo>
                  <a:lnTo>
                    <a:pt x="816284" y="603498"/>
                  </a:lnTo>
                  <a:lnTo>
                    <a:pt x="795952" y="642670"/>
                  </a:lnTo>
                  <a:lnTo>
                    <a:pt x="771823" y="679355"/>
                  </a:lnTo>
                  <a:lnTo>
                    <a:pt x="744159" y="713292"/>
                  </a:lnTo>
                  <a:lnTo>
                    <a:pt x="713225" y="744218"/>
                  </a:lnTo>
                  <a:lnTo>
                    <a:pt x="679282" y="771872"/>
                  </a:lnTo>
                  <a:lnTo>
                    <a:pt x="659567" y="7848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1" name="object 71"/>
          <p:cNvGrpSpPr/>
          <p:nvPr/>
        </p:nvGrpSpPr>
        <p:grpSpPr>
          <a:xfrm>
            <a:off x="13293756" y="3273480"/>
            <a:ext cx="854710" cy="854710"/>
            <a:chOff x="13293756" y="3273480"/>
            <a:chExt cx="854710" cy="854710"/>
          </a:xfrm>
        </p:grpSpPr>
        <p:pic>
          <p:nvPicPr>
            <p:cNvPr id="72" name="object 7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381928" y="3361652"/>
              <a:ext cx="678035" cy="678035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13293756" y="3273480"/>
              <a:ext cx="854710" cy="854710"/>
            </a:xfrm>
            <a:custGeom>
              <a:avLst/>
              <a:gdLst/>
              <a:ahLst/>
              <a:cxnLst/>
              <a:rect l="l" t="t" r="r" b="b"/>
              <a:pathLst>
                <a:path w="854709" h="854710">
                  <a:moveTo>
                    <a:pt x="427190" y="854379"/>
                  </a:moveTo>
                  <a:lnTo>
                    <a:pt x="380733" y="851868"/>
                  </a:lnTo>
                  <a:lnTo>
                    <a:pt x="335684" y="844512"/>
                  </a:lnTo>
                  <a:lnTo>
                    <a:pt x="292337" y="832572"/>
                  </a:lnTo>
                  <a:lnTo>
                    <a:pt x="250949" y="816311"/>
                  </a:lnTo>
                  <a:lnTo>
                    <a:pt x="211782" y="795990"/>
                  </a:lnTo>
                  <a:lnTo>
                    <a:pt x="175098" y="771872"/>
                  </a:lnTo>
                  <a:lnTo>
                    <a:pt x="141160" y="744218"/>
                  </a:lnTo>
                  <a:lnTo>
                    <a:pt x="110228" y="713292"/>
                  </a:lnTo>
                  <a:lnTo>
                    <a:pt x="82567" y="679355"/>
                  </a:lnTo>
                  <a:lnTo>
                    <a:pt x="58439" y="642670"/>
                  </a:lnTo>
                  <a:lnTo>
                    <a:pt x="38106" y="603498"/>
                  </a:lnTo>
                  <a:lnTo>
                    <a:pt x="21832" y="562102"/>
                  </a:lnTo>
                  <a:lnTo>
                    <a:pt x="9881" y="518743"/>
                  </a:lnTo>
                  <a:lnTo>
                    <a:pt x="2515" y="473685"/>
                  </a:lnTo>
                  <a:lnTo>
                    <a:pt x="0" y="427189"/>
                  </a:lnTo>
                  <a:lnTo>
                    <a:pt x="2510" y="380723"/>
                  </a:lnTo>
                  <a:lnTo>
                    <a:pt x="9866" y="335686"/>
                  </a:lnTo>
                  <a:lnTo>
                    <a:pt x="21806" y="292342"/>
                  </a:lnTo>
                  <a:lnTo>
                    <a:pt x="38068" y="250954"/>
                  </a:lnTo>
                  <a:lnTo>
                    <a:pt x="58389" y="211784"/>
                  </a:lnTo>
                  <a:lnTo>
                    <a:pt x="82507" y="175097"/>
                  </a:lnTo>
                  <a:lnTo>
                    <a:pt x="110160" y="141154"/>
                  </a:lnTo>
                  <a:lnTo>
                    <a:pt x="141087" y="110219"/>
                  </a:lnTo>
                  <a:lnTo>
                    <a:pt x="175023" y="82556"/>
                  </a:lnTo>
                  <a:lnTo>
                    <a:pt x="211709" y="58426"/>
                  </a:lnTo>
                  <a:lnTo>
                    <a:pt x="250881" y="38094"/>
                  </a:lnTo>
                  <a:lnTo>
                    <a:pt x="292277" y="21822"/>
                  </a:lnTo>
                  <a:lnTo>
                    <a:pt x="335636" y="9874"/>
                  </a:lnTo>
                  <a:lnTo>
                    <a:pt x="380694" y="2512"/>
                  </a:lnTo>
                  <a:lnTo>
                    <a:pt x="427190" y="0"/>
                  </a:lnTo>
                  <a:lnTo>
                    <a:pt x="473686" y="2512"/>
                  </a:lnTo>
                  <a:lnTo>
                    <a:pt x="518744" y="9874"/>
                  </a:lnTo>
                  <a:lnTo>
                    <a:pt x="562102" y="21822"/>
                  </a:lnTo>
                  <a:lnTo>
                    <a:pt x="603498" y="38094"/>
                  </a:lnTo>
                  <a:lnTo>
                    <a:pt x="642670" y="58426"/>
                  </a:lnTo>
                  <a:lnTo>
                    <a:pt x="659576" y="69546"/>
                  </a:lnTo>
                  <a:lnTo>
                    <a:pt x="427190" y="69546"/>
                  </a:lnTo>
                  <a:lnTo>
                    <a:pt x="378729" y="72817"/>
                  </a:lnTo>
                  <a:lnTo>
                    <a:pt x="332229" y="82344"/>
                  </a:lnTo>
                  <a:lnTo>
                    <a:pt x="288118" y="97698"/>
                  </a:lnTo>
                  <a:lnTo>
                    <a:pt x="246827" y="118448"/>
                  </a:lnTo>
                  <a:lnTo>
                    <a:pt x="208785" y="144166"/>
                  </a:lnTo>
                  <a:lnTo>
                    <a:pt x="174421" y="174421"/>
                  </a:lnTo>
                  <a:lnTo>
                    <a:pt x="144166" y="208785"/>
                  </a:lnTo>
                  <a:lnTo>
                    <a:pt x="118448" y="246827"/>
                  </a:lnTo>
                  <a:lnTo>
                    <a:pt x="97697" y="288118"/>
                  </a:lnTo>
                  <a:lnTo>
                    <a:pt x="82344" y="332228"/>
                  </a:lnTo>
                  <a:lnTo>
                    <a:pt x="72817" y="378728"/>
                  </a:lnTo>
                  <a:lnTo>
                    <a:pt x="69546" y="427189"/>
                  </a:lnTo>
                  <a:lnTo>
                    <a:pt x="72817" y="475650"/>
                  </a:lnTo>
                  <a:lnTo>
                    <a:pt x="82344" y="522150"/>
                  </a:lnTo>
                  <a:lnTo>
                    <a:pt x="97697" y="566261"/>
                  </a:lnTo>
                  <a:lnTo>
                    <a:pt x="118448" y="607552"/>
                  </a:lnTo>
                  <a:lnTo>
                    <a:pt x="144166" y="645594"/>
                  </a:lnTo>
                  <a:lnTo>
                    <a:pt x="174421" y="679957"/>
                  </a:lnTo>
                  <a:lnTo>
                    <a:pt x="208785" y="710213"/>
                  </a:lnTo>
                  <a:lnTo>
                    <a:pt x="246827" y="735930"/>
                  </a:lnTo>
                  <a:lnTo>
                    <a:pt x="288118" y="756681"/>
                  </a:lnTo>
                  <a:lnTo>
                    <a:pt x="332229" y="772034"/>
                  </a:lnTo>
                  <a:lnTo>
                    <a:pt x="378729" y="781561"/>
                  </a:lnTo>
                  <a:lnTo>
                    <a:pt x="427190" y="784832"/>
                  </a:lnTo>
                  <a:lnTo>
                    <a:pt x="659567" y="784832"/>
                  </a:lnTo>
                  <a:lnTo>
                    <a:pt x="642595" y="795990"/>
                  </a:lnTo>
                  <a:lnTo>
                    <a:pt x="603425" y="816311"/>
                  </a:lnTo>
                  <a:lnTo>
                    <a:pt x="562037" y="832572"/>
                  </a:lnTo>
                  <a:lnTo>
                    <a:pt x="518693" y="844512"/>
                  </a:lnTo>
                  <a:lnTo>
                    <a:pt x="473656" y="851868"/>
                  </a:lnTo>
                  <a:lnTo>
                    <a:pt x="427190" y="854379"/>
                  </a:lnTo>
                  <a:close/>
                </a:path>
                <a:path w="854709" h="854710">
                  <a:moveTo>
                    <a:pt x="659567" y="784832"/>
                  </a:moveTo>
                  <a:lnTo>
                    <a:pt x="427190" y="784832"/>
                  </a:lnTo>
                  <a:lnTo>
                    <a:pt x="475650" y="781561"/>
                  </a:lnTo>
                  <a:lnTo>
                    <a:pt x="522151" y="772034"/>
                  </a:lnTo>
                  <a:lnTo>
                    <a:pt x="566261" y="756681"/>
                  </a:lnTo>
                  <a:lnTo>
                    <a:pt x="607552" y="735930"/>
                  </a:lnTo>
                  <a:lnTo>
                    <a:pt x="645594" y="710213"/>
                  </a:lnTo>
                  <a:lnTo>
                    <a:pt x="679958" y="679957"/>
                  </a:lnTo>
                  <a:lnTo>
                    <a:pt x="710213" y="645594"/>
                  </a:lnTo>
                  <a:lnTo>
                    <a:pt x="735931" y="607552"/>
                  </a:lnTo>
                  <a:lnTo>
                    <a:pt x="756681" y="566261"/>
                  </a:lnTo>
                  <a:lnTo>
                    <a:pt x="772035" y="522150"/>
                  </a:lnTo>
                  <a:lnTo>
                    <a:pt x="781562" y="475650"/>
                  </a:lnTo>
                  <a:lnTo>
                    <a:pt x="784833" y="427189"/>
                  </a:lnTo>
                  <a:lnTo>
                    <a:pt x="781562" y="378728"/>
                  </a:lnTo>
                  <a:lnTo>
                    <a:pt x="772035" y="332228"/>
                  </a:lnTo>
                  <a:lnTo>
                    <a:pt x="756681" y="288118"/>
                  </a:lnTo>
                  <a:lnTo>
                    <a:pt x="735931" y="246827"/>
                  </a:lnTo>
                  <a:lnTo>
                    <a:pt x="710213" y="208785"/>
                  </a:lnTo>
                  <a:lnTo>
                    <a:pt x="679958" y="174421"/>
                  </a:lnTo>
                  <a:lnTo>
                    <a:pt x="645594" y="144166"/>
                  </a:lnTo>
                  <a:lnTo>
                    <a:pt x="607552" y="118448"/>
                  </a:lnTo>
                  <a:lnTo>
                    <a:pt x="566261" y="97698"/>
                  </a:lnTo>
                  <a:lnTo>
                    <a:pt x="522151" y="82344"/>
                  </a:lnTo>
                  <a:lnTo>
                    <a:pt x="475650" y="72817"/>
                  </a:lnTo>
                  <a:lnTo>
                    <a:pt x="427190" y="69546"/>
                  </a:lnTo>
                  <a:lnTo>
                    <a:pt x="659576" y="69546"/>
                  </a:lnTo>
                  <a:lnTo>
                    <a:pt x="713292" y="110219"/>
                  </a:lnTo>
                  <a:lnTo>
                    <a:pt x="744219" y="141154"/>
                  </a:lnTo>
                  <a:lnTo>
                    <a:pt x="771872" y="175097"/>
                  </a:lnTo>
                  <a:lnTo>
                    <a:pt x="795990" y="211784"/>
                  </a:lnTo>
                  <a:lnTo>
                    <a:pt x="816311" y="250954"/>
                  </a:lnTo>
                  <a:lnTo>
                    <a:pt x="832572" y="292342"/>
                  </a:lnTo>
                  <a:lnTo>
                    <a:pt x="844512" y="335686"/>
                  </a:lnTo>
                  <a:lnTo>
                    <a:pt x="851869" y="380723"/>
                  </a:lnTo>
                  <a:lnTo>
                    <a:pt x="854379" y="427189"/>
                  </a:lnTo>
                  <a:lnTo>
                    <a:pt x="851867" y="473685"/>
                  </a:lnTo>
                  <a:lnTo>
                    <a:pt x="844505" y="518743"/>
                  </a:lnTo>
                  <a:lnTo>
                    <a:pt x="832556" y="562102"/>
                  </a:lnTo>
                  <a:lnTo>
                    <a:pt x="816284" y="603498"/>
                  </a:lnTo>
                  <a:lnTo>
                    <a:pt x="795952" y="642670"/>
                  </a:lnTo>
                  <a:lnTo>
                    <a:pt x="771823" y="679355"/>
                  </a:lnTo>
                  <a:lnTo>
                    <a:pt x="744159" y="713292"/>
                  </a:lnTo>
                  <a:lnTo>
                    <a:pt x="713225" y="744218"/>
                  </a:lnTo>
                  <a:lnTo>
                    <a:pt x="679282" y="771872"/>
                  </a:lnTo>
                  <a:lnTo>
                    <a:pt x="659567" y="7848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4" name="object 74"/>
          <p:cNvGrpSpPr/>
          <p:nvPr/>
        </p:nvGrpSpPr>
        <p:grpSpPr>
          <a:xfrm>
            <a:off x="7448280" y="3273480"/>
            <a:ext cx="854710" cy="854710"/>
            <a:chOff x="7448280" y="3273480"/>
            <a:chExt cx="854710" cy="854710"/>
          </a:xfrm>
        </p:grpSpPr>
        <p:pic>
          <p:nvPicPr>
            <p:cNvPr id="75" name="object 7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36452" y="3361652"/>
              <a:ext cx="678035" cy="678035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7448280" y="3273480"/>
              <a:ext cx="854710" cy="854710"/>
            </a:xfrm>
            <a:custGeom>
              <a:avLst/>
              <a:gdLst/>
              <a:ahLst/>
              <a:cxnLst/>
              <a:rect l="l" t="t" r="r" b="b"/>
              <a:pathLst>
                <a:path w="854709" h="854710">
                  <a:moveTo>
                    <a:pt x="427189" y="854379"/>
                  </a:moveTo>
                  <a:lnTo>
                    <a:pt x="380732" y="851868"/>
                  </a:lnTo>
                  <a:lnTo>
                    <a:pt x="335683" y="844512"/>
                  </a:lnTo>
                  <a:lnTo>
                    <a:pt x="292336" y="832572"/>
                  </a:lnTo>
                  <a:lnTo>
                    <a:pt x="250948" y="816311"/>
                  </a:lnTo>
                  <a:lnTo>
                    <a:pt x="211781" y="795990"/>
                  </a:lnTo>
                  <a:lnTo>
                    <a:pt x="175098" y="771872"/>
                  </a:lnTo>
                  <a:lnTo>
                    <a:pt x="141159" y="744218"/>
                  </a:lnTo>
                  <a:lnTo>
                    <a:pt x="110228" y="713292"/>
                  </a:lnTo>
                  <a:lnTo>
                    <a:pt x="82567" y="679355"/>
                  </a:lnTo>
                  <a:lnTo>
                    <a:pt x="58438" y="642670"/>
                  </a:lnTo>
                  <a:lnTo>
                    <a:pt x="38106" y="603498"/>
                  </a:lnTo>
                  <a:lnTo>
                    <a:pt x="21832" y="562102"/>
                  </a:lnTo>
                  <a:lnTo>
                    <a:pt x="9880" y="518743"/>
                  </a:lnTo>
                  <a:lnTo>
                    <a:pt x="2515" y="473685"/>
                  </a:lnTo>
                  <a:lnTo>
                    <a:pt x="0" y="427189"/>
                  </a:lnTo>
                  <a:lnTo>
                    <a:pt x="2510" y="380723"/>
                  </a:lnTo>
                  <a:lnTo>
                    <a:pt x="9866" y="335686"/>
                  </a:lnTo>
                  <a:lnTo>
                    <a:pt x="21806" y="292342"/>
                  </a:lnTo>
                  <a:lnTo>
                    <a:pt x="38068" y="250954"/>
                  </a:lnTo>
                  <a:lnTo>
                    <a:pt x="58388" y="211784"/>
                  </a:lnTo>
                  <a:lnTo>
                    <a:pt x="82507" y="175097"/>
                  </a:lnTo>
                  <a:lnTo>
                    <a:pt x="110160" y="141154"/>
                  </a:lnTo>
                  <a:lnTo>
                    <a:pt x="141086" y="110219"/>
                  </a:lnTo>
                  <a:lnTo>
                    <a:pt x="175023" y="82556"/>
                  </a:lnTo>
                  <a:lnTo>
                    <a:pt x="211708" y="58426"/>
                  </a:lnTo>
                  <a:lnTo>
                    <a:pt x="250880" y="38094"/>
                  </a:lnTo>
                  <a:lnTo>
                    <a:pt x="292276" y="21822"/>
                  </a:lnTo>
                  <a:lnTo>
                    <a:pt x="335635" y="9874"/>
                  </a:lnTo>
                  <a:lnTo>
                    <a:pt x="380693" y="2512"/>
                  </a:lnTo>
                  <a:lnTo>
                    <a:pt x="427189" y="0"/>
                  </a:lnTo>
                  <a:lnTo>
                    <a:pt x="473685" y="2512"/>
                  </a:lnTo>
                  <a:lnTo>
                    <a:pt x="518744" y="9874"/>
                  </a:lnTo>
                  <a:lnTo>
                    <a:pt x="562102" y="21822"/>
                  </a:lnTo>
                  <a:lnTo>
                    <a:pt x="603498" y="38094"/>
                  </a:lnTo>
                  <a:lnTo>
                    <a:pt x="642670" y="58426"/>
                  </a:lnTo>
                  <a:lnTo>
                    <a:pt x="659576" y="69546"/>
                  </a:lnTo>
                  <a:lnTo>
                    <a:pt x="427189" y="69546"/>
                  </a:lnTo>
                  <a:lnTo>
                    <a:pt x="378729" y="72817"/>
                  </a:lnTo>
                  <a:lnTo>
                    <a:pt x="332228" y="82344"/>
                  </a:lnTo>
                  <a:lnTo>
                    <a:pt x="288118" y="97698"/>
                  </a:lnTo>
                  <a:lnTo>
                    <a:pt x="246827" y="118448"/>
                  </a:lnTo>
                  <a:lnTo>
                    <a:pt x="208785" y="144166"/>
                  </a:lnTo>
                  <a:lnTo>
                    <a:pt x="174421" y="174421"/>
                  </a:lnTo>
                  <a:lnTo>
                    <a:pt x="144166" y="208785"/>
                  </a:lnTo>
                  <a:lnTo>
                    <a:pt x="118448" y="246827"/>
                  </a:lnTo>
                  <a:lnTo>
                    <a:pt x="97698" y="288118"/>
                  </a:lnTo>
                  <a:lnTo>
                    <a:pt x="82345" y="332228"/>
                  </a:lnTo>
                  <a:lnTo>
                    <a:pt x="72818" y="378728"/>
                  </a:lnTo>
                  <a:lnTo>
                    <a:pt x="69546" y="427189"/>
                  </a:lnTo>
                  <a:lnTo>
                    <a:pt x="72818" y="475650"/>
                  </a:lnTo>
                  <a:lnTo>
                    <a:pt x="82345" y="522150"/>
                  </a:lnTo>
                  <a:lnTo>
                    <a:pt x="97698" y="566261"/>
                  </a:lnTo>
                  <a:lnTo>
                    <a:pt x="118448" y="607552"/>
                  </a:lnTo>
                  <a:lnTo>
                    <a:pt x="144166" y="645594"/>
                  </a:lnTo>
                  <a:lnTo>
                    <a:pt x="174421" y="679957"/>
                  </a:lnTo>
                  <a:lnTo>
                    <a:pt x="208785" y="710213"/>
                  </a:lnTo>
                  <a:lnTo>
                    <a:pt x="246827" y="735930"/>
                  </a:lnTo>
                  <a:lnTo>
                    <a:pt x="288118" y="756681"/>
                  </a:lnTo>
                  <a:lnTo>
                    <a:pt x="332228" y="772034"/>
                  </a:lnTo>
                  <a:lnTo>
                    <a:pt x="378729" y="781561"/>
                  </a:lnTo>
                  <a:lnTo>
                    <a:pt x="427189" y="784832"/>
                  </a:lnTo>
                  <a:lnTo>
                    <a:pt x="659566" y="784832"/>
                  </a:lnTo>
                  <a:lnTo>
                    <a:pt x="642594" y="795990"/>
                  </a:lnTo>
                  <a:lnTo>
                    <a:pt x="603425" y="816311"/>
                  </a:lnTo>
                  <a:lnTo>
                    <a:pt x="562036" y="832572"/>
                  </a:lnTo>
                  <a:lnTo>
                    <a:pt x="518692" y="844512"/>
                  </a:lnTo>
                  <a:lnTo>
                    <a:pt x="473656" y="851868"/>
                  </a:lnTo>
                  <a:lnTo>
                    <a:pt x="427189" y="854379"/>
                  </a:lnTo>
                  <a:close/>
                </a:path>
                <a:path w="854709" h="854710">
                  <a:moveTo>
                    <a:pt x="659566" y="784832"/>
                  </a:moveTo>
                  <a:lnTo>
                    <a:pt x="427189" y="784832"/>
                  </a:lnTo>
                  <a:lnTo>
                    <a:pt x="475650" y="781561"/>
                  </a:lnTo>
                  <a:lnTo>
                    <a:pt x="522150" y="772034"/>
                  </a:lnTo>
                  <a:lnTo>
                    <a:pt x="566261" y="756681"/>
                  </a:lnTo>
                  <a:lnTo>
                    <a:pt x="607552" y="735930"/>
                  </a:lnTo>
                  <a:lnTo>
                    <a:pt x="645594" y="710213"/>
                  </a:lnTo>
                  <a:lnTo>
                    <a:pt x="679957" y="679957"/>
                  </a:lnTo>
                  <a:lnTo>
                    <a:pt x="710212" y="645594"/>
                  </a:lnTo>
                  <a:lnTo>
                    <a:pt x="735930" y="607552"/>
                  </a:lnTo>
                  <a:lnTo>
                    <a:pt x="756680" y="566261"/>
                  </a:lnTo>
                  <a:lnTo>
                    <a:pt x="772034" y="522150"/>
                  </a:lnTo>
                  <a:lnTo>
                    <a:pt x="781561" y="475650"/>
                  </a:lnTo>
                  <a:lnTo>
                    <a:pt x="784832" y="427189"/>
                  </a:lnTo>
                  <a:lnTo>
                    <a:pt x="781561" y="378728"/>
                  </a:lnTo>
                  <a:lnTo>
                    <a:pt x="772034" y="332228"/>
                  </a:lnTo>
                  <a:lnTo>
                    <a:pt x="756680" y="288118"/>
                  </a:lnTo>
                  <a:lnTo>
                    <a:pt x="735930" y="246827"/>
                  </a:lnTo>
                  <a:lnTo>
                    <a:pt x="710212" y="208785"/>
                  </a:lnTo>
                  <a:lnTo>
                    <a:pt x="679957" y="174421"/>
                  </a:lnTo>
                  <a:lnTo>
                    <a:pt x="645594" y="144166"/>
                  </a:lnTo>
                  <a:lnTo>
                    <a:pt x="607552" y="118448"/>
                  </a:lnTo>
                  <a:lnTo>
                    <a:pt x="566261" y="97698"/>
                  </a:lnTo>
                  <a:lnTo>
                    <a:pt x="522150" y="82344"/>
                  </a:lnTo>
                  <a:lnTo>
                    <a:pt x="475650" y="72817"/>
                  </a:lnTo>
                  <a:lnTo>
                    <a:pt x="427189" y="69546"/>
                  </a:lnTo>
                  <a:lnTo>
                    <a:pt x="659576" y="69546"/>
                  </a:lnTo>
                  <a:lnTo>
                    <a:pt x="713292" y="110219"/>
                  </a:lnTo>
                  <a:lnTo>
                    <a:pt x="744219" y="141154"/>
                  </a:lnTo>
                  <a:lnTo>
                    <a:pt x="771872" y="175097"/>
                  </a:lnTo>
                  <a:lnTo>
                    <a:pt x="795990" y="211784"/>
                  </a:lnTo>
                  <a:lnTo>
                    <a:pt x="816311" y="250954"/>
                  </a:lnTo>
                  <a:lnTo>
                    <a:pt x="832572" y="292342"/>
                  </a:lnTo>
                  <a:lnTo>
                    <a:pt x="844512" y="335686"/>
                  </a:lnTo>
                  <a:lnTo>
                    <a:pt x="851868" y="380723"/>
                  </a:lnTo>
                  <a:lnTo>
                    <a:pt x="854379" y="427189"/>
                  </a:lnTo>
                  <a:lnTo>
                    <a:pt x="851866" y="473685"/>
                  </a:lnTo>
                  <a:lnTo>
                    <a:pt x="844504" y="518743"/>
                  </a:lnTo>
                  <a:lnTo>
                    <a:pt x="832556" y="562102"/>
                  </a:lnTo>
                  <a:lnTo>
                    <a:pt x="816284" y="603498"/>
                  </a:lnTo>
                  <a:lnTo>
                    <a:pt x="795952" y="642670"/>
                  </a:lnTo>
                  <a:lnTo>
                    <a:pt x="771822" y="679355"/>
                  </a:lnTo>
                  <a:lnTo>
                    <a:pt x="744159" y="713292"/>
                  </a:lnTo>
                  <a:lnTo>
                    <a:pt x="713224" y="744218"/>
                  </a:lnTo>
                  <a:lnTo>
                    <a:pt x="679282" y="771872"/>
                  </a:lnTo>
                  <a:lnTo>
                    <a:pt x="659566" y="7848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7" name="object 7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679956" y="332222"/>
            <a:ext cx="114299" cy="1523999"/>
          </a:xfrm>
          <a:prstGeom prst="rect">
            <a:avLst/>
          </a:prstGeom>
        </p:spPr>
      </p:pic>
      <p:pic>
        <p:nvPicPr>
          <p:cNvPr id="78" name="object 7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890866" y="332222"/>
            <a:ext cx="2886074" cy="1524000"/>
          </a:xfrm>
          <a:prstGeom prst="rect">
            <a:avLst/>
          </a:prstGeom>
        </p:spPr>
      </p:pic>
      <p:pic>
        <p:nvPicPr>
          <p:cNvPr id="79" name="object 7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843698" y="445414"/>
            <a:ext cx="2743199" cy="1295399"/>
          </a:xfrm>
          <a:prstGeom prst="rect">
            <a:avLst/>
          </a:prstGeom>
        </p:spPr>
      </p:pic>
      <p:sp>
        <p:nvSpPr>
          <p:cNvPr id="80" name="object 21">
            <a:extLst>
              <a:ext uri="{FF2B5EF4-FFF2-40B4-BE49-F238E27FC236}">
                <a16:creationId xmlns:a16="http://schemas.microsoft.com/office/drawing/2014/main" id="{52189033-0C96-7DD2-BB7D-9CC3D5E12EAB}"/>
              </a:ext>
            </a:extLst>
          </p:cNvPr>
          <p:cNvSpPr txBox="1"/>
          <p:nvPr/>
        </p:nvSpPr>
        <p:spPr>
          <a:xfrm>
            <a:off x="7221517" y="8481629"/>
            <a:ext cx="1452358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300" dirty="0">
                <a:solidFill>
                  <a:srgbClr val="383838"/>
                </a:solidFill>
                <a:latin typeface="Tahoma"/>
                <a:cs typeface="Tahoma"/>
              </a:rPr>
              <a:t>DITM , 2</a:t>
            </a:r>
            <a:r>
              <a:rPr lang="en-IN" sz="1300" baseline="30000" dirty="0">
                <a:solidFill>
                  <a:srgbClr val="383838"/>
                </a:solidFill>
                <a:latin typeface="Tahoma"/>
                <a:cs typeface="Tahoma"/>
              </a:rPr>
              <a:t>nd</a:t>
            </a:r>
            <a:r>
              <a:rPr lang="en-IN" sz="1300" dirty="0">
                <a:solidFill>
                  <a:srgbClr val="383838"/>
                </a:solidFill>
                <a:latin typeface="Tahoma"/>
                <a:cs typeface="Tahoma"/>
              </a:rPr>
              <a:t> year, Btech Cse</a:t>
            </a:r>
            <a:endParaRPr sz="1300" dirty="0">
              <a:latin typeface="Tahoma"/>
              <a:cs typeface="Tahoma"/>
            </a:endParaRPr>
          </a:p>
        </p:txBody>
      </p:sp>
      <p:sp>
        <p:nvSpPr>
          <p:cNvPr id="81" name="object 21">
            <a:extLst>
              <a:ext uri="{FF2B5EF4-FFF2-40B4-BE49-F238E27FC236}">
                <a16:creationId xmlns:a16="http://schemas.microsoft.com/office/drawing/2014/main" id="{CA8C5B92-835A-BE7E-00D7-76D5BEC15150}"/>
              </a:ext>
            </a:extLst>
          </p:cNvPr>
          <p:cNvSpPr txBox="1"/>
          <p:nvPr/>
        </p:nvSpPr>
        <p:spPr>
          <a:xfrm>
            <a:off x="10265394" y="8470688"/>
            <a:ext cx="1452358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300" dirty="0">
                <a:solidFill>
                  <a:srgbClr val="383838"/>
                </a:solidFill>
                <a:latin typeface="Tahoma"/>
                <a:cs typeface="Tahoma"/>
              </a:rPr>
              <a:t>DITM , 2</a:t>
            </a:r>
            <a:r>
              <a:rPr lang="en-IN" sz="1300" baseline="30000" dirty="0">
                <a:solidFill>
                  <a:srgbClr val="383838"/>
                </a:solidFill>
                <a:latin typeface="Tahoma"/>
                <a:cs typeface="Tahoma"/>
              </a:rPr>
              <a:t>nd</a:t>
            </a:r>
            <a:r>
              <a:rPr lang="en-IN" sz="1300" dirty="0">
                <a:solidFill>
                  <a:srgbClr val="383838"/>
                </a:solidFill>
                <a:latin typeface="Tahoma"/>
                <a:cs typeface="Tahoma"/>
              </a:rPr>
              <a:t> year, Btech Cse</a:t>
            </a:r>
            <a:endParaRPr sz="1300" dirty="0">
              <a:latin typeface="Tahoma"/>
              <a:cs typeface="Tahoma"/>
            </a:endParaRPr>
          </a:p>
        </p:txBody>
      </p:sp>
      <p:sp>
        <p:nvSpPr>
          <p:cNvPr id="82" name="object 21">
            <a:extLst>
              <a:ext uri="{FF2B5EF4-FFF2-40B4-BE49-F238E27FC236}">
                <a16:creationId xmlns:a16="http://schemas.microsoft.com/office/drawing/2014/main" id="{0286B6FE-FE1E-DB49-A60D-BC71D4DD3C8E}"/>
              </a:ext>
            </a:extLst>
          </p:cNvPr>
          <p:cNvSpPr txBox="1"/>
          <p:nvPr/>
        </p:nvSpPr>
        <p:spPr>
          <a:xfrm>
            <a:off x="13073159" y="8481629"/>
            <a:ext cx="1452358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300" dirty="0">
                <a:solidFill>
                  <a:srgbClr val="383838"/>
                </a:solidFill>
                <a:latin typeface="Tahoma"/>
                <a:cs typeface="Tahoma"/>
              </a:rPr>
              <a:t>DITM , 2</a:t>
            </a:r>
            <a:r>
              <a:rPr lang="en-IN" sz="1300" baseline="30000" dirty="0">
                <a:solidFill>
                  <a:srgbClr val="383838"/>
                </a:solidFill>
                <a:latin typeface="Tahoma"/>
                <a:cs typeface="Tahoma"/>
              </a:rPr>
              <a:t>nd</a:t>
            </a:r>
            <a:r>
              <a:rPr lang="en-IN" sz="1300" dirty="0">
                <a:solidFill>
                  <a:srgbClr val="383838"/>
                </a:solidFill>
                <a:latin typeface="Tahoma"/>
                <a:cs typeface="Tahoma"/>
              </a:rPr>
              <a:t> year, Btech Cse</a:t>
            </a:r>
            <a:endParaRPr sz="1300" dirty="0">
              <a:latin typeface="Tahoma"/>
              <a:cs typeface="Tahoma"/>
            </a:endParaRPr>
          </a:p>
        </p:txBody>
      </p:sp>
      <p:sp>
        <p:nvSpPr>
          <p:cNvPr id="83" name="object 21">
            <a:extLst>
              <a:ext uri="{FF2B5EF4-FFF2-40B4-BE49-F238E27FC236}">
                <a16:creationId xmlns:a16="http://schemas.microsoft.com/office/drawing/2014/main" id="{AFB191A1-753D-309E-4171-8765EA06EE7E}"/>
              </a:ext>
            </a:extLst>
          </p:cNvPr>
          <p:cNvSpPr txBox="1"/>
          <p:nvPr/>
        </p:nvSpPr>
        <p:spPr>
          <a:xfrm>
            <a:off x="16017246" y="8481629"/>
            <a:ext cx="1452358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300" dirty="0">
                <a:solidFill>
                  <a:srgbClr val="383838"/>
                </a:solidFill>
                <a:latin typeface="Tahoma"/>
                <a:cs typeface="Tahoma"/>
              </a:rPr>
              <a:t>DITM , 2</a:t>
            </a:r>
            <a:r>
              <a:rPr lang="en-IN" sz="1300" baseline="30000" dirty="0">
                <a:solidFill>
                  <a:srgbClr val="383838"/>
                </a:solidFill>
                <a:latin typeface="Tahoma"/>
                <a:cs typeface="Tahoma"/>
              </a:rPr>
              <a:t>nd</a:t>
            </a:r>
            <a:r>
              <a:rPr lang="en-IN" sz="1300" dirty="0">
                <a:solidFill>
                  <a:srgbClr val="383838"/>
                </a:solidFill>
                <a:latin typeface="Tahoma"/>
                <a:cs typeface="Tahoma"/>
              </a:rPr>
              <a:t> year, Btech Cse</a:t>
            </a:r>
            <a:endParaRPr sz="13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DE58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</TotalTime>
  <Words>833</Words>
  <Application>Microsoft Office PowerPoint</Application>
  <PresentationFormat>Custom</PresentationFormat>
  <Paragraphs>132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 Black</vt:lpstr>
      <vt:lpstr>Lucida Sans Unicode</vt:lpstr>
      <vt:lpstr>Tahoma</vt:lpstr>
      <vt:lpstr>Trebuchet MS</vt:lpstr>
      <vt:lpstr>Office Theme</vt:lpstr>
      <vt:lpstr>PowerPoint Presentation</vt:lpstr>
      <vt:lpstr>01</vt:lpstr>
      <vt:lpstr>Key Features</vt:lpstr>
      <vt:lpstr>Real-Time Dashboard</vt:lpstr>
      <vt:lpstr>Target User</vt:lpstr>
      <vt:lpstr>Competitive Analysis</vt:lpstr>
      <vt:lpstr>Future Roadmap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CodeSphere Pitch Deck Submission Format</dc:title>
  <dc:creator>Harshit Khemani</dc:creator>
  <cp:keywords>DAG_0Z8_tB8,BAG9KcJBDx4,0</cp:keywords>
  <cp:lastModifiedBy>Shubham Shukla</cp:lastModifiedBy>
  <cp:revision>3</cp:revision>
  <dcterms:created xsi:type="dcterms:W3CDTF">2026-02-22T05:37:02Z</dcterms:created>
  <dcterms:modified xsi:type="dcterms:W3CDTF">2026-02-22T08:03:23Z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2026-01-29T00:00:00Z</vt:filetime>
  </property>
  <property fmtid="{D5CDD505-2E9C-101B-9397-08002B2CF9AE}" pid="3" name="Creator">
    <vt:lpwstr>Canva</vt:lpwstr>
  </property>
  <property fmtid="{D5CDD505-2E9C-101B-9397-08002B2CF9AE}" pid="4" name="LastSaved">
    <vt:filetime>2026-02-22T00:00:00Z</vt:filetime>
  </property>
  <property fmtid="{D5CDD505-2E9C-101B-9397-08002B2CF9AE}" pid="5" name="Producer">
    <vt:lpwstr>Canva</vt:lpwstr>
  </property>
</Properties>
</file>